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 b="1"/>
            </a:pPr>
            <a:r>
              <a:t>Lecture 6: Graph Traversal Algorithms</a:t>
            </a:r>
          </a:p>
          <a:p>
            <a:pPr>
              <a:defRPr sz="1600"/>
            </a:pPr>
            <a:r>
              <a:t>Overview of Breadth-First Search and Depth-First Search trade-offs.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/>
            </a:pPr>
            <a:r>
              <a:t>Slide 2: Breadth-First Search (BFS)</a:t>
            </a:r>
          </a:p>
          <a:p>
            <a:r>
              <a:t>Explores level by level using FIFO queue. Time complexity O(V+E), Space O(V).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/>
            </a:pPr>
            <a:r>
              <a:t>Slide 3: Depth-First Search (DFS)</a:t>
            </a:r>
          </a:p>
          <a:p>
            <a:r>
              <a:t>Dives deep along each branch using recursion or LIFO stack. Space complexity O(h).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