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8"/>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8" r:id="rId70"/>
    <p:sldId id="329" r:id="rId71"/>
    <p:sldId id="330" r:id="rId72"/>
    <p:sldId id="331" r:id="rId73"/>
    <p:sldId id="332" r:id="rId74"/>
    <p:sldId id="333" r:id="rId75"/>
    <p:sldId id="334" r:id="rId76"/>
    <p:sldId id="335" r:id="rId77"/>
    <p:sldId id="336" r:id="rId78"/>
    <p:sldId id="337" r:id="rId79"/>
    <p:sldId id="338" r:id="rId80"/>
    <p:sldId id="339" r:id="rId81"/>
    <p:sldId id="340" r:id="rId82"/>
    <p:sldId id="341" r:id="rId83"/>
    <p:sldId id="342" r:id="rId84"/>
    <p:sldId id="343" r:id="rId85"/>
    <p:sldId id="344" r:id="rId86"/>
    <p:sldId id="283" r:id="rId8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17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4" d="100"/>
          <a:sy n="114" d="100"/>
        </p:scale>
        <p:origin x="474"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83A4BA-1D55-4423-B82D-5CE0DBD6E80E}"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US"/>
        </a:p>
      </dgm:t>
    </dgm:pt>
    <dgm:pt modelId="{7B7FBAA9-B9CF-4925-95E7-6582268DC1A5}">
      <dgm:prSet phldrT="[Text]" custT="1">
        <dgm:style>
          <a:lnRef idx="1">
            <a:schemeClr val="accent1"/>
          </a:lnRef>
          <a:fillRef idx="2">
            <a:schemeClr val="accent1"/>
          </a:fillRef>
          <a:effectRef idx="1">
            <a:schemeClr val="accent1"/>
          </a:effectRef>
          <a:fontRef idx="minor">
            <a:schemeClr val="dk1"/>
          </a:fontRef>
        </dgm:style>
      </dgm:prSet>
      <dgm:spPr/>
      <dgm:t>
        <a:bodyPr/>
        <a:lstStyle/>
        <a:p>
          <a:r>
            <a:rPr lang="en-US" sz="1800" dirty="0">
              <a:solidFill>
                <a:schemeClr val="tx1"/>
              </a:solidFill>
              <a:latin typeface="Comic Sans MS" pitchFamily="66" charset="0"/>
            </a:rPr>
            <a:t>DATA STRUCTURE</a:t>
          </a:r>
        </a:p>
      </dgm:t>
    </dgm:pt>
    <dgm:pt modelId="{F07E8A1C-7340-4703-A59E-85FB59DB98C0}" type="parTrans" cxnId="{46778827-CB07-4458-968C-FB7D4269FF3E}">
      <dgm:prSet/>
      <dgm:spPr/>
      <dgm:t>
        <a:bodyPr/>
        <a:lstStyle/>
        <a:p>
          <a:endParaRPr lang="en-US"/>
        </a:p>
      </dgm:t>
    </dgm:pt>
    <dgm:pt modelId="{D0CEDE9A-6F03-4FA0-9702-DBDC96A9801F}" type="sibTrans" cxnId="{46778827-CB07-4458-968C-FB7D4269FF3E}">
      <dgm:prSet/>
      <dgm:spPr/>
      <dgm:t>
        <a:bodyPr/>
        <a:lstStyle/>
        <a:p>
          <a:endParaRPr lang="en-US"/>
        </a:p>
      </dgm:t>
    </dgm:pt>
    <dgm:pt modelId="{E34E83F7-6183-440C-8030-ACD125EABA03}">
      <dgm:prSet phldrT="[Text]" custT="1">
        <dgm:style>
          <a:lnRef idx="1">
            <a:schemeClr val="accent1"/>
          </a:lnRef>
          <a:fillRef idx="2">
            <a:schemeClr val="accent1"/>
          </a:fillRef>
          <a:effectRef idx="1">
            <a:schemeClr val="accent1"/>
          </a:effectRef>
          <a:fontRef idx="minor">
            <a:schemeClr val="dk1"/>
          </a:fontRef>
        </dgm:style>
      </dgm:prSet>
      <dgm:spPr/>
      <dgm:t>
        <a:bodyPr/>
        <a:lstStyle/>
        <a:p>
          <a:r>
            <a:rPr lang="en-US" sz="1800" dirty="0">
              <a:solidFill>
                <a:schemeClr val="tx1"/>
              </a:solidFill>
              <a:latin typeface="Comic Sans MS" pitchFamily="66" charset="0"/>
            </a:rPr>
            <a:t>LINEAR DATA STRUCTURE</a:t>
          </a:r>
        </a:p>
      </dgm:t>
    </dgm:pt>
    <dgm:pt modelId="{84140D64-36DC-472B-91A4-EB8D893B6676}" type="parTrans" cxnId="{B378AF2C-E193-4A6C-8E1D-7FE7D0AD92D3}">
      <dgm:prSet/>
      <dgm:spPr/>
      <dgm:t>
        <a:bodyPr/>
        <a:lstStyle/>
        <a:p>
          <a:endParaRPr lang="en-US" sz="1800"/>
        </a:p>
      </dgm:t>
    </dgm:pt>
    <dgm:pt modelId="{7A15E35B-DAF8-4DD3-B7C9-6685332845FE}" type="sibTrans" cxnId="{B378AF2C-E193-4A6C-8E1D-7FE7D0AD92D3}">
      <dgm:prSet/>
      <dgm:spPr/>
      <dgm:t>
        <a:bodyPr/>
        <a:lstStyle/>
        <a:p>
          <a:endParaRPr lang="en-US"/>
        </a:p>
      </dgm:t>
    </dgm:pt>
    <dgm:pt modelId="{AC036CAF-940B-4006-99F0-59E0A24B4BA7}">
      <dgm:prSet phldrT="[Text]" custT="1">
        <dgm:style>
          <a:lnRef idx="1">
            <a:schemeClr val="accent1"/>
          </a:lnRef>
          <a:fillRef idx="2">
            <a:schemeClr val="accent1"/>
          </a:fillRef>
          <a:effectRef idx="1">
            <a:schemeClr val="accent1"/>
          </a:effectRef>
          <a:fontRef idx="minor">
            <a:schemeClr val="dk1"/>
          </a:fontRef>
        </dgm:style>
      </dgm:prSet>
      <dgm:spPr/>
      <dgm:t>
        <a:bodyPr/>
        <a:lstStyle/>
        <a:p>
          <a:r>
            <a:rPr lang="en-US" sz="1800" dirty="0">
              <a:solidFill>
                <a:schemeClr val="tx1"/>
              </a:solidFill>
              <a:latin typeface="Comic Sans MS" pitchFamily="66" charset="0"/>
            </a:rPr>
            <a:t>ARRAY</a:t>
          </a:r>
          <a:r>
            <a:rPr lang="en-US" sz="1800" dirty="0">
              <a:latin typeface="Comic Sans MS" pitchFamily="66" charset="0"/>
            </a:rPr>
            <a:t> </a:t>
          </a:r>
        </a:p>
      </dgm:t>
    </dgm:pt>
    <dgm:pt modelId="{FAF07C3F-74C5-40E6-B8BC-3F2D987F1CE1}" type="parTrans" cxnId="{26FD497F-522A-4731-8673-DF9F633A961A}">
      <dgm:prSet/>
      <dgm:spPr/>
      <dgm:t>
        <a:bodyPr/>
        <a:lstStyle/>
        <a:p>
          <a:endParaRPr lang="en-US" sz="1800"/>
        </a:p>
      </dgm:t>
    </dgm:pt>
    <dgm:pt modelId="{EC84521E-A63A-4581-B4E9-C781C7DB8E56}" type="sibTrans" cxnId="{26FD497F-522A-4731-8673-DF9F633A961A}">
      <dgm:prSet/>
      <dgm:spPr/>
      <dgm:t>
        <a:bodyPr/>
        <a:lstStyle/>
        <a:p>
          <a:endParaRPr lang="en-US"/>
        </a:p>
      </dgm:t>
    </dgm:pt>
    <dgm:pt modelId="{9D21542E-E704-4089-B1D7-F544A95D9BCC}">
      <dgm:prSet phldrT="[Text]" custT="1">
        <dgm:style>
          <a:lnRef idx="1">
            <a:schemeClr val="accent1"/>
          </a:lnRef>
          <a:fillRef idx="2">
            <a:schemeClr val="accent1"/>
          </a:fillRef>
          <a:effectRef idx="1">
            <a:schemeClr val="accent1"/>
          </a:effectRef>
          <a:fontRef idx="minor">
            <a:schemeClr val="dk1"/>
          </a:fontRef>
        </dgm:style>
      </dgm:prSet>
      <dgm:spPr/>
      <dgm:t>
        <a:bodyPr/>
        <a:lstStyle/>
        <a:p>
          <a:r>
            <a:rPr lang="en-US" sz="1800" dirty="0">
              <a:solidFill>
                <a:schemeClr val="tx1"/>
              </a:solidFill>
              <a:latin typeface="Comic Sans MS" pitchFamily="66" charset="0"/>
            </a:rPr>
            <a:t>QUEUE</a:t>
          </a:r>
        </a:p>
      </dgm:t>
    </dgm:pt>
    <dgm:pt modelId="{C551003D-46AD-412C-8307-6C1A59393B39}" type="parTrans" cxnId="{B24AB25F-9C12-4634-B198-96525526614F}">
      <dgm:prSet/>
      <dgm:spPr/>
      <dgm:t>
        <a:bodyPr/>
        <a:lstStyle/>
        <a:p>
          <a:endParaRPr lang="en-US" sz="1800"/>
        </a:p>
      </dgm:t>
    </dgm:pt>
    <dgm:pt modelId="{A68FCD2E-8B7A-4541-B3A2-28CC4BF4191C}" type="sibTrans" cxnId="{B24AB25F-9C12-4634-B198-96525526614F}">
      <dgm:prSet/>
      <dgm:spPr/>
      <dgm:t>
        <a:bodyPr/>
        <a:lstStyle/>
        <a:p>
          <a:endParaRPr lang="en-US"/>
        </a:p>
      </dgm:t>
    </dgm:pt>
    <dgm:pt modelId="{8A2F974A-8E03-44AE-98F5-65F04CB6E52B}">
      <dgm:prSet phldrT="[Text]" custT="1">
        <dgm:style>
          <a:lnRef idx="1">
            <a:schemeClr val="accent1"/>
          </a:lnRef>
          <a:fillRef idx="2">
            <a:schemeClr val="accent1"/>
          </a:fillRef>
          <a:effectRef idx="1">
            <a:schemeClr val="accent1"/>
          </a:effectRef>
          <a:fontRef idx="minor">
            <a:schemeClr val="dk1"/>
          </a:fontRef>
        </dgm:style>
      </dgm:prSet>
      <dgm:spPr/>
      <dgm:t>
        <a:bodyPr/>
        <a:lstStyle/>
        <a:p>
          <a:r>
            <a:rPr lang="en-US" sz="1800" dirty="0">
              <a:solidFill>
                <a:schemeClr val="tx1"/>
              </a:solidFill>
              <a:latin typeface="Comic Sans MS" pitchFamily="66" charset="0"/>
            </a:rPr>
            <a:t>NON LINEAR DATA STRUCTURE</a:t>
          </a:r>
        </a:p>
      </dgm:t>
    </dgm:pt>
    <dgm:pt modelId="{B535E701-924B-4834-8988-4EEE42355B1E}" type="parTrans" cxnId="{0DFE1FE0-BD9B-4DE4-846B-44C16C5B390C}">
      <dgm:prSet/>
      <dgm:spPr/>
      <dgm:t>
        <a:bodyPr/>
        <a:lstStyle/>
        <a:p>
          <a:endParaRPr lang="en-US" sz="1800"/>
        </a:p>
      </dgm:t>
    </dgm:pt>
    <dgm:pt modelId="{855F2722-A6E8-4F44-8C63-8D2E3989DCC1}" type="sibTrans" cxnId="{0DFE1FE0-BD9B-4DE4-846B-44C16C5B390C}">
      <dgm:prSet/>
      <dgm:spPr/>
      <dgm:t>
        <a:bodyPr/>
        <a:lstStyle/>
        <a:p>
          <a:endParaRPr lang="en-US"/>
        </a:p>
      </dgm:t>
    </dgm:pt>
    <dgm:pt modelId="{EBEBAA52-F3C3-4B5E-9725-0B42A672BB80}">
      <dgm:prSet phldrT="[Text]" custT="1">
        <dgm:style>
          <a:lnRef idx="1">
            <a:schemeClr val="accent1"/>
          </a:lnRef>
          <a:fillRef idx="2">
            <a:schemeClr val="accent1"/>
          </a:fillRef>
          <a:effectRef idx="1">
            <a:schemeClr val="accent1"/>
          </a:effectRef>
          <a:fontRef idx="minor">
            <a:schemeClr val="dk1"/>
          </a:fontRef>
        </dgm:style>
      </dgm:prSet>
      <dgm:spPr/>
      <dgm:t>
        <a:bodyPr/>
        <a:lstStyle/>
        <a:p>
          <a:r>
            <a:rPr lang="en-US" sz="1800" b="1" dirty="0">
              <a:latin typeface="Comic Sans MS" pitchFamily="66" charset="0"/>
            </a:rPr>
            <a:t>STACK</a:t>
          </a:r>
        </a:p>
      </dgm:t>
    </dgm:pt>
    <dgm:pt modelId="{75CC15E6-CED3-47B6-8936-689D7CCDF1F3}" type="parTrans" cxnId="{689EF82E-1A79-451C-9332-79F76DF69B07}">
      <dgm:prSet/>
      <dgm:spPr/>
      <dgm:t>
        <a:bodyPr/>
        <a:lstStyle/>
        <a:p>
          <a:endParaRPr lang="en-US" sz="1800"/>
        </a:p>
      </dgm:t>
    </dgm:pt>
    <dgm:pt modelId="{E3007BF2-4C28-4C37-90AD-C258D978066C}" type="sibTrans" cxnId="{689EF82E-1A79-451C-9332-79F76DF69B07}">
      <dgm:prSet/>
      <dgm:spPr/>
      <dgm:t>
        <a:bodyPr/>
        <a:lstStyle/>
        <a:p>
          <a:endParaRPr lang="en-US"/>
        </a:p>
      </dgm:t>
    </dgm:pt>
    <dgm:pt modelId="{C42AA7C6-AABC-4BA5-9CEC-97875F03F9D4}" type="pres">
      <dgm:prSet presAssocID="{C783A4BA-1D55-4423-B82D-5CE0DBD6E80E}" presName="mainComposite" presStyleCnt="0">
        <dgm:presLayoutVars>
          <dgm:chPref val="1"/>
          <dgm:dir/>
          <dgm:animOne val="branch"/>
          <dgm:animLvl val="lvl"/>
          <dgm:resizeHandles val="exact"/>
        </dgm:presLayoutVars>
      </dgm:prSet>
      <dgm:spPr/>
    </dgm:pt>
    <dgm:pt modelId="{B579CB00-F1D4-4E56-B433-C5010EF7FDA1}" type="pres">
      <dgm:prSet presAssocID="{C783A4BA-1D55-4423-B82D-5CE0DBD6E80E}" presName="hierFlow" presStyleCnt="0"/>
      <dgm:spPr/>
    </dgm:pt>
    <dgm:pt modelId="{A663531E-3919-4D7E-8A00-98BED5978F7A}" type="pres">
      <dgm:prSet presAssocID="{C783A4BA-1D55-4423-B82D-5CE0DBD6E80E}" presName="hierChild1" presStyleCnt="0">
        <dgm:presLayoutVars>
          <dgm:chPref val="1"/>
          <dgm:animOne val="branch"/>
          <dgm:animLvl val="lvl"/>
        </dgm:presLayoutVars>
      </dgm:prSet>
      <dgm:spPr/>
    </dgm:pt>
    <dgm:pt modelId="{CE334C22-ACA1-4FC5-A35F-AEAE9C497A83}" type="pres">
      <dgm:prSet presAssocID="{7B7FBAA9-B9CF-4925-95E7-6582268DC1A5}" presName="Name14" presStyleCnt="0"/>
      <dgm:spPr/>
    </dgm:pt>
    <dgm:pt modelId="{03978396-882F-43B6-96F0-62894BF33659}" type="pres">
      <dgm:prSet presAssocID="{7B7FBAA9-B9CF-4925-95E7-6582268DC1A5}" presName="level1Shape" presStyleLbl="node0" presStyleIdx="0" presStyleCnt="1" custScaleX="125744" custLinFactNeighborX="-76139" custLinFactNeighborY="-5175">
        <dgm:presLayoutVars>
          <dgm:chPref val="3"/>
        </dgm:presLayoutVars>
      </dgm:prSet>
      <dgm:spPr/>
    </dgm:pt>
    <dgm:pt modelId="{D776A658-07C6-46DA-97CB-FA8D9F0F1E4A}" type="pres">
      <dgm:prSet presAssocID="{7B7FBAA9-B9CF-4925-95E7-6582268DC1A5}" presName="hierChild2" presStyleCnt="0"/>
      <dgm:spPr/>
    </dgm:pt>
    <dgm:pt modelId="{FF0C0E61-BA32-4F09-9CB9-CE68F84398F4}" type="pres">
      <dgm:prSet presAssocID="{84140D64-36DC-472B-91A4-EB8D893B6676}" presName="Name19" presStyleLbl="parChTrans1D2" presStyleIdx="0" presStyleCnt="2"/>
      <dgm:spPr/>
    </dgm:pt>
    <dgm:pt modelId="{B61C7462-AFFF-48BB-9C58-FB607D20D25B}" type="pres">
      <dgm:prSet presAssocID="{E34E83F7-6183-440C-8030-ACD125EABA03}" presName="Name21" presStyleCnt="0"/>
      <dgm:spPr/>
    </dgm:pt>
    <dgm:pt modelId="{6C0C1AF8-2ECD-47F5-8B04-A310C85AEC8E}" type="pres">
      <dgm:prSet presAssocID="{E34E83F7-6183-440C-8030-ACD125EABA03}" presName="level2Shape" presStyleLbl="node2" presStyleIdx="0" presStyleCnt="2" custScaleX="155507" custLinFactX="-8334" custLinFactNeighborX="-100000" custLinFactNeighborY="-4084"/>
      <dgm:spPr/>
    </dgm:pt>
    <dgm:pt modelId="{1BC21DC8-E9C4-4CA0-9EB3-1EE6BFD3E9C5}" type="pres">
      <dgm:prSet presAssocID="{E34E83F7-6183-440C-8030-ACD125EABA03}" presName="hierChild3" presStyleCnt="0"/>
      <dgm:spPr/>
    </dgm:pt>
    <dgm:pt modelId="{744D2FFA-D7E9-4CB6-A3B7-EECC1DBC7444}" type="pres">
      <dgm:prSet presAssocID="{FAF07C3F-74C5-40E6-B8BC-3F2D987F1CE1}" presName="Name19" presStyleLbl="parChTrans1D3" presStyleIdx="0" presStyleCnt="3"/>
      <dgm:spPr/>
    </dgm:pt>
    <dgm:pt modelId="{4316D302-87EB-4E59-9FF2-F7433829DC9F}" type="pres">
      <dgm:prSet presAssocID="{AC036CAF-940B-4006-99F0-59E0A24B4BA7}" presName="Name21" presStyleCnt="0"/>
      <dgm:spPr/>
    </dgm:pt>
    <dgm:pt modelId="{00370196-554E-4ABA-BA74-1C9BBE676908}" type="pres">
      <dgm:prSet presAssocID="{AC036CAF-940B-4006-99F0-59E0A24B4BA7}" presName="level2Shape" presStyleLbl="node3" presStyleIdx="0" presStyleCnt="3"/>
      <dgm:spPr/>
    </dgm:pt>
    <dgm:pt modelId="{51C97D13-1784-40C9-9108-F14B15EA16A7}" type="pres">
      <dgm:prSet presAssocID="{AC036CAF-940B-4006-99F0-59E0A24B4BA7}" presName="hierChild3" presStyleCnt="0"/>
      <dgm:spPr/>
    </dgm:pt>
    <dgm:pt modelId="{8B1F0BE8-3A87-457A-BCA9-37A9167C0C33}" type="pres">
      <dgm:prSet presAssocID="{C551003D-46AD-412C-8307-6C1A59393B39}" presName="Name19" presStyleLbl="parChTrans1D3" presStyleIdx="1" presStyleCnt="3"/>
      <dgm:spPr/>
    </dgm:pt>
    <dgm:pt modelId="{19CFF5C6-8B4B-46E4-BC9F-7B29559261BE}" type="pres">
      <dgm:prSet presAssocID="{9D21542E-E704-4089-B1D7-F544A95D9BCC}" presName="Name21" presStyleCnt="0"/>
      <dgm:spPr/>
    </dgm:pt>
    <dgm:pt modelId="{3690C63A-1EC1-43DD-83F1-F1DB761E644A}" type="pres">
      <dgm:prSet presAssocID="{9D21542E-E704-4089-B1D7-F544A95D9BCC}" presName="level2Shape" presStyleLbl="node3" presStyleIdx="1" presStyleCnt="3" custLinFactNeighborX="-408" custLinFactNeighborY="1402"/>
      <dgm:spPr/>
    </dgm:pt>
    <dgm:pt modelId="{3563ECEA-85AC-4883-B321-E3112A37FF43}" type="pres">
      <dgm:prSet presAssocID="{9D21542E-E704-4089-B1D7-F544A95D9BCC}" presName="hierChild3" presStyleCnt="0"/>
      <dgm:spPr/>
    </dgm:pt>
    <dgm:pt modelId="{2BA57A9A-1D04-44B2-B93B-B92D81ABDC4A}" type="pres">
      <dgm:prSet presAssocID="{75CC15E6-CED3-47B6-8936-689D7CCDF1F3}" presName="Name19" presStyleLbl="parChTrans1D3" presStyleIdx="2" presStyleCnt="3"/>
      <dgm:spPr/>
    </dgm:pt>
    <dgm:pt modelId="{89593942-2C2B-48EC-82C7-D539B606591C}" type="pres">
      <dgm:prSet presAssocID="{EBEBAA52-F3C3-4B5E-9725-0B42A672BB80}" presName="Name21" presStyleCnt="0"/>
      <dgm:spPr/>
    </dgm:pt>
    <dgm:pt modelId="{7206A92C-43E3-4E2C-985D-8200BB9FBBB7}" type="pres">
      <dgm:prSet presAssocID="{EBEBAA52-F3C3-4B5E-9725-0B42A672BB80}" presName="level2Shape" presStyleLbl="node3" presStyleIdx="2" presStyleCnt="3" custScaleX="124804"/>
      <dgm:spPr/>
    </dgm:pt>
    <dgm:pt modelId="{91A04489-D3B8-4471-BC4F-ACD4ABA4D7BC}" type="pres">
      <dgm:prSet presAssocID="{EBEBAA52-F3C3-4B5E-9725-0B42A672BB80}" presName="hierChild3" presStyleCnt="0"/>
      <dgm:spPr/>
    </dgm:pt>
    <dgm:pt modelId="{B3CCA01B-E167-4A67-965F-87BB6672F857}" type="pres">
      <dgm:prSet presAssocID="{B535E701-924B-4834-8988-4EEE42355B1E}" presName="Name19" presStyleLbl="parChTrans1D2" presStyleIdx="1" presStyleCnt="2"/>
      <dgm:spPr/>
    </dgm:pt>
    <dgm:pt modelId="{12AAC552-5745-44AB-A713-3B3BB82FAB30}" type="pres">
      <dgm:prSet presAssocID="{8A2F974A-8E03-44AE-98F5-65F04CB6E52B}" presName="Name21" presStyleCnt="0"/>
      <dgm:spPr/>
    </dgm:pt>
    <dgm:pt modelId="{42836690-AD6E-4CA1-9C8F-623AC4CEB482}" type="pres">
      <dgm:prSet presAssocID="{8A2F974A-8E03-44AE-98F5-65F04CB6E52B}" presName="level2Shape" presStyleLbl="node2" presStyleIdx="1" presStyleCnt="2" custScaleX="151662" custLinFactNeighborX="-30175" custLinFactNeighborY="386"/>
      <dgm:spPr/>
    </dgm:pt>
    <dgm:pt modelId="{52B1A226-4C53-45C0-8289-EB3EB99D6717}" type="pres">
      <dgm:prSet presAssocID="{8A2F974A-8E03-44AE-98F5-65F04CB6E52B}" presName="hierChild3" presStyleCnt="0"/>
      <dgm:spPr/>
    </dgm:pt>
    <dgm:pt modelId="{860C89E4-EE59-40CE-B3BD-3376B57161A8}" type="pres">
      <dgm:prSet presAssocID="{C783A4BA-1D55-4423-B82D-5CE0DBD6E80E}" presName="bgShapesFlow" presStyleCnt="0"/>
      <dgm:spPr/>
    </dgm:pt>
  </dgm:ptLst>
  <dgm:cxnLst>
    <dgm:cxn modelId="{834C8906-732B-42B5-B4DC-AA66626D0BF7}" type="presOf" srcId="{9D21542E-E704-4089-B1D7-F544A95D9BCC}" destId="{3690C63A-1EC1-43DD-83F1-F1DB761E644A}" srcOrd="0" destOrd="0" presId="urn:microsoft.com/office/officeart/2005/8/layout/hierarchy6"/>
    <dgm:cxn modelId="{15290808-54B8-4C50-86EF-DF70066A173B}" type="presOf" srcId="{C783A4BA-1D55-4423-B82D-5CE0DBD6E80E}" destId="{C42AA7C6-AABC-4BA5-9CEC-97875F03F9D4}" srcOrd="0" destOrd="0" presId="urn:microsoft.com/office/officeart/2005/8/layout/hierarchy6"/>
    <dgm:cxn modelId="{05ECC508-8CFA-44A6-AD85-62A005847306}" type="presOf" srcId="{EBEBAA52-F3C3-4B5E-9725-0B42A672BB80}" destId="{7206A92C-43E3-4E2C-985D-8200BB9FBBB7}" srcOrd="0" destOrd="0" presId="urn:microsoft.com/office/officeart/2005/8/layout/hierarchy6"/>
    <dgm:cxn modelId="{3BF33B0A-4519-40BD-AD1D-A45C64A17486}" type="presOf" srcId="{7B7FBAA9-B9CF-4925-95E7-6582268DC1A5}" destId="{03978396-882F-43B6-96F0-62894BF33659}" srcOrd="0" destOrd="0" presId="urn:microsoft.com/office/officeart/2005/8/layout/hierarchy6"/>
    <dgm:cxn modelId="{4A38FE0D-1D8A-44C7-8427-1243F48A0BDA}" type="presOf" srcId="{8A2F974A-8E03-44AE-98F5-65F04CB6E52B}" destId="{42836690-AD6E-4CA1-9C8F-623AC4CEB482}" srcOrd="0" destOrd="0" presId="urn:microsoft.com/office/officeart/2005/8/layout/hierarchy6"/>
    <dgm:cxn modelId="{44291512-1746-4FD6-B198-A443FB8EA004}" type="presOf" srcId="{C551003D-46AD-412C-8307-6C1A59393B39}" destId="{8B1F0BE8-3A87-457A-BCA9-37A9167C0C33}" srcOrd="0" destOrd="0" presId="urn:microsoft.com/office/officeart/2005/8/layout/hierarchy6"/>
    <dgm:cxn modelId="{46778827-CB07-4458-968C-FB7D4269FF3E}" srcId="{C783A4BA-1D55-4423-B82D-5CE0DBD6E80E}" destId="{7B7FBAA9-B9CF-4925-95E7-6582268DC1A5}" srcOrd="0" destOrd="0" parTransId="{F07E8A1C-7340-4703-A59E-85FB59DB98C0}" sibTransId="{D0CEDE9A-6F03-4FA0-9702-DBDC96A9801F}"/>
    <dgm:cxn modelId="{B378AF2C-E193-4A6C-8E1D-7FE7D0AD92D3}" srcId="{7B7FBAA9-B9CF-4925-95E7-6582268DC1A5}" destId="{E34E83F7-6183-440C-8030-ACD125EABA03}" srcOrd="0" destOrd="0" parTransId="{84140D64-36DC-472B-91A4-EB8D893B6676}" sibTransId="{7A15E35B-DAF8-4DD3-B7C9-6685332845FE}"/>
    <dgm:cxn modelId="{689EF82E-1A79-451C-9332-79F76DF69B07}" srcId="{E34E83F7-6183-440C-8030-ACD125EABA03}" destId="{EBEBAA52-F3C3-4B5E-9725-0B42A672BB80}" srcOrd="2" destOrd="0" parTransId="{75CC15E6-CED3-47B6-8936-689D7CCDF1F3}" sibTransId="{E3007BF2-4C28-4C37-90AD-C258D978066C}"/>
    <dgm:cxn modelId="{1803AF34-2E8E-4047-BC0C-28C3D382602E}" type="presOf" srcId="{E34E83F7-6183-440C-8030-ACD125EABA03}" destId="{6C0C1AF8-2ECD-47F5-8B04-A310C85AEC8E}" srcOrd="0" destOrd="0" presId="urn:microsoft.com/office/officeart/2005/8/layout/hierarchy6"/>
    <dgm:cxn modelId="{B24AB25F-9C12-4634-B198-96525526614F}" srcId="{E34E83F7-6183-440C-8030-ACD125EABA03}" destId="{9D21542E-E704-4089-B1D7-F544A95D9BCC}" srcOrd="1" destOrd="0" parTransId="{C551003D-46AD-412C-8307-6C1A59393B39}" sibTransId="{A68FCD2E-8B7A-4541-B3A2-28CC4BF4191C}"/>
    <dgm:cxn modelId="{2A071F42-1E9A-4621-A518-68C906765B6B}" type="presOf" srcId="{AC036CAF-940B-4006-99F0-59E0A24B4BA7}" destId="{00370196-554E-4ABA-BA74-1C9BBE676908}" srcOrd="0" destOrd="0" presId="urn:microsoft.com/office/officeart/2005/8/layout/hierarchy6"/>
    <dgm:cxn modelId="{26FD497F-522A-4731-8673-DF9F633A961A}" srcId="{E34E83F7-6183-440C-8030-ACD125EABA03}" destId="{AC036CAF-940B-4006-99F0-59E0A24B4BA7}" srcOrd="0" destOrd="0" parTransId="{FAF07C3F-74C5-40E6-B8BC-3F2D987F1CE1}" sibTransId="{EC84521E-A63A-4581-B4E9-C781C7DB8E56}"/>
    <dgm:cxn modelId="{4A9F6E96-2466-409B-B7DD-0C423B545B6D}" type="presOf" srcId="{B535E701-924B-4834-8988-4EEE42355B1E}" destId="{B3CCA01B-E167-4A67-965F-87BB6672F857}" srcOrd="0" destOrd="0" presId="urn:microsoft.com/office/officeart/2005/8/layout/hierarchy6"/>
    <dgm:cxn modelId="{D8F27DC3-8C5C-4B33-8C1F-00A52511B45B}" type="presOf" srcId="{75CC15E6-CED3-47B6-8936-689D7CCDF1F3}" destId="{2BA57A9A-1D04-44B2-B93B-B92D81ABDC4A}" srcOrd="0" destOrd="0" presId="urn:microsoft.com/office/officeart/2005/8/layout/hierarchy6"/>
    <dgm:cxn modelId="{0DFE1FE0-BD9B-4DE4-846B-44C16C5B390C}" srcId="{7B7FBAA9-B9CF-4925-95E7-6582268DC1A5}" destId="{8A2F974A-8E03-44AE-98F5-65F04CB6E52B}" srcOrd="1" destOrd="0" parTransId="{B535E701-924B-4834-8988-4EEE42355B1E}" sibTransId="{855F2722-A6E8-4F44-8C63-8D2E3989DCC1}"/>
    <dgm:cxn modelId="{0C8DAEE7-6411-4523-B7E1-975F2DFDCE9A}" type="presOf" srcId="{84140D64-36DC-472B-91A4-EB8D893B6676}" destId="{FF0C0E61-BA32-4F09-9CB9-CE68F84398F4}" srcOrd="0" destOrd="0" presId="urn:microsoft.com/office/officeart/2005/8/layout/hierarchy6"/>
    <dgm:cxn modelId="{978C9FFE-F720-494B-BF02-82099E5E1635}" type="presOf" srcId="{FAF07C3F-74C5-40E6-B8BC-3F2D987F1CE1}" destId="{744D2FFA-D7E9-4CB6-A3B7-EECC1DBC7444}" srcOrd="0" destOrd="0" presId="urn:microsoft.com/office/officeart/2005/8/layout/hierarchy6"/>
    <dgm:cxn modelId="{716217FF-0DC6-4FFE-B6A9-50FED498003E}" type="presParOf" srcId="{C42AA7C6-AABC-4BA5-9CEC-97875F03F9D4}" destId="{B579CB00-F1D4-4E56-B433-C5010EF7FDA1}" srcOrd="0" destOrd="0" presId="urn:microsoft.com/office/officeart/2005/8/layout/hierarchy6"/>
    <dgm:cxn modelId="{C3359ACD-FB0B-43BE-8A9B-A117BA61A6FC}" type="presParOf" srcId="{B579CB00-F1D4-4E56-B433-C5010EF7FDA1}" destId="{A663531E-3919-4D7E-8A00-98BED5978F7A}" srcOrd="0" destOrd="0" presId="urn:microsoft.com/office/officeart/2005/8/layout/hierarchy6"/>
    <dgm:cxn modelId="{B24F076E-6132-40A2-B91A-447767627FF8}" type="presParOf" srcId="{A663531E-3919-4D7E-8A00-98BED5978F7A}" destId="{CE334C22-ACA1-4FC5-A35F-AEAE9C497A83}" srcOrd="0" destOrd="0" presId="urn:microsoft.com/office/officeart/2005/8/layout/hierarchy6"/>
    <dgm:cxn modelId="{13B1910E-15F7-45D8-90ED-4513CA269D94}" type="presParOf" srcId="{CE334C22-ACA1-4FC5-A35F-AEAE9C497A83}" destId="{03978396-882F-43B6-96F0-62894BF33659}" srcOrd="0" destOrd="0" presId="urn:microsoft.com/office/officeart/2005/8/layout/hierarchy6"/>
    <dgm:cxn modelId="{2C8D5B2C-B188-47CB-BC26-C85D11B958F3}" type="presParOf" srcId="{CE334C22-ACA1-4FC5-A35F-AEAE9C497A83}" destId="{D776A658-07C6-46DA-97CB-FA8D9F0F1E4A}" srcOrd="1" destOrd="0" presId="urn:microsoft.com/office/officeart/2005/8/layout/hierarchy6"/>
    <dgm:cxn modelId="{33902D07-A0AA-4EC9-9C68-00AB3ACDF98B}" type="presParOf" srcId="{D776A658-07C6-46DA-97CB-FA8D9F0F1E4A}" destId="{FF0C0E61-BA32-4F09-9CB9-CE68F84398F4}" srcOrd="0" destOrd="0" presId="urn:microsoft.com/office/officeart/2005/8/layout/hierarchy6"/>
    <dgm:cxn modelId="{524C8483-43CF-4FC1-B1FA-9361B0FCC585}" type="presParOf" srcId="{D776A658-07C6-46DA-97CB-FA8D9F0F1E4A}" destId="{B61C7462-AFFF-48BB-9C58-FB607D20D25B}" srcOrd="1" destOrd="0" presId="urn:microsoft.com/office/officeart/2005/8/layout/hierarchy6"/>
    <dgm:cxn modelId="{4B42C883-81C5-4580-BD1F-CADE0A64DCEA}" type="presParOf" srcId="{B61C7462-AFFF-48BB-9C58-FB607D20D25B}" destId="{6C0C1AF8-2ECD-47F5-8B04-A310C85AEC8E}" srcOrd="0" destOrd="0" presId="urn:microsoft.com/office/officeart/2005/8/layout/hierarchy6"/>
    <dgm:cxn modelId="{FC8AC85C-1856-4CDA-922B-F3CDA7F90264}" type="presParOf" srcId="{B61C7462-AFFF-48BB-9C58-FB607D20D25B}" destId="{1BC21DC8-E9C4-4CA0-9EB3-1EE6BFD3E9C5}" srcOrd="1" destOrd="0" presId="urn:microsoft.com/office/officeart/2005/8/layout/hierarchy6"/>
    <dgm:cxn modelId="{19A1647C-3158-4446-A0CC-9E559DD521BA}" type="presParOf" srcId="{1BC21DC8-E9C4-4CA0-9EB3-1EE6BFD3E9C5}" destId="{744D2FFA-D7E9-4CB6-A3B7-EECC1DBC7444}" srcOrd="0" destOrd="0" presId="urn:microsoft.com/office/officeart/2005/8/layout/hierarchy6"/>
    <dgm:cxn modelId="{2EFAC70D-5769-4552-BA15-4CD2BD45AFBD}" type="presParOf" srcId="{1BC21DC8-E9C4-4CA0-9EB3-1EE6BFD3E9C5}" destId="{4316D302-87EB-4E59-9FF2-F7433829DC9F}" srcOrd="1" destOrd="0" presId="urn:microsoft.com/office/officeart/2005/8/layout/hierarchy6"/>
    <dgm:cxn modelId="{9E67486D-D9D7-4EA9-B709-B9FA8EEC4B07}" type="presParOf" srcId="{4316D302-87EB-4E59-9FF2-F7433829DC9F}" destId="{00370196-554E-4ABA-BA74-1C9BBE676908}" srcOrd="0" destOrd="0" presId="urn:microsoft.com/office/officeart/2005/8/layout/hierarchy6"/>
    <dgm:cxn modelId="{D08502F3-B8F4-46E3-B4D0-7272BE2ECE9E}" type="presParOf" srcId="{4316D302-87EB-4E59-9FF2-F7433829DC9F}" destId="{51C97D13-1784-40C9-9108-F14B15EA16A7}" srcOrd="1" destOrd="0" presId="urn:microsoft.com/office/officeart/2005/8/layout/hierarchy6"/>
    <dgm:cxn modelId="{E8407881-61D1-4D16-B9CE-46D3E83A22EB}" type="presParOf" srcId="{1BC21DC8-E9C4-4CA0-9EB3-1EE6BFD3E9C5}" destId="{8B1F0BE8-3A87-457A-BCA9-37A9167C0C33}" srcOrd="2" destOrd="0" presId="urn:microsoft.com/office/officeart/2005/8/layout/hierarchy6"/>
    <dgm:cxn modelId="{6AE9B92B-0655-45ED-81AE-E35C13BC790A}" type="presParOf" srcId="{1BC21DC8-E9C4-4CA0-9EB3-1EE6BFD3E9C5}" destId="{19CFF5C6-8B4B-46E4-BC9F-7B29559261BE}" srcOrd="3" destOrd="0" presId="urn:microsoft.com/office/officeart/2005/8/layout/hierarchy6"/>
    <dgm:cxn modelId="{36CF8501-D704-4AFA-A771-D106D7A7DE86}" type="presParOf" srcId="{19CFF5C6-8B4B-46E4-BC9F-7B29559261BE}" destId="{3690C63A-1EC1-43DD-83F1-F1DB761E644A}" srcOrd="0" destOrd="0" presId="urn:microsoft.com/office/officeart/2005/8/layout/hierarchy6"/>
    <dgm:cxn modelId="{F3B36333-E047-4722-9A09-A8A5C3FD30AB}" type="presParOf" srcId="{19CFF5C6-8B4B-46E4-BC9F-7B29559261BE}" destId="{3563ECEA-85AC-4883-B321-E3112A37FF43}" srcOrd="1" destOrd="0" presId="urn:microsoft.com/office/officeart/2005/8/layout/hierarchy6"/>
    <dgm:cxn modelId="{FB2F22AC-402E-42CD-A3A6-4164E259110F}" type="presParOf" srcId="{1BC21DC8-E9C4-4CA0-9EB3-1EE6BFD3E9C5}" destId="{2BA57A9A-1D04-44B2-B93B-B92D81ABDC4A}" srcOrd="4" destOrd="0" presId="urn:microsoft.com/office/officeart/2005/8/layout/hierarchy6"/>
    <dgm:cxn modelId="{04A5D080-4F59-4509-8D75-46C453B17823}" type="presParOf" srcId="{1BC21DC8-E9C4-4CA0-9EB3-1EE6BFD3E9C5}" destId="{89593942-2C2B-48EC-82C7-D539B606591C}" srcOrd="5" destOrd="0" presId="urn:microsoft.com/office/officeart/2005/8/layout/hierarchy6"/>
    <dgm:cxn modelId="{50F17805-30E0-4954-86C4-61A8A8A40462}" type="presParOf" srcId="{89593942-2C2B-48EC-82C7-D539B606591C}" destId="{7206A92C-43E3-4E2C-985D-8200BB9FBBB7}" srcOrd="0" destOrd="0" presId="urn:microsoft.com/office/officeart/2005/8/layout/hierarchy6"/>
    <dgm:cxn modelId="{8F1BCD82-EFB0-446E-AF0A-A4F01C095AED}" type="presParOf" srcId="{89593942-2C2B-48EC-82C7-D539B606591C}" destId="{91A04489-D3B8-4471-BC4F-ACD4ABA4D7BC}" srcOrd="1" destOrd="0" presId="urn:microsoft.com/office/officeart/2005/8/layout/hierarchy6"/>
    <dgm:cxn modelId="{C738249B-5F3E-4599-9565-15BFE508035B}" type="presParOf" srcId="{D776A658-07C6-46DA-97CB-FA8D9F0F1E4A}" destId="{B3CCA01B-E167-4A67-965F-87BB6672F857}" srcOrd="2" destOrd="0" presId="urn:microsoft.com/office/officeart/2005/8/layout/hierarchy6"/>
    <dgm:cxn modelId="{5C68CFF2-FE59-4A16-9721-1C791F718EE4}" type="presParOf" srcId="{D776A658-07C6-46DA-97CB-FA8D9F0F1E4A}" destId="{12AAC552-5745-44AB-A713-3B3BB82FAB30}" srcOrd="3" destOrd="0" presId="urn:microsoft.com/office/officeart/2005/8/layout/hierarchy6"/>
    <dgm:cxn modelId="{481BBF76-6807-4929-AFC6-617E1A6873CB}" type="presParOf" srcId="{12AAC552-5745-44AB-A713-3B3BB82FAB30}" destId="{42836690-AD6E-4CA1-9C8F-623AC4CEB482}" srcOrd="0" destOrd="0" presId="urn:microsoft.com/office/officeart/2005/8/layout/hierarchy6"/>
    <dgm:cxn modelId="{5EF651F6-59E8-4C03-9B99-B900BDEE86CA}" type="presParOf" srcId="{12AAC552-5745-44AB-A713-3B3BB82FAB30}" destId="{52B1A226-4C53-45C0-8289-EB3EB99D6717}" srcOrd="1" destOrd="0" presId="urn:microsoft.com/office/officeart/2005/8/layout/hierarchy6"/>
    <dgm:cxn modelId="{D47AE12F-B44C-4BB3-97BE-E050B2D72D91}" type="presParOf" srcId="{C42AA7C6-AABC-4BA5-9CEC-97875F03F9D4}" destId="{860C89E4-EE59-40CE-B3BD-3376B57161A8}"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FF7C2D7-042F-43B6-8C2C-B6DBF01FD214}" type="doc">
      <dgm:prSet loTypeId="urn:microsoft.com/office/officeart/2005/8/layout/hierarchy2" loCatId="hierarchy" qsTypeId="urn:microsoft.com/office/officeart/2005/8/quickstyle/3d7" qsCatId="3D" csTypeId="urn:microsoft.com/office/officeart/2005/8/colors/accent1_2" csCatId="accent1" phldr="1"/>
      <dgm:spPr/>
      <dgm:t>
        <a:bodyPr/>
        <a:lstStyle/>
        <a:p>
          <a:endParaRPr lang="en-US"/>
        </a:p>
      </dgm:t>
    </dgm:pt>
    <dgm:pt modelId="{30404B67-5AE6-4159-A321-2F4ADA099AEE}">
      <dgm:prSet phldrT="[Text]"/>
      <dgm:spPr>
        <a:solidFill>
          <a:schemeClr val="bg2"/>
        </a:solidFill>
      </dgm:spPr>
      <dgm:t>
        <a:bodyPr/>
        <a:lstStyle/>
        <a:p>
          <a:r>
            <a:rPr lang="en-US" dirty="0"/>
            <a:t>Tower(3,A,B,c)</a:t>
          </a:r>
        </a:p>
      </dgm:t>
    </dgm:pt>
    <dgm:pt modelId="{4B15CF49-145D-4B9F-9A7F-A5225AB2D694}" type="parTrans" cxnId="{5B8E7805-F391-44AE-9E45-49CBA467DCB6}">
      <dgm:prSet/>
      <dgm:spPr/>
      <dgm:t>
        <a:bodyPr/>
        <a:lstStyle/>
        <a:p>
          <a:endParaRPr lang="en-US"/>
        </a:p>
      </dgm:t>
    </dgm:pt>
    <dgm:pt modelId="{01284CF8-9F79-4969-BC2C-84D71A446C79}" type="sibTrans" cxnId="{5B8E7805-F391-44AE-9E45-49CBA467DCB6}">
      <dgm:prSet/>
      <dgm:spPr/>
      <dgm:t>
        <a:bodyPr/>
        <a:lstStyle/>
        <a:p>
          <a:endParaRPr lang="en-US"/>
        </a:p>
      </dgm:t>
    </dgm:pt>
    <dgm:pt modelId="{076F99C5-EC51-4D7C-85FE-473320E90FC4}">
      <dgm:prSet phldrT="[Text]"/>
      <dgm:spPr>
        <a:solidFill>
          <a:schemeClr val="bg2"/>
        </a:solidFill>
      </dgm:spPr>
      <dgm:t>
        <a:bodyPr/>
        <a:lstStyle/>
        <a:p>
          <a:r>
            <a:rPr lang="en-US" dirty="0"/>
            <a:t>Tower(2,A,C,B)</a:t>
          </a:r>
        </a:p>
      </dgm:t>
    </dgm:pt>
    <dgm:pt modelId="{42D84AE9-7F34-468B-984E-05957B71C85C}" type="parTrans" cxnId="{76A23B89-A132-47CE-9552-85ECD0E47940}">
      <dgm:prSet/>
      <dgm:spPr/>
      <dgm:t>
        <a:bodyPr/>
        <a:lstStyle/>
        <a:p>
          <a:endParaRPr lang="en-US"/>
        </a:p>
      </dgm:t>
    </dgm:pt>
    <dgm:pt modelId="{3D210121-2BFF-4246-A69C-94C6A819A815}" type="sibTrans" cxnId="{76A23B89-A132-47CE-9552-85ECD0E47940}">
      <dgm:prSet/>
      <dgm:spPr/>
      <dgm:t>
        <a:bodyPr/>
        <a:lstStyle/>
        <a:p>
          <a:endParaRPr lang="en-US"/>
        </a:p>
      </dgm:t>
    </dgm:pt>
    <dgm:pt modelId="{8232A536-72BE-49EA-906F-80C6A3DE533F}">
      <dgm:prSet phldrT="[Text]"/>
      <dgm:spPr>
        <a:solidFill>
          <a:schemeClr val="bg2"/>
        </a:solidFill>
      </dgm:spPr>
      <dgm:t>
        <a:bodyPr/>
        <a:lstStyle/>
        <a:p>
          <a:r>
            <a:rPr lang="en-US" dirty="0"/>
            <a:t>Tower(2, B,A,C)</a:t>
          </a:r>
        </a:p>
      </dgm:t>
    </dgm:pt>
    <dgm:pt modelId="{B2C83F62-DA20-47BE-9277-E2ECFE1FB05D}" type="parTrans" cxnId="{E83CEE3C-D760-42AB-9701-57B4777730CE}">
      <dgm:prSet/>
      <dgm:spPr/>
      <dgm:t>
        <a:bodyPr/>
        <a:lstStyle/>
        <a:p>
          <a:endParaRPr lang="en-US"/>
        </a:p>
      </dgm:t>
    </dgm:pt>
    <dgm:pt modelId="{3F3BC588-BAE8-4D3E-BFD5-295F20ED2A89}" type="sibTrans" cxnId="{E83CEE3C-D760-42AB-9701-57B4777730CE}">
      <dgm:prSet/>
      <dgm:spPr/>
      <dgm:t>
        <a:bodyPr/>
        <a:lstStyle/>
        <a:p>
          <a:endParaRPr lang="en-US"/>
        </a:p>
      </dgm:t>
    </dgm:pt>
    <dgm:pt modelId="{7529AA13-22DE-4C3A-9425-E29029A3D1FA}">
      <dgm:prSet phldrT="[Text]"/>
      <dgm:spPr>
        <a:solidFill>
          <a:schemeClr val="bg2"/>
        </a:solidFill>
      </dgm:spPr>
      <dgm:t>
        <a:bodyPr/>
        <a:lstStyle/>
        <a:p>
          <a:r>
            <a:rPr lang="en-US" dirty="0"/>
            <a:t>Tower(1,B,C,A)</a:t>
          </a:r>
        </a:p>
      </dgm:t>
    </dgm:pt>
    <dgm:pt modelId="{99140D21-C0E0-4DC7-87E7-D0B05AEED84E}" type="parTrans" cxnId="{A7D6B29A-16D1-4DD6-B2EE-6A464F8B3904}">
      <dgm:prSet/>
      <dgm:spPr/>
      <dgm:t>
        <a:bodyPr/>
        <a:lstStyle/>
        <a:p>
          <a:endParaRPr lang="en-US"/>
        </a:p>
      </dgm:t>
    </dgm:pt>
    <dgm:pt modelId="{88E45D9F-754F-4AAB-B643-4E48478EE7E5}" type="sibTrans" cxnId="{A7D6B29A-16D1-4DD6-B2EE-6A464F8B3904}">
      <dgm:prSet/>
      <dgm:spPr/>
      <dgm:t>
        <a:bodyPr/>
        <a:lstStyle/>
        <a:p>
          <a:endParaRPr lang="en-US"/>
        </a:p>
      </dgm:t>
    </dgm:pt>
    <dgm:pt modelId="{5BE43449-9F0A-4548-B502-58631C2A5D50}">
      <dgm:prSet phldrT="[Text]"/>
      <dgm:spPr>
        <a:solidFill>
          <a:schemeClr val="bg2"/>
        </a:solidFill>
      </dgm:spPr>
      <dgm:t>
        <a:bodyPr/>
        <a:lstStyle/>
        <a:p>
          <a:r>
            <a:rPr lang="en-US" dirty="0"/>
            <a:t>A</a:t>
          </a:r>
          <a:r>
            <a:rPr lang="en-US" dirty="0">
              <a:sym typeface="Wingdings" pitchFamily="2" charset="2"/>
            </a:rPr>
            <a:t> C (4)</a:t>
          </a:r>
          <a:endParaRPr lang="en-US" dirty="0"/>
        </a:p>
      </dgm:t>
    </dgm:pt>
    <dgm:pt modelId="{50CB147C-A8B1-4B1D-BB2E-3E152766772E}" type="parTrans" cxnId="{EAD66264-403D-4FB1-8EE2-D5905C36C4D2}">
      <dgm:prSet/>
      <dgm:spPr/>
      <dgm:t>
        <a:bodyPr/>
        <a:lstStyle/>
        <a:p>
          <a:endParaRPr lang="en-US"/>
        </a:p>
      </dgm:t>
    </dgm:pt>
    <dgm:pt modelId="{2E05EBE1-CC2C-4A9E-8C6E-BCB14B88E252}" type="sibTrans" cxnId="{EAD66264-403D-4FB1-8EE2-D5905C36C4D2}">
      <dgm:prSet/>
      <dgm:spPr/>
      <dgm:t>
        <a:bodyPr/>
        <a:lstStyle/>
        <a:p>
          <a:endParaRPr lang="en-US"/>
        </a:p>
      </dgm:t>
    </dgm:pt>
    <dgm:pt modelId="{7CEE0BE5-8FEE-4E91-B8FC-7F07740758E9}">
      <dgm:prSet phldrT="[Text]"/>
      <dgm:spPr>
        <a:solidFill>
          <a:schemeClr val="bg2"/>
        </a:solidFill>
      </dgm:spPr>
      <dgm:t>
        <a:bodyPr/>
        <a:lstStyle/>
        <a:p>
          <a:r>
            <a:rPr lang="en-US" dirty="0"/>
            <a:t>Tower(1,A,B,C)</a:t>
          </a:r>
        </a:p>
      </dgm:t>
    </dgm:pt>
    <dgm:pt modelId="{5160F4A5-38CE-4B6E-8A95-383D96ED4EDC}" type="parTrans" cxnId="{1B325D72-3A97-46E9-BE95-812BA82ECEA4}">
      <dgm:prSet/>
      <dgm:spPr/>
      <dgm:t>
        <a:bodyPr/>
        <a:lstStyle/>
        <a:p>
          <a:endParaRPr lang="en-US"/>
        </a:p>
      </dgm:t>
    </dgm:pt>
    <dgm:pt modelId="{92C45F39-1D90-433C-8B28-D747D160443B}" type="sibTrans" cxnId="{1B325D72-3A97-46E9-BE95-812BA82ECEA4}">
      <dgm:prSet/>
      <dgm:spPr/>
      <dgm:t>
        <a:bodyPr/>
        <a:lstStyle/>
        <a:p>
          <a:endParaRPr lang="en-US"/>
        </a:p>
      </dgm:t>
    </dgm:pt>
    <dgm:pt modelId="{1DEC6DFD-D1F6-4179-A03D-E281454A6D46}">
      <dgm:prSet phldrT="[Text]"/>
      <dgm:spPr>
        <a:solidFill>
          <a:schemeClr val="bg2"/>
        </a:solidFill>
      </dgm:spPr>
      <dgm:t>
        <a:bodyPr/>
        <a:lstStyle/>
        <a:p>
          <a:r>
            <a:rPr lang="en-US" dirty="0"/>
            <a:t>A</a:t>
          </a:r>
          <a:r>
            <a:rPr lang="en-US" dirty="0">
              <a:sym typeface="Wingdings" pitchFamily="2" charset="2"/>
            </a:rPr>
            <a:t> B (2)</a:t>
          </a:r>
          <a:endParaRPr lang="en-US" dirty="0"/>
        </a:p>
      </dgm:t>
    </dgm:pt>
    <dgm:pt modelId="{56FF3518-FDB9-4211-A649-FF42510B4D71}" type="parTrans" cxnId="{7C6FFCB3-EDC1-4D5F-AD45-C2C3B4D7D54D}">
      <dgm:prSet/>
      <dgm:spPr/>
      <dgm:t>
        <a:bodyPr/>
        <a:lstStyle/>
        <a:p>
          <a:endParaRPr lang="en-US"/>
        </a:p>
      </dgm:t>
    </dgm:pt>
    <dgm:pt modelId="{BCC8D55A-F90C-4226-A592-913B182CB7CC}" type="sibTrans" cxnId="{7C6FFCB3-EDC1-4D5F-AD45-C2C3B4D7D54D}">
      <dgm:prSet/>
      <dgm:spPr/>
      <dgm:t>
        <a:bodyPr/>
        <a:lstStyle/>
        <a:p>
          <a:endParaRPr lang="en-US"/>
        </a:p>
      </dgm:t>
    </dgm:pt>
    <dgm:pt modelId="{FD15315E-868B-4C6E-8907-79F2B2B8D69C}">
      <dgm:prSet phldrT="[Text]"/>
      <dgm:spPr>
        <a:solidFill>
          <a:schemeClr val="bg2"/>
        </a:solidFill>
      </dgm:spPr>
      <dgm:t>
        <a:bodyPr/>
        <a:lstStyle/>
        <a:p>
          <a:r>
            <a:rPr lang="en-US" dirty="0"/>
            <a:t>Tower(1,C,A,B)</a:t>
          </a:r>
        </a:p>
      </dgm:t>
    </dgm:pt>
    <dgm:pt modelId="{0AF9A67A-5AF4-40EE-96C0-673C94EA1C4C}" type="parTrans" cxnId="{2977A29A-6CA1-444E-93C7-87A4E57D96C3}">
      <dgm:prSet/>
      <dgm:spPr/>
      <dgm:t>
        <a:bodyPr/>
        <a:lstStyle/>
        <a:p>
          <a:endParaRPr lang="en-US"/>
        </a:p>
      </dgm:t>
    </dgm:pt>
    <dgm:pt modelId="{FD6D5930-6433-4808-9FFC-CD9C530903B8}" type="sibTrans" cxnId="{2977A29A-6CA1-444E-93C7-87A4E57D96C3}">
      <dgm:prSet/>
      <dgm:spPr/>
      <dgm:t>
        <a:bodyPr/>
        <a:lstStyle/>
        <a:p>
          <a:endParaRPr lang="en-US"/>
        </a:p>
      </dgm:t>
    </dgm:pt>
    <dgm:pt modelId="{9F36800A-FC50-43B6-85C2-C7C6EAE8AF77}">
      <dgm:prSet phldrT="[Text]"/>
      <dgm:spPr>
        <a:solidFill>
          <a:schemeClr val="bg2"/>
        </a:solidFill>
      </dgm:spPr>
      <dgm:t>
        <a:bodyPr/>
        <a:lstStyle/>
        <a:p>
          <a:r>
            <a:rPr lang="en-US" dirty="0"/>
            <a:t>B</a:t>
          </a:r>
          <a:r>
            <a:rPr lang="en-US" dirty="0">
              <a:sym typeface="Wingdings" pitchFamily="2" charset="2"/>
            </a:rPr>
            <a:t> C (6)</a:t>
          </a:r>
          <a:endParaRPr lang="en-US" dirty="0"/>
        </a:p>
      </dgm:t>
    </dgm:pt>
    <dgm:pt modelId="{DD3B0F29-0262-43C4-B981-07DA345F0D27}" type="parTrans" cxnId="{AA2181F5-22C1-43DD-AF6C-6534AA865B7B}">
      <dgm:prSet/>
      <dgm:spPr/>
      <dgm:t>
        <a:bodyPr/>
        <a:lstStyle/>
        <a:p>
          <a:endParaRPr lang="en-US"/>
        </a:p>
      </dgm:t>
    </dgm:pt>
    <dgm:pt modelId="{BC8AF6E1-F6DE-47EF-9884-3D421055D5F9}" type="sibTrans" cxnId="{AA2181F5-22C1-43DD-AF6C-6534AA865B7B}">
      <dgm:prSet/>
      <dgm:spPr/>
      <dgm:t>
        <a:bodyPr/>
        <a:lstStyle/>
        <a:p>
          <a:endParaRPr lang="en-US"/>
        </a:p>
      </dgm:t>
    </dgm:pt>
    <dgm:pt modelId="{C1337D5A-9F40-4C61-A014-9BA4ED76C5BC}">
      <dgm:prSet phldrT="[Text]"/>
      <dgm:spPr>
        <a:solidFill>
          <a:schemeClr val="bg2"/>
        </a:solidFill>
      </dgm:spPr>
      <dgm:t>
        <a:bodyPr/>
        <a:lstStyle/>
        <a:p>
          <a:r>
            <a:rPr lang="en-US" dirty="0"/>
            <a:t>Tower(1,A,B,C)</a:t>
          </a:r>
        </a:p>
      </dgm:t>
    </dgm:pt>
    <dgm:pt modelId="{F75D647B-8584-457C-94FD-5CE1D6AF7B23}" type="parTrans" cxnId="{CF513ECC-38D3-4777-9E6D-F5559AED85CA}">
      <dgm:prSet/>
      <dgm:spPr/>
      <dgm:t>
        <a:bodyPr/>
        <a:lstStyle/>
        <a:p>
          <a:endParaRPr lang="en-US"/>
        </a:p>
      </dgm:t>
    </dgm:pt>
    <dgm:pt modelId="{F7F93A62-4978-4E6E-8DF9-6785AF03C913}" type="sibTrans" cxnId="{CF513ECC-38D3-4777-9E6D-F5559AED85CA}">
      <dgm:prSet/>
      <dgm:spPr/>
      <dgm:t>
        <a:bodyPr/>
        <a:lstStyle/>
        <a:p>
          <a:endParaRPr lang="en-US"/>
        </a:p>
      </dgm:t>
    </dgm:pt>
    <dgm:pt modelId="{1712C11A-AC22-4ADC-977F-3D9B756D8B8C}">
      <dgm:prSet phldrT="[Text]"/>
      <dgm:spPr>
        <a:solidFill>
          <a:schemeClr val="bg2"/>
        </a:solidFill>
      </dgm:spPr>
      <dgm:t>
        <a:bodyPr/>
        <a:lstStyle/>
        <a:p>
          <a:r>
            <a:rPr lang="en-US" dirty="0"/>
            <a:t>A</a:t>
          </a:r>
          <a:r>
            <a:rPr lang="en-US" dirty="0">
              <a:sym typeface="Wingdings" pitchFamily="2" charset="2"/>
            </a:rPr>
            <a:t> C </a:t>
          </a:r>
          <a:r>
            <a:rPr lang="en-US" dirty="0">
              <a:solidFill>
                <a:schemeClr val="accent3">
                  <a:lumMod val="50000"/>
                </a:schemeClr>
              </a:solidFill>
              <a:sym typeface="Wingdings" pitchFamily="2" charset="2"/>
            </a:rPr>
            <a:t>(1)</a:t>
          </a:r>
          <a:endParaRPr lang="en-US" dirty="0">
            <a:solidFill>
              <a:schemeClr val="accent3">
                <a:lumMod val="50000"/>
              </a:schemeClr>
            </a:solidFill>
          </a:endParaRPr>
        </a:p>
      </dgm:t>
    </dgm:pt>
    <dgm:pt modelId="{EC0C5E62-72FC-4A84-A59C-32E0E2F7B9A4}" type="parTrans" cxnId="{D1EE4915-8D59-4F62-9FB8-58B661A5D2DE}">
      <dgm:prSet/>
      <dgm:spPr/>
      <dgm:t>
        <a:bodyPr/>
        <a:lstStyle/>
        <a:p>
          <a:endParaRPr lang="en-US"/>
        </a:p>
      </dgm:t>
    </dgm:pt>
    <dgm:pt modelId="{1A7EEBCF-CA11-4F4B-8C3F-F22A583B6E5C}" type="sibTrans" cxnId="{D1EE4915-8D59-4F62-9FB8-58B661A5D2DE}">
      <dgm:prSet/>
      <dgm:spPr/>
      <dgm:t>
        <a:bodyPr/>
        <a:lstStyle/>
        <a:p>
          <a:endParaRPr lang="en-US"/>
        </a:p>
      </dgm:t>
    </dgm:pt>
    <dgm:pt modelId="{435D3569-224A-47AB-B785-57EB18B65F90}">
      <dgm:prSet phldrT="[Text]"/>
      <dgm:spPr>
        <a:solidFill>
          <a:schemeClr val="bg2"/>
        </a:solidFill>
      </dgm:spPr>
      <dgm:t>
        <a:bodyPr/>
        <a:lstStyle/>
        <a:p>
          <a:r>
            <a:rPr lang="en-US" dirty="0"/>
            <a:t>C</a:t>
          </a:r>
          <a:r>
            <a:rPr lang="en-US" dirty="0">
              <a:sym typeface="Wingdings" pitchFamily="2" charset="2"/>
            </a:rPr>
            <a:t> B (3)</a:t>
          </a:r>
          <a:endParaRPr lang="en-US" dirty="0"/>
        </a:p>
      </dgm:t>
    </dgm:pt>
    <dgm:pt modelId="{EF478507-13D9-43CE-AA96-70FC253D42BC}" type="parTrans" cxnId="{CE768917-B93E-4F81-92A5-7868B81737A8}">
      <dgm:prSet/>
      <dgm:spPr/>
      <dgm:t>
        <a:bodyPr/>
        <a:lstStyle/>
        <a:p>
          <a:endParaRPr lang="en-US"/>
        </a:p>
      </dgm:t>
    </dgm:pt>
    <dgm:pt modelId="{CF5407F2-595A-4580-B43C-3246EE9E2609}" type="sibTrans" cxnId="{CE768917-B93E-4F81-92A5-7868B81737A8}">
      <dgm:prSet/>
      <dgm:spPr/>
      <dgm:t>
        <a:bodyPr/>
        <a:lstStyle/>
        <a:p>
          <a:endParaRPr lang="en-US"/>
        </a:p>
      </dgm:t>
    </dgm:pt>
    <dgm:pt modelId="{6CBEA913-CB05-4F1B-976C-AB9CECF78C27}">
      <dgm:prSet phldrT="[Text]"/>
      <dgm:spPr>
        <a:solidFill>
          <a:schemeClr val="bg2"/>
        </a:solidFill>
      </dgm:spPr>
      <dgm:t>
        <a:bodyPr/>
        <a:lstStyle/>
        <a:p>
          <a:r>
            <a:rPr lang="en-US" dirty="0"/>
            <a:t>B</a:t>
          </a:r>
          <a:r>
            <a:rPr lang="en-US" dirty="0">
              <a:sym typeface="Wingdings" pitchFamily="2" charset="2"/>
            </a:rPr>
            <a:t> A (5)</a:t>
          </a:r>
          <a:endParaRPr lang="en-US" dirty="0"/>
        </a:p>
      </dgm:t>
    </dgm:pt>
    <dgm:pt modelId="{7C5B1179-1798-4334-B469-D62237F72454}" type="parTrans" cxnId="{56D83FFD-B6A7-4786-AAEC-A374CF0D88CF}">
      <dgm:prSet/>
      <dgm:spPr/>
      <dgm:t>
        <a:bodyPr/>
        <a:lstStyle/>
        <a:p>
          <a:endParaRPr lang="en-US"/>
        </a:p>
      </dgm:t>
    </dgm:pt>
    <dgm:pt modelId="{2E3F95A4-6CF1-48A8-9937-C40464ED887A}" type="sibTrans" cxnId="{56D83FFD-B6A7-4786-AAEC-A374CF0D88CF}">
      <dgm:prSet/>
      <dgm:spPr/>
      <dgm:t>
        <a:bodyPr/>
        <a:lstStyle/>
        <a:p>
          <a:endParaRPr lang="en-US"/>
        </a:p>
      </dgm:t>
    </dgm:pt>
    <dgm:pt modelId="{9209ACBD-0248-43B3-8B4C-8B68DC1E4F20}">
      <dgm:prSet phldrT="[Text]"/>
      <dgm:spPr>
        <a:solidFill>
          <a:schemeClr val="bg2"/>
        </a:solidFill>
      </dgm:spPr>
      <dgm:t>
        <a:bodyPr/>
        <a:lstStyle/>
        <a:p>
          <a:r>
            <a:rPr lang="en-US" dirty="0"/>
            <a:t>A</a:t>
          </a:r>
          <a:r>
            <a:rPr lang="en-US" dirty="0">
              <a:sym typeface="Wingdings" pitchFamily="2" charset="2"/>
            </a:rPr>
            <a:t> C (7)</a:t>
          </a:r>
          <a:endParaRPr lang="en-US" dirty="0"/>
        </a:p>
      </dgm:t>
    </dgm:pt>
    <dgm:pt modelId="{F31C394B-60E0-477D-9CC9-A0B768664FFD}" type="parTrans" cxnId="{F66B7AD9-3687-47AD-9521-05F9389A337C}">
      <dgm:prSet/>
      <dgm:spPr/>
      <dgm:t>
        <a:bodyPr/>
        <a:lstStyle/>
        <a:p>
          <a:endParaRPr lang="en-US"/>
        </a:p>
      </dgm:t>
    </dgm:pt>
    <dgm:pt modelId="{2884A9E1-1951-43EF-B086-D646F46E3899}" type="sibTrans" cxnId="{F66B7AD9-3687-47AD-9521-05F9389A337C}">
      <dgm:prSet/>
      <dgm:spPr/>
      <dgm:t>
        <a:bodyPr/>
        <a:lstStyle/>
        <a:p>
          <a:endParaRPr lang="en-US"/>
        </a:p>
      </dgm:t>
    </dgm:pt>
    <dgm:pt modelId="{BCE5DD7F-F3C5-4E9A-AF96-2496E638C42C}" type="pres">
      <dgm:prSet presAssocID="{4FF7C2D7-042F-43B6-8C2C-B6DBF01FD214}" presName="diagram" presStyleCnt="0">
        <dgm:presLayoutVars>
          <dgm:chPref val="1"/>
          <dgm:dir/>
          <dgm:animOne val="branch"/>
          <dgm:animLvl val="lvl"/>
          <dgm:resizeHandles val="exact"/>
        </dgm:presLayoutVars>
      </dgm:prSet>
      <dgm:spPr/>
    </dgm:pt>
    <dgm:pt modelId="{AC8A27F4-59FA-4D15-9026-76643444690A}" type="pres">
      <dgm:prSet presAssocID="{30404B67-5AE6-4159-A321-2F4ADA099AEE}" presName="root1" presStyleCnt="0"/>
      <dgm:spPr/>
    </dgm:pt>
    <dgm:pt modelId="{A7FED8D5-830E-4B46-9606-DCBC7F654EF8}" type="pres">
      <dgm:prSet presAssocID="{30404B67-5AE6-4159-A321-2F4ADA099AEE}" presName="LevelOneTextNode" presStyleLbl="node0" presStyleIdx="0" presStyleCnt="1">
        <dgm:presLayoutVars>
          <dgm:chPref val="3"/>
        </dgm:presLayoutVars>
      </dgm:prSet>
      <dgm:spPr/>
    </dgm:pt>
    <dgm:pt modelId="{73EA9D56-A8F3-4A0C-A630-27AFAB01D1D6}" type="pres">
      <dgm:prSet presAssocID="{30404B67-5AE6-4159-A321-2F4ADA099AEE}" presName="level2hierChild" presStyleCnt="0"/>
      <dgm:spPr/>
    </dgm:pt>
    <dgm:pt modelId="{47241DBF-8017-46A0-A761-9695EB05CE0B}" type="pres">
      <dgm:prSet presAssocID="{42D84AE9-7F34-468B-984E-05957B71C85C}" presName="conn2-1" presStyleLbl="parChTrans1D2" presStyleIdx="0" presStyleCnt="3"/>
      <dgm:spPr/>
    </dgm:pt>
    <dgm:pt modelId="{FB8A5DD9-657C-424A-9E69-C70E601A4DA1}" type="pres">
      <dgm:prSet presAssocID="{42D84AE9-7F34-468B-984E-05957B71C85C}" presName="connTx" presStyleLbl="parChTrans1D2" presStyleIdx="0" presStyleCnt="3"/>
      <dgm:spPr/>
    </dgm:pt>
    <dgm:pt modelId="{FA2E791E-43E5-4780-9D5A-8B4497C20AFC}" type="pres">
      <dgm:prSet presAssocID="{076F99C5-EC51-4D7C-85FE-473320E90FC4}" presName="root2" presStyleCnt="0"/>
      <dgm:spPr/>
    </dgm:pt>
    <dgm:pt modelId="{DFE2F91A-8BF8-45EE-9AC7-DE023F43C218}" type="pres">
      <dgm:prSet presAssocID="{076F99C5-EC51-4D7C-85FE-473320E90FC4}" presName="LevelTwoTextNode" presStyleLbl="node2" presStyleIdx="0" presStyleCnt="3" custLinFactNeighborX="3174" custLinFactNeighborY="-64032">
        <dgm:presLayoutVars>
          <dgm:chPref val="3"/>
        </dgm:presLayoutVars>
      </dgm:prSet>
      <dgm:spPr/>
    </dgm:pt>
    <dgm:pt modelId="{EB5CAFB6-1E6D-4661-B1D1-F0403C9E0877}" type="pres">
      <dgm:prSet presAssocID="{076F99C5-EC51-4D7C-85FE-473320E90FC4}" presName="level3hierChild" presStyleCnt="0"/>
      <dgm:spPr/>
    </dgm:pt>
    <dgm:pt modelId="{B866446D-DF89-4819-B9BD-0419E62F0AF9}" type="pres">
      <dgm:prSet presAssocID="{5160F4A5-38CE-4B6E-8A95-383D96ED4EDC}" presName="conn2-1" presStyleLbl="parChTrans1D3" presStyleIdx="0" presStyleCnt="6"/>
      <dgm:spPr/>
    </dgm:pt>
    <dgm:pt modelId="{90B8AE6B-AEB5-4D9B-BAF6-3FE164A1DD37}" type="pres">
      <dgm:prSet presAssocID="{5160F4A5-38CE-4B6E-8A95-383D96ED4EDC}" presName="connTx" presStyleLbl="parChTrans1D3" presStyleIdx="0" presStyleCnt="6"/>
      <dgm:spPr/>
    </dgm:pt>
    <dgm:pt modelId="{1F0709D7-2A53-4773-89E6-3AC678211FB9}" type="pres">
      <dgm:prSet presAssocID="{7CEE0BE5-8FEE-4E91-B8FC-7F07740758E9}" presName="root2" presStyleCnt="0"/>
      <dgm:spPr/>
    </dgm:pt>
    <dgm:pt modelId="{E6BE78DD-79B6-4A58-A9A6-BFC5049C5B3E}" type="pres">
      <dgm:prSet presAssocID="{7CEE0BE5-8FEE-4E91-B8FC-7F07740758E9}" presName="LevelTwoTextNode" presStyleLbl="node3" presStyleIdx="0" presStyleCnt="6" custLinFactNeighborX="-14690" custLinFactNeighborY="-76449">
        <dgm:presLayoutVars>
          <dgm:chPref val="3"/>
        </dgm:presLayoutVars>
      </dgm:prSet>
      <dgm:spPr/>
    </dgm:pt>
    <dgm:pt modelId="{FBD7D6FE-071E-4669-B84F-2E0861F30EE0}" type="pres">
      <dgm:prSet presAssocID="{7CEE0BE5-8FEE-4E91-B8FC-7F07740758E9}" presName="level3hierChild" presStyleCnt="0"/>
      <dgm:spPr/>
    </dgm:pt>
    <dgm:pt modelId="{BE0575F9-74B0-499E-ADFB-64B7A8E40EC7}" type="pres">
      <dgm:prSet presAssocID="{EC0C5E62-72FC-4A84-A59C-32E0E2F7B9A4}" presName="conn2-1" presStyleLbl="parChTrans1D4" presStyleIdx="0" presStyleCnt="4"/>
      <dgm:spPr/>
    </dgm:pt>
    <dgm:pt modelId="{A7373CC8-7F7E-4A05-8916-2FDDAB153E79}" type="pres">
      <dgm:prSet presAssocID="{EC0C5E62-72FC-4A84-A59C-32E0E2F7B9A4}" presName="connTx" presStyleLbl="parChTrans1D4" presStyleIdx="0" presStyleCnt="4"/>
      <dgm:spPr/>
    </dgm:pt>
    <dgm:pt modelId="{F2B00CFF-9C60-4300-89E5-CF991870ECCB}" type="pres">
      <dgm:prSet presAssocID="{1712C11A-AC22-4ADC-977F-3D9B756D8B8C}" presName="root2" presStyleCnt="0"/>
      <dgm:spPr/>
    </dgm:pt>
    <dgm:pt modelId="{5F843B11-A8FB-4DE6-B4FB-3A6B1FA82EFA}" type="pres">
      <dgm:prSet presAssocID="{1712C11A-AC22-4ADC-977F-3D9B756D8B8C}" presName="LevelTwoTextNode" presStyleLbl="node4" presStyleIdx="0" presStyleCnt="4" custLinFactNeighborX="-6014" custLinFactNeighborY="-44590">
        <dgm:presLayoutVars>
          <dgm:chPref val="3"/>
        </dgm:presLayoutVars>
      </dgm:prSet>
      <dgm:spPr/>
    </dgm:pt>
    <dgm:pt modelId="{4D3E46FA-48B7-4231-9362-F3F57177E36A}" type="pres">
      <dgm:prSet presAssocID="{1712C11A-AC22-4ADC-977F-3D9B756D8B8C}" presName="level3hierChild" presStyleCnt="0"/>
      <dgm:spPr/>
    </dgm:pt>
    <dgm:pt modelId="{22E66AFA-C247-496C-A655-D5E3E7390045}" type="pres">
      <dgm:prSet presAssocID="{56FF3518-FDB9-4211-A649-FF42510B4D71}" presName="conn2-1" presStyleLbl="parChTrans1D3" presStyleIdx="1" presStyleCnt="6"/>
      <dgm:spPr/>
    </dgm:pt>
    <dgm:pt modelId="{9C092A40-75A7-4A6A-A1A6-93CE95DCCE9B}" type="pres">
      <dgm:prSet presAssocID="{56FF3518-FDB9-4211-A649-FF42510B4D71}" presName="connTx" presStyleLbl="parChTrans1D3" presStyleIdx="1" presStyleCnt="6"/>
      <dgm:spPr/>
    </dgm:pt>
    <dgm:pt modelId="{1244D302-77B9-4088-89E5-D9CEE2562CB0}" type="pres">
      <dgm:prSet presAssocID="{1DEC6DFD-D1F6-4179-A03D-E281454A6D46}" presName="root2" presStyleCnt="0"/>
      <dgm:spPr/>
    </dgm:pt>
    <dgm:pt modelId="{8589DB89-D02C-4CA4-8633-D99ECA085B99}" type="pres">
      <dgm:prSet presAssocID="{1DEC6DFD-D1F6-4179-A03D-E281454A6D46}" presName="LevelTwoTextNode" presStyleLbl="node3" presStyleIdx="1" presStyleCnt="6" custLinFactNeighborX="-7833" custLinFactNeighborY="-20630">
        <dgm:presLayoutVars>
          <dgm:chPref val="3"/>
        </dgm:presLayoutVars>
      </dgm:prSet>
      <dgm:spPr/>
    </dgm:pt>
    <dgm:pt modelId="{8D5CAD20-7644-4515-BA87-CB04F247E0FF}" type="pres">
      <dgm:prSet presAssocID="{1DEC6DFD-D1F6-4179-A03D-E281454A6D46}" presName="level3hierChild" presStyleCnt="0"/>
      <dgm:spPr/>
    </dgm:pt>
    <dgm:pt modelId="{9F35C9AD-2F5A-46C4-9E38-2F42634E65D7}" type="pres">
      <dgm:prSet presAssocID="{0AF9A67A-5AF4-40EE-96C0-673C94EA1C4C}" presName="conn2-1" presStyleLbl="parChTrans1D3" presStyleIdx="2" presStyleCnt="6"/>
      <dgm:spPr/>
    </dgm:pt>
    <dgm:pt modelId="{E330CF16-935D-42E7-95CB-B41679FF4B29}" type="pres">
      <dgm:prSet presAssocID="{0AF9A67A-5AF4-40EE-96C0-673C94EA1C4C}" presName="connTx" presStyleLbl="parChTrans1D3" presStyleIdx="2" presStyleCnt="6"/>
      <dgm:spPr/>
    </dgm:pt>
    <dgm:pt modelId="{4F0C620C-E2BA-4E48-BA18-626675CA6717}" type="pres">
      <dgm:prSet presAssocID="{FD15315E-868B-4C6E-8907-79F2B2B8D69C}" presName="root2" presStyleCnt="0"/>
      <dgm:spPr/>
    </dgm:pt>
    <dgm:pt modelId="{896E3ED6-73A1-49A0-A643-430178936027}" type="pres">
      <dgm:prSet presAssocID="{FD15315E-868B-4C6E-8907-79F2B2B8D69C}" presName="LevelTwoTextNode" presStyleLbl="node3" presStyleIdx="2" presStyleCnt="6" custLinFactNeighborX="-2967" custLinFactNeighborY="-28564">
        <dgm:presLayoutVars>
          <dgm:chPref val="3"/>
        </dgm:presLayoutVars>
      </dgm:prSet>
      <dgm:spPr/>
    </dgm:pt>
    <dgm:pt modelId="{93568D1E-6BA1-4CA3-B7B4-3E3F7D66403B}" type="pres">
      <dgm:prSet presAssocID="{FD15315E-868B-4C6E-8907-79F2B2B8D69C}" presName="level3hierChild" presStyleCnt="0"/>
      <dgm:spPr/>
    </dgm:pt>
    <dgm:pt modelId="{7214ABCC-07BF-4E5E-A3B4-BA1D1F3D3D58}" type="pres">
      <dgm:prSet presAssocID="{EF478507-13D9-43CE-AA96-70FC253D42BC}" presName="conn2-1" presStyleLbl="parChTrans1D4" presStyleIdx="1" presStyleCnt="4"/>
      <dgm:spPr/>
    </dgm:pt>
    <dgm:pt modelId="{B8BFC475-5C92-4954-A3D2-8CF4375BB304}" type="pres">
      <dgm:prSet presAssocID="{EF478507-13D9-43CE-AA96-70FC253D42BC}" presName="connTx" presStyleLbl="parChTrans1D4" presStyleIdx="1" presStyleCnt="4"/>
      <dgm:spPr/>
    </dgm:pt>
    <dgm:pt modelId="{A0CE0A59-4AF7-459B-89A0-8531EDBECD49}" type="pres">
      <dgm:prSet presAssocID="{435D3569-224A-47AB-B785-57EB18B65F90}" presName="root2" presStyleCnt="0"/>
      <dgm:spPr/>
    </dgm:pt>
    <dgm:pt modelId="{9480ECB4-D975-4DD1-98EC-A1583B763310}" type="pres">
      <dgm:prSet presAssocID="{435D3569-224A-47AB-B785-57EB18B65F90}" presName="LevelTwoTextNode" presStyleLbl="node4" presStyleIdx="1" presStyleCnt="4" custLinFactNeighborX="-6014" custLinFactNeighborY="-62195">
        <dgm:presLayoutVars>
          <dgm:chPref val="3"/>
        </dgm:presLayoutVars>
      </dgm:prSet>
      <dgm:spPr/>
    </dgm:pt>
    <dgm:pt modelId="{949B599A-5ADE-4834-B73D-B3C8AD28E611}" type="pres">
      <dgm:prSet presAssocID="{435D3569-224A-47AB-B785-57EB18B65F90}" presName="level3hierChild" presStyleCnt="0"/>
      <dgm:spPr/>
    </dgm:pt>
    <dgm:pt modelId="{A063E843-22AA-4B79-9DD6-2575D3525714}" type="pres">
      <dgm:prSet presAssocID="{50CB147C-A8B1-4B1D-BB2E-3E152766772E}" presName="conn2-1" presStyleLbl="parChTrans1D2" presStyleIdx="1" presStyleCnt="3"/>
      <dgm:spPr/>
    </dgm:pt>
    <dgm:pt modelId="{CED01405-989D-47C5-85C7-F55F32C876D5}" type="pres">
      <dgm:prSet presAssocID="{50CB147C-A8B1-4B1D-BB2E-3E152766772E}" presName="connTx" presStyleLbl="parChTrans1D2" presStyleIdx="1" presStyleCnt="3"/>
      <dgm:spPr/>
    </dgm:pt>
    <dgm:pt modelId="{48492648-5A9E-4C5F-AD2B-E10E73764C0D}" type="pres">
      <dgm:prSet presAssocID="{5BE43449-9F0A-4548-B502-58631C2A5D50}" presName="root2" presStyleCnt="0"/>
      <dgm:spPr/>
    </dgm:pt>
    <dgm:pt modelId="{EA4AA19F-0BCD-4FF5-8BDD-F4CF3ECCFA8F}" type="pres">
      <dgm:prSet presAssocID="{5BE43449-9F0A-4548-B502-58631C2A5D50}" presName="LevelTwoTextNode" presStyleLbl="node2" presStyleIdx="1" presStyleCnt="3" custLinFactNeighborX="2444" custLinFactNeighborY="44313">
        <dgm:presLayoutVars>
          <dgm:chPref val="3"/>
        </dgm:presLayoutVars>
      </dgm:prSet>
      <dgm:spPr/>
    </dgm:pt>
    <dgm:pt modelId="{3E6072B7-DCB5-4C88-87CA-67F6FF01FA80}" type="pres">
      <dgm:prSet presAssocID="{5BE43449-9F0A-4548-B502-58631C2A5D50}" presName="level3hierChild" presStyleCnt="0"/>
      <dgm:spPr/>
    </dgm:pt>
    <dgm:pt modelId="{B8FB339B-82C1-4952-B80A-01C1C306F872}" type="pres">
      <dgm:prSet presAssocID="{B2C83F62-DA20-47BE-9277-E2ECFE1FB05D}" presName="conn2-1" presStyleLbl="parChTrans1D2" presStyleIdx="2" presStyleCnt="3"/>
      <dgm:spPr/>
    </dgm:pt>
    <dgm:pt modelId="{A0E4D4D1-3A36-4638-A1C0-1099EA7BDFB9}" type="pres">
      <dgm:prSet presAssocID="{B2C83F62-DA20-47BE-9277-E2ECFE1FB05D}" presName="connTx" presStyleLbl="parChTrans1D2" presStyleIdx="2" presStyleCnt="3"/>
      <dgm:spPr/>
    </dgm:pt>
    <dgm:pt modelId="{0DF65CF4-50FE-477E-8FE9-6F71DCF3FB9F}" type="pres">
      <dgm:prSet presAssocID="{8232A536-72BE-49EA-906F-80C6A3DE533F}" presName="root2" presStyleCnt="0"/>
      <dgm:spPr/>
    </dgm:pt>
    <dgm:pt modelId="{5FC1D015-A8A5-4D7D-9AF7-BEAE805EC2DB}" type="pres">
      <dgm:prSet presAssocID="{8232A536-72BE-49EA-906F-80C6A3DE533F}" presName="LevelTwoTextNode" presStyleLbl="node2" presStyleIdx="2" presStyleCnt="3" custLinFactNeighborX="-8966" custLinFactNeighborY="4236">
        <dgm:presLayoutVars>
          <dgm:chPref val="3"/>
        </dgm:presLayoutVars>
      </dgm:prSet>
      <dgm:spPr/>
    </dgm:pt>
    <dgm:pt modelId="{DBA3089F-6F3C-4F98-86F6-1AA2C09AF29E}" type="pres">
      <dgm:prSet presAssocID="{8232A536-72BE-49EA-906F-80C6A3DE533F}" presName="level3hierChild" presStyleCnt="0"/>
      <dgm:spPr/>
    </dgm:pt>
    <dgm:pt modelId="{CA8370CA-0334-43E0-A768-8DCB45BA230D}" type="pres">
      <dgm:prSet presAssocID="{99140D21-C0E0-4DC7-87E7-D0B05AEED84E}" presName="conn2-1" presStyleLbl="parChTrans1D3" presStyleIdx="3" presStyleCnt="6"/>
      <dgm:spPr/>
    </dgm:pt>
    <dgm:pt modelId="{94CD9AB8-8906-416F-9D33-382B2F531593}" type="pres">
      <dgm:prSet presAssocID="{99140D21-C0E0-4DC7-87E7-D0B05AEED84E}" presName="connTx" presStyleLbl="parChTrans1D3" presStyleIdx="3" presStyleCnt="6"/>
      <dgm:spPr/>
    </dgm:pt>
    <dgm:pt modelId="{FFEE3DF0-5332-4554-8CD9-EC9A6BB40ED2}" type="pres">
      <dgm:prSet presAssocID="{7529AA13-22DE-4C3A-9425-E29029A3D1FA}" presName="root2" presStyleCnt="0"/>
      <dgm:spPr/>
    </dgm:pt>
    <dgm:pt modelId="{5CB82C77-2C01-43C8-86EF-CB20CDEF92F1}" type="pres">
      <dgm:prSet presAssocID="{7529AA13-22DE-4C3A-9425-E29029A3D1FA}" presName="LevelTwoTextNode" presStyleLbl="node3" presStyleIdx="3" presStyleCnt="6" custLinFactNeighborX="1260" custLinFactNeighborY="24612">
        <dgm:presLayoutVars>
          <dgm:chPref val="3"/>
        </dgm:presLayoutVars>
      </dgm:prSet>
      <dgm:spPr/>
    </dgm:pt>
    <dgm:pt modelId="{46FAEC04-76D7-4458-B74A-AF6D8678375E}" type="pres">
      <dgm:prSet presAssocID="{7529AA13-22DE-4C3A-9425-E29029A3D1FA}" presName="level3hierChild" presStyleCnt="0"/>
      <dgm:spPr/>
    </dgm:pt>
    <dgm:pt modelId="{62312834-715B-4E77-A9E4-1B991A23F68A}" type="pres">
      <dgm:prSet presAssocID="{7C5B1179-1798-4334-B469-D62237F72454}" presName="conn2-1" presStyleLbl="parChTrans1D4" presStyleIdx="2" presStyleCnt="4"/>
      <dgm:spPr/>
    </dgm:pt>
    <dgm:pt modelId="{D3EA8013-6542-4B65-B997-4A4C69261E8F}" type="pres">
      <dgm:prSet presAssocID="{7C5B1179-1798-4334-B469-D62237F72454}" presName="connTx" presStyleLbl="parChTrans1D4" presStyleIdx="2" presStyleCnt="4"/>
      <dgm:spPr/>
    </dgm:pt>
    <dgm:pt modelId="{DB5FA082-DD08-4B80-BD7E-0C0728B2511A}" type="pres">
      <dgm:prSet presAssocID="{6CBEA913-CB05-4F1B-976C-AB9CECF78C27}" presName="root2" presStyleCnt="0"/>
      <dgm:spPr/>
    </dgm:pt>
    <dgm:pt modelId="{DDBFA279-9591-4C3F-871B-BE2E429337E7}" type="pres">
      <dgm:prSet presAssocID="{6CBEA913-CB05-4F1B-976C-AB9CECF78C27}" presName="LevelTwoTextNode" presStyleLbl="node4" presStyleIdx="2" presStyleCnt="4" custLinFactNeighborX="4766" custLinFactNeighborY="24612">
        <dgm:presLayoutVars>
          <dgm:chPref val="3"/>
        </dgm:presLayoutVars>
      </dgm:prSet>
      <dgm:spPr/>
    </dgm:pt>
    <dgm:pt modelId="{52527ECB-16F7-4048-84B6-8B0FD07FE542}" type="pres">
      <dgm:prSet presAssocID="{6CBEA913-CB05-4F1B-976C-AB9CECF78C27}" presName="level3hierChild" presStyleCnt="0"/>
      <dgm:spPr/>
    </dgm:pt>
    <dgm:pt modelId="{4AE31A91-C371-4F08-B81A-77F8E3444C8E}" type="pres">
      <dgm:prSet presAssocID="{DD3B0F29-0262-43C4-B981-07DA345F0D27}" presName="conn2-1" presStyleLbl="parChTrans1D3" presStyleIdx="4" presStyleCnt="6"/>
      <dgm:spPr/>
    </dgm:pt>
    <dgm:pt modelId="{7B1C05DC-D814-45F8-9183-35C5B268A98F}" type="pres">
      <dgm:prSet presAssocID="{DD3B0F29-0262-43C4-B981-07DA345F0D27}" presName="connTx" presStyleLbl="parChTrans1D3" presStyleIdx="4" presStyleCnt="6"/>
      <dgm:spPr/>
    </dgm:pt>
    <dgm:pt modelId="{50F0A8D2-1EE3-407F-B533-78D5379DB853}" type="pres">
      <dgm:prSet presAssocID="{9F36800A-FC50-43B6-85C2-C7C6EAE8AF77}" presName="root2" presStyleCnt="0"/>
      <dgm:spPr/>
    </dgm:pt>
    <dgm:pt modelId="{6E456684-0B0E-4047-A62E-1F6F1FB12026}" type="pres">
      <dgm:prSet presAssocID="{9F36800A-FC50-43B6-85C2-C7C6EAE8AF77}" presName="LevelTwoTextNode" presStyleLbl="node3" presStyleIdx="4" presStyleCnt="6" custLinFactNeighborX="1260" custLinFactNeighborY="26542">
        <dgm:presLayoutVars>
          <dgm:chPref val="3"/>
        </dgm:presLayoutVars>
      </dgm:prSet>
      <dgm:spPr/>
    </dgm:pt>
    <dgm:pt modelId="{A38EB53B-604F-4552-B2F1-061B0848BE17}" type="pres">
      <dgm:prSet presAssocID="{9F36800A-FC50-43B6-85C2-C7C6EAE8AF77}" presName="level3hierChild" presStyleCnt="0"/>
      <dgm:spPr/>
    </dgm:pt>
    <dgm:pt modelId="{ED269A22-2A97-4302-87CF-23A604F1E7BB}" type="pres">
      <dgm:prSet presAssocID="{F75D647B-8584-457C-94FD-5CE1D6AF7B23}" presName="conn2-1" presStyleLbl="parChTrans1D3" presStyleIdx="5" presStyleCnt="6"/>
      <dgm:spPr/>
    </dgm:pt>
    <dgm:pt modelId="{F0E0FE00-F1DE-419E-8744-9CB023732991}" type="pres">
      <dgm:prSet presAssocID="{F75D647B-8584-457C-94FD-5CE1D6AF7B23}" presName="connTx" presStyleLbl="parChTrans1D3" presStyleIdx="5" presStyleCnt="6"/>
      <dgm:spPr/>
    </dgm:pt>
    <dgm:pt modelId="{DAE039CC-772C-4869-8034-0E8B4C3A31B0}" type="pres">
      <dgm:prSet presAssocID="{C1337D5A-9F40-4C61-A014-9BA4ED76C5BC}" presName="root2" presStyleCnt="0"/>
      <dgm:spPr/>
    </dgm:pt>
    <dgm:pt modelId="{90DEE8C9-1047-4362-BFCB-7FBADC780F62}" type="pres">
      <dgm:prSet presAssocID="{C1337D5A-9F40-4C61-A014-9BA4ED76C5BC}" presName="LevelTwoTextNode" presStyleLbl="node3" presStyleIdx="5" presStyleCnt="6" custLinFactNeighborX="1260" custLinFactNeighborY="60363">
        <dgm:presLayoutVars>
          <dgm:chPref val="3"/>
        </dgm:presLayoutVars>
      </dgm:prSet>
      <dgm:spPr/>
    </dgm:pt>
    <dgm:pt modelId="{68EAA2FC-4985-4239-BC04-49ECF7399A59}" type="pres">
      <dgm:prSet presAssocID="{C1337D5A-9F40-4C61-A014-9BA4ED76C5BC}" presName="level3hierChild" presStyleCnt="0"/>
      <dgm:spPr/>
    </dgm:pt>
    <dgm:pt modelId="{8F24B2AD-1858-4828-8DC6-E36EEA1A354E}" type="pres">
      <dgm:prSet presAssocID="{F31C394B-60E0-477D-9CC9-A0B768664FFD}" presName="conn2-1" presStyleLbl="parChTrans1D4" presStyleIdx="3" presStyleCnt="4"/>
      <dgm:spPr/>
    </dgm:pt>
    <dgm:pt modelId="{4FF54740-9476-4255-BD81-6492FB958B2E}" type="pres">
      <dgm:prSet presAssocID="{F31C394B-60E0-477D-9CC9-A0B768664FFD}" presName="connTx" presStyleLbl="parChTrans1D4" presStyleIdx="3" presStyleCnt="4"/>
      <dgm:spPr/>
    </dgm:pt>
    <dgm:pt modelId="{F7588BBA-0689-4E21-8F43-2CBF9553B1E5}" type="pres">
      <dgm:prSet presAssocID="{9209ACBD-0248-43B3-8B4C-8B68DC1E4F20}" presName="root2" presStyleCnt="0"/>
      <dgm:spPr/>
    </dgm:pt>
    <dgm:pt modelId="{F7154B16-2E10-493A-86B0-3D012D56CA3B}" type="pres">
      <dgm:prSet presAssocID="{9209ACBD-0248-43B3-8B4C-8B68DC1E4F20}" presName="LevelTwoTextNode" presStyleLbl="node4" presStyleIdx="3" presStyleCnt="4" custLinFactNeighborX="4766" custLinFactNeighborY="49733">
        <dgm:presLayoutVars>
          <dgm:chPref val="3"/>
        </dgm:presLayoutVars>
      </dgm:prSet>
      <dgm:spPr/>
    </dgm:pt>
    <dgm:pt modelId="{3361632A-5D4B-496C-99CD-FF01A51EFDD4}" type="pres">
      <dgm:prSet presAssocID="{9209ACBD-0248-43B3-8B4C-8B68DC1E4F20}" presName="level3hierChild" presStyleCnt="0"/>
      <dgm:spPr/>
    </dgm:pt>
  </dgm:ptLst>
  <dgm:cxnLst>
    <dgm:cxn modelId="{1C7D8802-A6AF-4817-B4E3-352B3417564E}" type="presOf" srcId="{42D84AE9-7F34-468B-984E-05957B71C85C}" destId="{47241DBF-8017-46A0-A761-9695EB05CE0B}" srcOrd="0" destOrd="0" presId="urn:microsoft.com/office/officeart/2005/8/layout/hierarchy2"/>
    <dgm:cxn modelId="{5B8E7805-F391-44AE-9E45-49CBA467DCB6}" srcId="{4FF7C2D7-042F-43B6-8C2C-B6DBF01FD214}" destId="{30404B67-5AE6-4159-A321-2F4ADA099AEE}" srcOrd="0" destOrd="0" parTransId="{4B15CF49-145D-4B9F-9A7F-A5225AB2D694}" sibTransId="{01284CF8-9F79-4969-BC2C-84D71A446C79}"/>
    <dgm:cxn modelId="{DC204C0A-0027-41B3-AB12-0CF4B2ED1C6E}" type="presOf" srcId="{5160F4A5-38CE-4B6E-8A95-383D96ED4EDC}" destId="{90B8AE6B-AEB5-4D9B-BAF6-3FE164A1DD37}" srcOrd="1" destOrd="0" presId="urn:microsoft.com/office/officeart/2005/8/layout/hierarchy2"/>
    <dgm:cxn modelId="{21FBF80B-CE7D-4C7B-AD2D-F93CC3055D23}" type="presOf" srcId="{6CBEA913-CB05-4F1B-976C-AB9CECF78C27}" destId="{DDBFA279-9591-4C3F-871B-BE2E429337E7}" srcOrd="0" destOrd="0" presId="urn:microsoft.com/office/officeart/2005/8/layout/hierarchy2"/>
    <dgm:cxn modelId="{7A57060F-FC84-4595-9997-ADF1719CD446}" type="presOf" srcId="{1DEC6DFD-D1F6-4179-A03D-E281454A6D46}" destId="{8589DB89-D02C-4CA4-8633-D99ECA085B99}" srcOrd="0" destOrd="0" presId="urn:microsoft.com/office/officeart/2005/8/layout/hierarchy2"/>
    <dgm:cxn modelId="{D1EE4915-8D59-4F62-9FB8-58B661A5D2DE}" srcId="{7CEE0BE5-8FEE-4E91-B8FC-7F07740758E9}" destId="{1712C11A-AC22-4ADC-977F-3D9B756D8B8C}" srcOrd="0" destOrd="0" parTransId="{EC0C5E62-72FC-4A84-A59C-32E0E2F7B9A4}" sibTransId="{1A7EEBCF-CA11-4F4B-8C3F-F22A583B6E5C}"/>
    <dgm:cxn modelId="{CE768917-B93E-4F81-92A5-7868B81737A8}" srcId="{FD15315E-868B-4C6E-8907-79F2B2B8D69C}" destId="{435D3569-224A-47AB-B785-57EB18B65F90}" srcOrd="0" destOrd="0" parTransId="{EF478507-13D9-43CE-AA96-70FC253D42BC}" sibTransId="{CF5407F2-595A-4580-B43C-3246EE9E2609}"/>
    <dgm:cxn modelId="{F06EA51A-4C33-40AB-ACFE-A7EA529087F0}" type="presOf" srcId="{56FF3518-FDB9-4211-A649-FF42510B4D71}" destId="{22E66AFA-C247-496C-A655-D5E3E7390045}" srcOrd="0" destOrd="0" presId="urn:microsoft.com/office/officeart/2005/8/layout/hierarchy2"/>
    <dgm:cxn modelId="{5D6D7831-C9C3-4B95-BA6B-749C44C04239}" type="presOf" srcId="{0AF9A67A-5AF4-40EE-96C0-673C94EA1C4C}" destId="{9F35C9AD-2F5A-46C4-9E38-2F42634E65D7}" srcOrd="0" destOrd="0" presId="urn:microsoft.com/office/officeart/2005/8/layout/hierarchy2"/>
    <dgm:cxn modelId="{5BEA9B3A-78D3-4BCF-8F86-1A39376EF0F9}" type="presOf" srcId="{5BE43449-9F0A-4548-B502-58631C2A5D50}" destId="{EA4AA19F-0BCD-4FF5-8BDD-F4CF3ECCFA8F}" srcOrd="0" destOrd="0" presId="urn:microsoft.com/office/officeart/2005/8/layout/hierarchy2"/>
    <dgm:cxn modelId="{E83CEE3C-D760-42AB-9701-57B4777730CE}" srcId="{30404B67-5AE6-4159-A321-2F4ADA099AEE}" destId="{8232A536-72BE-49EA-906F-80C6A3DE533F}" srcOrd="2" destOrd="0" parTransId="{B2C83F62-DA20-47BE-9277-E2ECFE1FB05D}" sibTransId="{3F3BC588-BAE8-4D3E-BFD5-295F20ED2A89}"/>
    <dgm:cxn modelId="{B2B0F03F-751C-40D1-B20B-CC5A4B449758}" type="presOf" srcId="{1712C11A-AC22-4ADC-977F-3D9B756D8B8C}" destId="{5F843B11-A8FB-4DE6-B4FB-3A6B1FA82EFA}" srcOrd="0" destOrd="0" presId="urn:microsoft.com/office/officeart/2005/8/layout/hierarchy2"/>
    <dgm:cxn modelId="{3E4BD141-AD1D-4610-B4DD-BD1DBEEC7B63}" type="presOf" srcId="{EF478507-13D9-43CE-AA96-70FC253D42BC}" destId="{B8BFC475-5C92-4954-A3D2-8CF4375BB304}" srcOrd="1" destOrd="0" presId="urn:microsoft.com/office/officeart/2005/8/layout/hierarchy2"/>
    <dgm:cxn modelId="{98911664-8D57-400E-B819-F96815789C54}" type="presOf" srcId="{42D84AE9-7F34-468B-984E-05957B71C85C}" destId="{FB8A5DD9-657C-424A-9E69-C70E601A4DA1}" srcOrd="1" destOrd="0" presId="urn:microsoft.com/office/officeart/2005/8/layout/hierarchy2"/>
    <dgm:cxn modelId="{EAD66264-403D-4FB1-8EE2-D5905C36C4D2}" srcId="{30404B67-5AE6-4159-A321-2F4ADA099AEE}" destId="{5BE43449-9F0A-4548-B502-58631C2A5D50}" srcOrd="1" destOrd="0" parTransId="{50CB147C-A8B1-4B1D-BB2E-3E152766772E}" sibTransId="{2E05EBE1-CC2C-4A9E-8C6E-BCB14B88E252}"/>
    <dgm:cxn modelId="{47795567-8496-440F-9E30-C22EC9461AE5}" type="presOf" srcId="{B2C83F62-DA20-47BE-9277-E2ECFE1FB05D}" destId="{B8FB339B-82C1-4952-B80A-01C1C306F872}" srcOrd="0" destOrd="0" presId="urn:microsoft.com/office/officeart/2005/8/layout/hierarchy2"/>
    <dgm:cxn modelId="{64FDB949-BA69-4F41-84A0-135D6E8A1B78}" type="presOf" srcId="{4FF7C2D7-042F-43B6-8C2C-B6DBF01FD214}" destId="{BCE5DD7F-F3C5-4E9A-AF96-2496E638C42C}" srcOrd="0" destOrd="0" presId="urn:microsoft.com/office/officeart/2005/8/layout/hierarchy2"/>
    <dgm:cxn modelId="{72FF684A-E76D-4240-BEC9-448D637BBFC2}" type="presOf" srcId="{EC0C5E62-72FC-4A84-A59C-32E0E2F7B9A4}" destId="{BE0575F9-74B0-499E-ADFB-64B7A8E40EC7}" srcOrd="0" destOrd="0" presId="urn:microsoft.com/office/officeart/2005/8/layout/hierarchy2"/>
    <dgm:cxn modelId="{0F4D696D-4C9D-4D9B-BBDC-3A60D97B9B18}" type="presOf" srcId="{F31C394B-60E0-477D-9CC9-A0B768664FFD}" destId="{8F24B2AD-1858-4828-8DC6-E36EEA1A354E}" srcOrd="0" destOrd="0" presId="urn:microsoft.com/office/officeart/2005/8/layout/hierarchy2"/>
    <dgm:cxn modelId="{1B325D72-3A97-46E9-BE95-812BA82ECEA4}" srcId="{076F99C5-EC51-4D7C-85FE-473320E90FC4}" destId="{7CEE0BE5-8FEE-4E91-B8FC-7F07740758E9}" srcOrd="0" destOrd="0" parTransId="{5160F4A5-38CE-4B6E-8A95-383D96ED4EDC}" sibTransId="{92C45F39-1D90-433C-8B28-D747D160443B}"/>
    <dgm:cxn modelId="{8EA62577-8B8E-4F0D-ADC6-8C2D6DA3A61F}" type="presOf" srcId="{F75D647B-8584-457C-94FD-5CE1D6AF7B23}" destId="{F0E0FE00-F1DE-419E-8744-9CB023732991}" srcOrd="1" destOrd="0" presId="urn:microsoft.com/office/officeart/2005/8/layout/hierarchy2"/>
    <dgm:cxn modelId="{521A797D-61B5-4E01-936F-EBBAD4DA1B66}" type="presOf" srcId="{7C5B1179-1798-4334-B469-D62237F72454}" destId="{D3EA8013-6542-4B65-B997-4A4C69261E8F}" srcOrd="1" destOrd="0" presId="urn:microsoft.com/office/officeart/2005/8/layout/hierarchy2"/>
    <dgm:cxn modelId="{BA1D1285-60A1-40E4-A4D2-28E4977B83CD}" type="presOf" srcId="{7C5B1179-1798-4334-B469-D62237F72454}" destId="{62312834-715B-4E77-A9E4-1B991A23F68A}" srcOrd="0" destOrd="0" presId="urn:microsoft.com/office/officeart/2005/8/layout/hierarchy2"/>
    <dgm:cxn modelId="{51ECB986-CBE3-4A81-824C-AB206712A2BE}" type="presOf" srcId="{F31C394B-60E0-477D-9CC9-A0B768664FFD}" destId="{4FF54740-9476-4255-BD81-6492FB958B2E}" srcOrd="1" destOrd="0" presId="urn:microsoft.com/office/officeart/2005/8/layout/hierarchy2"/>
    <dgm:cxn modelId="{76A23B89-A132-47CE-9552-85ECD0E47940}" srcId="{30404B67-5AE6-4159-A321-2F4ADA099AEE}" destId="{076F99C5-EC51-4D7C-85FE-473320E90FC4}" srcOrd="0" destOrd="0" parTransId="{42D84AE9-7F34-468B-984E-05957B71C85C}" sibTransId="{3D210121-2BFF-4246-A69C-94C6A819A815}"/>
    <dgm:cxn modelId="{E93B9793-04A6-41EB-8BB2-FE4F7BDCD9FF}" type="presOf" srcId="{7CEE0BE5-8FEE-4E91-B8FC-7F07740758E9}" destId="{E6BE78DD-79B6-4A58-A9A6-BFC5049C5B3E}" srcOrd="0" destOrd="0" presId="urn:microsoft.com/office/officeart/2005/8/layout/hierarchy2"/>
    <dgm:cxn modelId="{2FD9EB93-6452-46A5-BF98-9F18B43D2CB8}" type="presOf" srcId="{50CB147C-A8B1-4B1D-BB2E-3E152766772E}" destId="{A063E843-22AA-4B79-9DD6-2575D3525714}" srcOrd="0" destOrd="0" presId="urn:microsoft.com/office/officeart/2005/8/layout/hierarchy2"/>
    <dgm:cxn modelId="{54C1E999-9BA8-4D4E-9427-484DAC1C50F9}" type="presOf" srcId="{99140D21-C0E0-4DC7-87E7-D0B05AEED84E}" destId="{94CD9AB8-8906-416F-9D33-382B2F531593}" srcOrd="1" destOrd="0" presId="urn:microsoft.com/office/officeart/2005/8/layout/hierarchy2"/>
    <dgm:cxn modelId="{2977A29A-6CA1-444E-93C7-87A4E57D96C3}" srcId="{076F99C5-EC51-4D7C-85FE-473320E90FC4}" destId="{FD15315E-868B-4C6E-8907-79F2B2B8D69C}" srcOrd="2" destOrd="0" parTransId="{0AF9A67A-5AF4-40EE-96C0-673C94EA1C4C}" sibTransId="{FD6D5930-6433-4808-9FFC-CD9C530903B8}"/>
    <dgm:cxn modelId="{A7D6B29A-16D1-4DD6-B2EE-6A464F8B3904}" srcId="{8232A536-72BE-49EA-906F-80C6A3DE533F}" destId="{7529AA13-22DE-4C3A-9425-E29029A3D1FA}" srcOrd="0" destOrd="0" parTransId="{99140D21-C0E0-4DC7-87E7-D0B05AEED84E}" sibTransId="{88E45D9F-754F-4AAB-B643-4E48478EE7E5}"/>
    <dgm:cxn modelId="{02B5689F-D6E7-4348-991E-D04F3DAD42E5}" type="presOf" srcId="{56FF3518-FDB9-4211-A649-FF42510B4D71}" destId="{9C092A40-75A7-4A6A-A1A6-93CE95DCCE9B}" srcOrd="1" destOrd="0" presId="urn:microsoft.com/office/officeart/2005/8/layout/hierarchy2"/>
    <dgm:cxn modelId="{04797DA4-2801-4A98-997B-80F976962EC1}" type="presOf" srcId="{F75D647B-8584-457C-94FD-5CE1D6AF7B23}" destId="{ED269A22-2A97-4302-87CF-23A604F1E7BB}" srcOrd="0" destOrd="0" presId="urn:microsoft.com/office/officeart/2005/8/layout/hierarchy2"/>
    <dgm:cxn modelId="{17094DAA-A328-471F-8A2D-C588B9F157F6}" type="presOf" srcId="{5160F4A5-38CE-4B6E-8A95-383D96ED4EDC}" destId="{B866446D-DF89-4819-B9BD-0419E62F0AF9}" srcOrd="0" destOrd="0" presId="urn:microsoft.com/office/officeart/2005/8/layout/hierarchy2"/>
    <dgm:cxn modelId="{41A04DAB-377F-42DD-8682-FD20B4EE7526}" type="presOf" srcId="{EF478507-13D9-43CE-AA96-70FC253D42BC}" destId="{7214ABCC-07BF-4E5E-A3B4-BA1D1F3D3D58}" srcOrd="0" destOrd="0" presId="urn:microsoft.com/office/officeart/2005/8/layout/hierarchy2"/>
    <dgm:cxn modelId="{7C6FFCB3-EDC1-4D5F-AD45-C2C3B4D7D54D}" srcId="{076F99C5-EC51-4D7C-85FE-473320E90FC4}" destId="{1DEC6DFD-D1F6-4179-A03D-E281454A6D46}" srcOrd="1" destOrd="0" parTransId="{56FF3518-FDB9-4211-A649-FF42510B4D71}" sibTransId="{BCC8D55A-F90C-4226-A592-913B182CB7CC}"/>
    <dgm:cxn modelId="{B88956B6-8DFF-4D9D-A1AA-7E2D09AFBE8A}" type="presOf" srcId="{C1337D5A-9F40-4C61-A014-9BA4ED76C5BC}" destId="{90DEE8C9-1047-4362-BFCB-7FBADC780F62}" srcOrd="0" destOrd="0" presId="urn:microsoft.com/office/officeart/2005/8/layout/hierarchy2"/>
    <dgm:cxn modelId="{A66AB7B9-D612-44B4-AC88-99CA140FA6E9}" type="presOf" srcId="{FD15315E-868B-4C6E-8907-79F2B2B8D69C}" destId="{896E3ED6-73A1-49A0-A643-430178936027}" srcOrd="0" destOrd="0" presId="urn:microsoft.com/office/officeart/2005/8/layout/hierarchy2"/>
    <dgm:cxn modelId="{033115BC-6D02-4653-98D9-6D631DF2CB48}" type="presOf" srcId="{DD3B0F29-0262-43C4-B981-07DA345F0D27}" destId="{7B1C05DC-D814-45F8-9183-35C5B268A98F}" srcOrd="1" destOrd="0" presId="urn:microsoft.com/office/officeart/2005/8/layout/hierarchy2"/>
    <dgm:cxn modelId="{F72A41BC-9B0D-4C61-B719-98EDC6481FA2}" type="presOf" srcId="{0AF9A67A-5AF4-40EE-96C0-673C94EA1C4C}" destId="{E330CF16-935D-42E7-95CB-B41679FF4B29}" srcOrd="1" destOrd="0" presId="urn:microsoft.com/office/officeart/2005/8/layout/hierarchy2"/>
    <dgm:cxn modelId="{357DEFBF-452A-4A7D-8154-E65D1F84221A}" type="presOf" srcId="{EC0C5E62-72FC-4A84-A59C-32E0E2F7B9A4}" destId="{A7373CC8-7F7E-4A05-8916-2FDDAB153E79}" srcOrd="1" destOrd="0" presId="urn:microsoft.com/office/officeart/2005/8/layout/hierarchy2"/>
    <dgm:cxn modelId="{E177C8C2-CEBA-459A-8DF0-B00F5EAA814E}" type="presOf" srcId="{B2C83F62-DA20-47BE-9277-E2ECFE1FB05D}" destId="{A0E4D4D1-3A36-4638-A1C0-1099EA7BDFB9}" srcOrd="1" destOrd="0" presId="urn:microsoft.com/office/officeart/2005/8/layout/hierarchy2"/>
    <dgm:cxn modelId="{7118FDC2-E2E6-49A8-B093-8A05B9714509}" type="presOf" srcId="{30404B67-5AE6-4159-A321-2F4ADA099AEE}" destId="{A7FED8D5-830E-4B46-9606-DCBC7F654EF8}" srcOrd="0" destOrd="0" presId="urn:microsoft.com/office/officeart/2005/8/layout/hierarchy2"/>
    <dgm:cxn modelId="{D62DEBC8-78D2-4C0F-9268-348AD6545C7C}" type="presOf" srcId="{435D3569-224A-47AB-B785-57EB18B65F90}" destId="{9480ECB4-D975-4DD1-98EC-A1583B763310}" srcOrd="0" destOrd="0" presId="urn:microsoft.com/office/officeart/2005/8/layout/hierarchy2"/>
    <dgm:cxn modelId="{6D9574CA-6C70-48C1-A497-6A700A427E26}" type="presOf" srcId="{99140D21-C0E0-4DC7-87E7-D0B05AEED84E}" destId="{CA8370CA-0334-43E0-A768-8DCB45BA230D}" srcOrd="0" destOrd="0" presId="urn:microsoft.com/office/officeart/2005/8/layout/hierarchy2"/>
    <dgm:cxn modelId="{CF513ECC-38D3-4777-9E6D-F5559AED85CA}" srcId="{8232A536-72BE-49EA-906F-80C6A3DE533F}" destId="{C1337D5A-9F40-4C61-A014-9BA4ED76C5BC}" srcOrd="2" destOrd="0" parTransId="{F75D647B-8584-457C-94FD-5CE1D6AF7B23}" sibTransId="{F7F93A62-4978-4E6E-8DF9-6785AF03C913}"/>
    <dgm:cxn modelId="{0ACA9FD4-8DE5-40CD-88BE-8D10D207A630}" type="presOf" srcId="{9F36800A-FC50-43B6-85C2-C7C6EAE8AF77}" destId="{6E456684-0B0E-4047-A62E-1F6F1FB12026}" srcOrd="0" destOrd="0" presId="urn:microsoft.com/office/officeart/2005/8/layout/hierarchy2"/>
    <dgm:cxn modelId="{8865FDD4-A3D3-4EA5-927A-F102F624D83C}" type="presOf" srcId="{50CB147C-A8B1-4B1D-BB2E-3E152766772E}" destId="{CED01405-989D-47C5-85C7-F55F32C876D5}" srcOrd="1" destOrd="0" presId="urn:microsoft.com/office/officeart/2005/8/layout/hierarchy2"/>
    <dgm:cxn modelId="{F66B7AD9-3687-47AD-9521-05F9389A337C}" srcId="{C1337D5A-9F40-4C61-A014-9BA4ED76C5BC}" destId="{9209ACBD-0248-43B3-8B4C-8B68DC1E4F20}" srcOrd="0" destOrd="0" parTransId="{F31C394B-60E0-477D-9CC9-A0B768664FFD}" sibTransId="{2884A9E1-1951-43EF-B086-D646F46E3899}"/>
    <dgm:cxn modelId="{35D2F4E6-71C5-43B3-A87F-C61FF4AB798F}" type="presOf" srcId="{DD3B0F29-0262-43C4-B981-07DA345F0D27}" destId="{4AE31A91-C371-4F08-B81A-77F8E3444C8E}" srcOrd="0" destOrd="0" presId="urn:microsoft.com/office/officeart/2005/8/layout/hierarchy2"/>
    <dgm:cxn modelId="{C78FABEB-5980-42FC-A07C-D03FD68447A4}" type="presOf" srcId="{076F99C5-EC51-4D7C-85FE-473320E90FC4}" destId="{DFE2F91A-8BF8-45EE-9AC7-DE023F43C218}" srcOrd="0" destOrd="0" presId="urn:microsoft.com/office/officeart/2005/8/layout/hierarchy2"/>
    <dgm:cxn modelId="{2710A1EE-ED57-43F3-A30C-7E9550A47CEF}" type="presOf" srcId="{8232A536-72BE-49EA-906F-80C6A3DE533F}" destId="{5FC1D015-A8A5-4D7D-9AF7-BEAE805EC2DB}" srcOrd="0" destOrd="0" presId="urn:microsoft.com/office/officeart/2005/8/layout/hierarchy2"/>
    <dgm:cxn modelId="{AA2181F5-22C1-43DD-AF6C-6534AA865B7B}" srcId="{8232A536-72BE-49EA-906F-80C6A3DE533F}" destId="{9F36800A-FC50-43B6-85C2-C7C6EAE8AF77}" srcOrd="1" destOrd="0" parTransId="{DD3B0F29-0262-43C4-B981-07DA345F0D27}" sibTransId="{BC8AF6E1-F6DE-47EF-9884-3D421055D5F9}"/>
    <dgm:cxn modelId="{91DF77FB-A6BE-4672-AC4F-9B0B6F9E7DF2}" type="presOf" srcId="{7529AA13-22DE-4C3A-9425-E29029A3D1FA}" destId="{5CB82C77-2C01-43C8-86EF-CB20CDEF92F1}" srcOrd="0" destOrd="0" presId="urn:microsoft.com/office/officeart/2005/8/layout/hierarchy2"/>
    <dgm:cxn modelId="{6276F8FC-DDDB-4CE8-8315-E4FECC64F084}" type="presOf" srcId="{9209ACBD-0248-43B3-8B4C-8B68DC1E4F20}" destId="{F7154B16-2E10-493A-86B0-3D012D56CA3B}" srcOrd="0" destOrd="0" presId="urn:microsoft.com/office/officeart/2005/8/layout/hierarchy2"/>
    <dgm:cxn modelId="{56D83FFD-B6A7-4786-AAEC-A374CF0D88CF}" srcId="{7529AA13-22DE-4C3A-9425-E29029A3D1FA}" destId="{6CBEA913-CB05-4F1B-976C-AB9CECF78C27}" srcOrd="0" destOrd="0" parTransId="{7C5B1179-1798-4334-B469-D62237F72454}" sibTransId="{2E3F95A4-6CF1-48A8-9937-C40464ED887A}"/>
    <dgm:cxn modelId="{92D05E70-CC4E-4E4E-9731-6763E6D813D7}" type="presParOf" srcId="{BCE5DD7F-F3C5-4E9A-AF96-2496E638C42C}" destId="{AC8A27F4-59FA-4D15-9026-76643444690A}" srcOrd="0" destOrd="0" presId="urn:microsoft.com/office/officeart/2005/8/layout/hierarchy2"/>
    <dgm:cxn modelId="{D66293E1-4E96-442F-AAB7-B3A7F9171DF3}" type="presParOf" srcId="{AC8A27F4-59FA-4D15-9026-76643444690A}" destId="{A7FED8D5-830E-4B46-9606-DCBC7F654EF8}" srcOrd="0" destOrd="0" presId="urn:microsoft.com/office/officeart/2005/8/layout/hierarchy2"/>
    <dgm:cxn modelId="{C499845B-6E13-46F0-869A-42A1F15325D5}" type="presParOf" srcId="{AC8A27F4-59FA-4D15-9026-76643444690A}" destId="{73EA9D56-A8F3-4A0C-A630-27AFAB01D1D6}" srcOrd="1" destOrd="0" presId="urn:microsoft.com/office/officeart/2005/8/layout/hierarchy2"/>
    <dgm:cxn modelId="{08022BD4-5BFE-4D86-9BF6-4B034A2D1C87}" type="presParOf" srcId="{73EA9D56-A8F3-4A0C-A630-27AFAB01D1D6}" destId="{47241DBF-8017-46A0-A761-9695EB05CE0B}" srcOrd="0" destOrd="0" presId="urn:microsoft.com/office/officeart/2005/8/layout/hierarchy2"/>
    <dgm:cxn modelId="{EFF48D5C-19F2-4FDA-A759-DC00E510C631}" type="presParOf" srcId="{47241DBF-8017-46A0-A761-9695EB05CE0B}" destId="{FB8A5DD9-657C-424A-9E69-C70E601A4DA1}" srcOrd="0" destOrd="0" presId="urn:microsoft.com/office/officeart/2005/8/layout/hierarchy2"/>
    <dgm:cxn modelId="{2E240938-C799-46F4-9168-3AFDF1923B84}" type="presParOf" srcId="{73EA9D56-A8F3-4A0C-A630-27AFAB01D1D6}" destId="{FA2E791E-43E5-4780-9D5A-8B4497C20AFC}" srcOrd="1" destOrd="0" presId="urn:microsoft.com/office/officeart/2005/8/layout/hierarchy2"/>
    <dgm:cxn modelId="{829FAD07-1A3C-499C-A8CB-3F1407B32FB0}" type="presParOf" srcId="{FA2E791E-43E5-4780-9D5A-8B4497C20AFC}" destId="{DFE2F91A-8BF8-45EE-9AC7-DE023F43C218}" srcOrd="0" destOrd="0" presId="urn:microsoft.com/office/officeart/2005/8/layout/hierarchy2"/>
    <dgm:cxn modelId="{AD341256-7619-4799-94BA-98E262C2B7B9}" type="presParOf" srcId="{FA2E791E-43E5-4780-9D5A-8B4497C20AFC}" destId="{EB5CAFB6-1E6D-4661-B1D1-F0403C9E0877}" srcOrd="1" destOrd="0" presId="urn:microsoft.com/office/officeart/2005/8/layout/hierarchy2"/>
    <dgm:cxn modelId="{AA0E4678-11CC-46C0-A6DD-938554CB6370}" type="presParOf" srcId="{EB5CAFB6-1E6D-4661-B1D1-F0403C9E0877}" destId="{B866446D-DF89-4819-B9BD-0419E62F0AF9}" srcOrd="0" destOrd="0" presId="urn:microsoft.com/office/officeart/2005/8/layout/hierarchy2"/>
    <dgm:cxn modelId="{27261FE9-88A0-4FB2-96DC-B4D182800D4E}" type="presParOf" srcId="{B866446D-DF89-4819-B9BD-0419E62F0AF9}" destId="{90B8AE6B-AEB5-4D9B-BAF6-3FE164A1DD37}" srcOrd="0" destOrd="0" presId="urn:microsoft.com/office/officeart/2005/8/layout/hierarchy2"/>
    <dgm:cxn modelId="{C3DA3A78-6527-44EF-885C-3E1861216293}" type="presParOf" srcId="{EB5CAFB6-1E6D-4661-B1D1-F0403C9E0877}" destId="{1F0709D7-2A53-4773-89E6-3AC678211FB9}" srcOrd="1" destOrd="0" presId="urn:microsoft.com/office/officeart/2005/8/layout/hierarchy2"/>
    <dgm:cxn modelId="{C7ADDB40-C261-40B6-856A-2C2C3C986D79}" type="presParOf" srcId="{1F0709D7-2A53-4773-89E6-3AC678211FB9}" destId="{E6BE78DD-79B6-4A58-A9A6-BFC5049C5B3E}" srcOrd="0" destOrd="0" presId="urn:microsoft.com/office/officeart/2005/8/layout/hierarchy2"/>
    <dgm:cxn modelId="{6E7E2C70-30E0-499B-9B09-74C5AE1CFF3C}" type="presParOf" srcId="{1F0709D7-2A53-4773-89E6-3AC678211FB9}" destId="{FBD7D6FE-071E-4669-B84F-2E0861F30EE0}" srcOrd="1" destOrd="0" presId="urn:microsoft.com/office/officeart/2005/8/layout/hierarchy2"/>
    <dgm:cxn modelId="{A7D1656C-07EC-4AB8-9DEE-4B3784F37412}" type="presParOf" srcId="{FBD7D6FE-071E-4669-B84F-2E0861F30EE0}" destId="{BE0575F9-74B0-499E-ADFB-64B7A8E40EC7}" srcOrd="0" destOrd="0" presId="urn:microsoft.com/office/officeart/2005/8/layout/hierarchy2"/>
    <dgm:cxn modelId="{E6F4BA6F-CC1B-4848-B983-434C552D54AF}" type="presParOf" srcId="{BE0575F9-74B0-499E-ADFB-64B7A8E40EC7}" destId="{A7373CC8-7F7E-4A05-8916-2FDDAB153E79}" srcOrd="0" destOrd="0" presId="urn:microsoft.com/office/officeart/2005/8/layout/hierarchy2"/>
    <dgm:cxn modelId="{A1846226-F0BF-4CD0-AF8F-42DF1D7D9B0B}" type="presParOf" srcId="{FBD7D6FE-071E-4669-B84F-2E0861F30EE0}" destId="{F2B00CFF-9C60-4300-89E5-CF991870ECCB}" srcOrd="1" destOrd="0" presId="urn:microsoft.com/office/officeart/2005/8/layout/hierarchy2"/>
    <dgm:cxn modelId="{D81BBF7B-AF7F-4A6D-8F43-5E9BDCA1D066}" type="presParOf" srcId="{F2B00CFF-9C60-4300-89E5-CF991870ECCB}" destId="{5F843B11-A8FB-4DE6-B4FB-3A6B1FA82EFA}" srcOrd="0" destOrd="0" presId="urn:microsoft.com/office/officeart/2005/8/layout/hierarchy2"/>
    <dgm:cxn modelId="{E045AFF0-965B-42C3-8025-C2E9A6462F56}" type="presParOf" srcId="{F2B00CFF-9C60-4300-89E5-CF991870ECCB}" destId="{4D3E46FA-48B7-4231-9362-F3F57177E36A}" srcOrd="1" destOrd="0" presId="urn:microsoft.com/office/officeart/2005/8/layout/hierarchy2"/>
    <dgm:cxn modelId="{B7B2DFFE-6AA3-497C-9287-01149A3FAA8C}" type="presParOf" srcId="{EB5CAFB6-1E6D-4661-B1D1-F0403C9E0877}" destId="{22E66AFA-C247-496C-A655-D5E3E7390045}" srcOrd="2" destOrd="0" presId="urn:microsoft.com/office/officeart/2005/8/layout/hierarchy2"/>
    <dgm:cxn modelId="{4CCDE55D-0670-45B1-AE78-3E01E8550444}" type="presParOf" srcId="{22E66AFA-C247-496C-A655-D5E3E7390045}" destId="{9C092A40-75A7-4A6A-A1A6-93CE95DCCE9B}" srcOrd="0" destOrd="0" presId="urn:microsoft.com/office/officeart/2005/8/layout/hierarchy2"/>
    <dgm:cxn modelId="{088213BF-E32B-4139-A19B-E0E9A13AB8C0}" type="presParOf" srcId="{EB5CAFB6-1E6D-4661-B1D1-F0403C9E0877}" destId="{1244D302-77B9-4088-89E5-D9CEE2562CB0}" srcOrd="3" destOrd="0" presId="urn:microsoft.com/office/officeart/2005/8/layout/hierarchy2"/>
    <dgm:cxn modelId="{2F548543-212A-43CB-9F2A-3A23124DF0E4}" type="presParOf" srcId="{1244D302-77B9-4088-89E5-D9CEE2562CB0}" destId="{8589DB89-D02C-4CA4-8633-D99ECA085B99}" srcOrd="0" destOrd="0" presId="urn:microsoft.com/office/officeart/2005/8/layout/hierarchy2"/>
    <dgm:cxn modelId="{05377024-A45A-4AF7-8082-0909A9A7586F}" type="presParOf" srcId="{1244D302-77B9-4088-89E5-D9CEE2562CB0}" destId="{8D5CAD20-7644-4515-BA87-CB04F247E0FF}" srcOrd="1" destOrd="0" presId="urn:microsoft.com/office/officeart/2005/8/layout/hierarchy2"/>
    <dgm:cxn modelId="{0B5FBE78-5C2F-4FC7-B173-68F309519E0C}" type="presParOf" srcId="{EB5CAFB6-1E6D-4661-B1D1-F0403C9E0877}" destId="{9F35C9AD-2F5A-46C4-9E38-2F42634E65D7}" srcOrd="4" destOrd="0" presId="urn:microsoft.com/office/officeart/2005/8/layout/hierarchy2"/>
    <dgm:cxn modelId="{59284E8D-7798-4909-AF9C-B475C51B7DDE}" type="presParOf" srcId="{9F35C9AD-2F5A-46C4-9E38-2F42634E65D7}" destId="{E330CF16-935D-42E7-95CB-B41679FF4B29}" srcOrd="0" destOrd="0" presId="urn:microsoft.com/office/officeart/2005/8/layout/hierarchy2"/>
    <dgm:cxn modelId="{E3356595-4E0D-4F0F-B927-2ED1F14E1CB4}" type="presParOf" srcId="{EB5CAFB6-1E6D-4661-B1D1-F0403C9E0877}" destId="{4F0C620C-E2BA-4E48-BA18-626675CA6717}" srcOrd="5" destOrd="0" presId="urn:microsoft.com/office/officeart/2005/8/layout/hierarchy2"/>
    <dgm:cxn modelId="{0EDE7049-DF03-4B47-BA56-47DDD936B6E2}" type="presParOf" srcId="{4F0C620C-E2BA-4E48-BA18-626675CA6717}" destId="{896E3ED6-73A1-49A0-A643-430178936027}" srcOrd="0" destOrd="0" presId="urn:microsoft.com/office/officeart/2005/8/layout/hierarchy2"/>
    <dgm:cxn modelId="{5F9C9D2A-8B90-4E18-85D8-FC5A4A135563}" type="presParOf" srcId="{4F0C620C-E2BA-4E48-BA18-626675CA6717}" destId="{93568D1E-6BA1-4CA3-B7B4-3E3F7D66403B}" srcOrd="1" destOrd="0" presId="urn:microsoft.com/office/officeart/2005/8/layout/hierarchy2"/>
    <dgm:cxn modelId="{68D441E6-90F4-4C47-9A67-9CE224580A47}" type="presParOf" srcId="{93568D1E-6BA1-4CA3-B7B4-3E3F7D66403B}" destId="{7214ABCC-07BF-4E5E-A3B4-BA1D1F3D3D58}" srcOrd="0" destOrd="0" presId="urn:microsoft.com/office/officeart/2005/8/layout/hierarchy2"/>
    <dgm:cxn modelId="{2F9317B1-97D3-477D-B85D-028434073793}" type="presParOf" srcId="{7214ABCC-07BF-4E5E-A3B4-BA1D1F3D3D58}" destId="{B8BFC475-5C92-4954-A3D2-8CF4375BB304}" srcOrd="0" destOrd="0" presId="urn:microsoft.com/office/officeart/2005/8/layout/hierarchy2"/>
    <dgm:cxn modelId="{A083211E-0819-429A-AB50-29C4C7BA1BAC}" type="presParOf" srcId="{93568D1E-6BA1-4CA3-B7B4-3E3F7D66403B}" destId="{A0CE0A59-4AF7-459B-89A0-8531EDBECD49}" srcOrd="1" destOrd="0" presId="urn:microsoft.com/office/officeart/2005/8/layout/hierarchy2"/>
    <dgm:cxn modelId="{6C11F809-AF37-4638-8B45-CA3E24D9E792}" type="presParOf" srcId="{A0CE0A59-4AF7-459B-89A0-8531EDBECD49}" destId="{9480ECB4-D975-4DD1-98EC-A1583B763310}" srcOrd="0" destOrd="0" presId="urn:microsoft.com/office/officeart/2005/8/layout/hierarchy2"/>
    <dgm:cxn modelId="{03A97D77-C6BA-40A8-B37E-834B948F9733}" type="presParOf" srcId="{A0CE0A59-4AF7-459B-89A0-8531EDBECD49}" destId="{949B599A-5ADE-4834-B73D-B3C8AD28E611}" srcOrd="1" destOrd="0" presId="urn:microsoft.com/office/officeart/2005/8/layout/hierarchy2"/>
    <dgm:cxn modelId="{961F9E1F-CA0C-4C76-8B6C-A653E32BEA26}" type="presParOf" srcId="{73EA9D56-A8F3-4A0C-A630-27AFAB01D1D6}" destId="{A063E843-22AA-4B79-9DD6-2575D3525714}" srcOrd="2" destOrd="0" presId="urn:microsoft.com/office/officeart/2005/8/layout/hierarchy2"/>
    <dgm:cxn modelId="{695CFEE3-F8BA-4304-8276-48F7FE61D694}" type="presParOf" srcId="{A063E843-22AA-4B79-9DD6-2575D3525714}" destId="{CED01405-989D-47C5-85C7-F55F32C876D5}" srcOrd="0" destOrd="0" presId="urn:microsoft.com/office/officeart/2005/8/layout/hierarchy2"/>
    <dgm:cxn modelId="{E93C3D7E-320B-49CA-81EA-E5F00019A5A5}" type="presParOf" srcId="{73EA9D56-A8F3-4A0C-A630-27AFAB01D1D6}" destId="{48492648-5A9E-4C5F-AD2B-E10E73764C0D}" srcOrd="3" destOrd="0" presId="urn:microsoft.com/office/officeart/2005/8/layout/hierarchy2"/>
    <dgm:cxn modelId="{AE6ECD5B-FC68-453E-BAD4-0AFB45E2E746}" type="presParOf" srcId="{48492648-5A9E-4C5F-AD2B-E10E73764C0D}" destId="{EA4AA19F-0BCD-4FF5-8BDD-F4CF3ECCFA8F}" srcOrd="0" destOrd="0" presId="urn:microsoft.com/office/officeart/2005/8/layout/hierarchy2"/>
    <dgm:cxn modelId="{2DE63017-2906-4F1B-969A-42B90FCD6B79}" type="presParOf" srcId="{48492648-5A9E-4C5F-AD2B-E10E73764C0D}" destId="{3E6072B7-DCB5-4C88-87CA-67F6FF01FA80}" srcOrd="1" destOrd="0" presId="urn:microsoft.com/office/officeart/2005/8/layout/hierarchy2"/>
    <dgm:cxn modelId="{4810A39C-CF41-4709-A124-23885145A628}" type="presParOf" srcId="{73EA9D56-A8F3-4A0C-A630-27AFAB01D1D6}" destId="{B8FB339B-82C1-4952-B80A-01C1C306F872}" srcOrd="4" destOrd="0" presId="urn:microsoft.com/office/officeart/2005/8/layout/hierarchy2"/>
    <dgm:cxn modelId="{B2F98E79-1306-4EE1-9ED9-108B46E82EE3}" type="presParOf" srcId="{B8FB339B-82C1-4952-B80A-01C1C306F872}" destId="{A0E4D4D1-3A36-4638-A1C0-1099EA7BDFB9}" srcOrd="0" destOrd="0" presId="urn:microsoft.com/office/officeart/2005/8/layout/hierarchy2"/>
    <dgm:cxn modelId="{217A1254-BB6D-47A7-B427-C113545EF65E}" type="presParOf" srcId="{73EA9D56-A8F3-4A0C-A630-27AFAB01D1D6}" destId="{0DF65CF4-50FE-477E-8FE9-6F71DCF3FB9F}" srcOrd="5" destOrd="0" presId="urn:microsoft.com/office/officeart/2005/8/layout/hierarchy2"/>
    <dgm:cxn modelId="{237B4132-FA80-415B-BF52-ED524917A0A6}" type="presParOf" srcId="{0DF65CF4-50FE-477E-8FE9-6F71DCF3FB9F}" destId="{5FC1D015-A8A5-4D7D-9AF7-BEAE805EC2DB}" srcOrd="0" destOrd="0" presId="urn:microsoft.com/office/officeart/2005/8/layout/hierarchy2"/>
    <dgm:cxn modelId="{3EF226E3-FE97-4F9B-A7A1-55FC8FAD1B70}" type="presParOf" srcId="{0DF65CF4-50FE-477E-8FE9-6F71DCF3FB9F}" destId="{DBA3089F-6F3C-4F98-86F6-1AA2C09AF29E}" srcOrd="1" destOrd="0" presId="urn:microsoft.com/office/officeart/2005/8/layout/hierarchy2"/>
    <dgm:cxn modelId="{D8D35A13-7EE9-4D26-8FBA-67643C57237E}" type="presParOf" srcId="{DBA3089F-6F3C-4F98-86F6-1AA2C09AF29E}" destId="{CA8370CA-0334-43E0-A768-8DCB45BA230D}" srcOrd="0" destOrd="0" presId="urn:microsoft.com/office/officeart/2005/8/layout/hierarchy2"/>
    <dgm:cxn modelId="{6392A51D-0137-4195-A718-978313673E74}" type="presParOf" srcId="{CA8370CA-0334-43E0-A768-8DCB45BA230D}" destId="{94CD9AB8-8906-416F-9D33-382B2F531593}" srcOrd="0" destOrd="0" presId="urn:microsoft.com/office/officeart/2005/8/layout/hierarchy2"/>
    <dgm:cxn modelId="{0EED0F82-FFDA-44C1-8608-8EF76B3176BF}" type="presParOf" srcId="{DBA3089F-6F3C-4F98-86F6-1AA2C09AF29E}" destId="{FFEE3DF0-5332-4554-8CD9-EC9A6BB40ED2}" srcOrd="1" destOrd="0" presId="urn:microsoft.com/office/officeart/2005/8/layout/hierarchy2"/>
    <dgm:cxn modelId="{929E2F5A-DD53-4E8D-86E8-2D5A37C8E19C}" type="presParOf" srcId="{FFEE3DF0-5332-4554-8CD9-EC9A6BB40ED2}" destId="{5CB82C77-2C01-43C8-86EF-CB20CDEF92F1}" srcOrd="0" destOrd="0" presId="urn:microsoft.com/office/officeart/2005/8/layout/hierarchy2"/>
    <dgm:cxn modelId="{56324942-5802-4B81-AD8B-6F4E0F7622EE}" type="presParOf" srcId="{FFEE3DF0-5332-4554-8CD9-EC9A6BB40ED2}" destId="{46FAEC04-76D7-4458-B74A-AF6D8678375E}" srcOrd="1" destOrd="0" presId="urn:microsoft.com/office/officeart/2005/8/layout/hierarchy2"/>
    <dgm:cxn modelId="{1F016FC2-2877-4F7B-A5B4-3FD0B296B143}" type="presParOf" srcId="{46FAEC04-76D7-4458-B74A-AF6D8678375E}" destId="{62312834-715B-4E77-A9E4-1B991A23F68A}" srcOrd="0" destOrd="0" presId="urn:microsoft.com/office/officeart/2005/8/layout/hierarchy2"/>
    <dgm:cxn modelId="{3A9C6C13-890C-4FB0-A719-5D6A26B6712B}" type="presParOf" srcId="{62312834-715B-4E77-A9E4-1B991A23F68A}" destId="{D3EA8013-6542-4B65-B997-4A4C69261E8F}" srcOrd="0" destOrd="0" presId="urn:microsoft.com/office/officeart/2005/8/layout/hierarchy2"/>
    <dgm:cxn modelId="{9FA3F7B6-BE2B-4EC9-8537-BFB1D68A3EAC}" type="presParOf" srcId="{46FAEC04-76D7-4458-B74A-AF6D8678375E}" destId="{DB5FA082-DD08-4B80-BD7E-0C0728B2511A}" srcOrd="1" destOrd="0" presId="urn:microsoft.com/office/officeart/2005/8/layout/hierarchy2"/>
    <dgm:cxn modelId="{F74F028C-4EE3-45EE-87D2-57786AC85794}" type="presParOf" srcId="{DB5FA082-DD08-4B80-BD7E-0C0728B2511A}" destId="{DDBFA279-9591-4C3F-871B-BE2E429337E7}" srcOrd="0" destOrd="0" presId="urn:microsoft.com/office/officeart/2005/8/layout/hierarchy2"/>
    <dgm:cxn modelId="{DEF363AC-F884-432A-B04E-5C8C76C8DE0B}" type="presParOf" srcId="{DB5FA082-DD08-4B80-BD7E-0C0728B2511A}" destId="{52527ECB-16F7-4048-84B6-8B0FD07FE542}" srcOrd="1" destOrd="0" presId="urn:microsoft.com/office/officeart/2005/8/layout/hierarchy2"/>
    <dgm:cxn modelId="{7B05593D-A8E5-457A-8C27-03C5D5EFBA35}" type="presParOf" srcId="{DBA3089F-6F3C-4F98-86F6-1AA2C09AF29E}" destId="{4AE31A91-C371-4F08-B81A-77F8E3444C8E}" srcOrd="2" destOrd="0" presId="urn:microsoft.com/office/officeart/2005/8/layout/hierarchy2"/>
    <dgm:cxn modelId="{24A10929-6206-48CE-A2DC-40073DEAA722}" type="presParOf" srcId="{4AE31A91-C371-4F08-B81A-77F8E3444C8E}" destId="{7B1C05DC-D814-45F8-9183-35C5B268A98F}" srcOrd="0" destOrd="0" presId="urn:microsoft.com/office/officeart/2005/8/layout/hierarchy2"/>
    <dgm:cxn modelId="{74B4ED47-F9AC-4549-85F7-62DDDE9D5F7F}" type="presParOf" srcId="{DBA3089F-6F3C-4F98-86F6-1AA2C09AF29E}" destId="{50F0A8D2-1EE3-407F-B533-78D5379DB853}" srcOrd="3" destOrd="0" presId="urn:microsoft.com/office/officeart/2005/8/layout/hierarchy2"/>
    <dgm:cxn modelId="{F6CC2729-016C-4EFD-9FEE-744EFB92B4F4}" type="presParOf" srcId="{50F0A8D2-1EE3-407F-B533-78D5379DB853}" destId="{6E456684-0B0E-4047-A62E-1F6F1FB12026}" srcOrd="0" destOrd="0" presId="urn:microsoft.com/office/officeart/2005/8/layout/hierarchy2"/>
    <dgm:cxn modelId="{4A3C20BE-C6EA-40F4-BCCB-E6B6A5F89ACE}" type="presParOf" srcId="{50F0A8D2-1EE3-407F-B533-78D5379DB853}" destId="{A38EB53B-604F-4552-B2F1-061B0848BE17}" srcOrd="1" destOrd="0" presId="urn:microsoft.com/office/officeart/2005/8/layout/hierarchy2"/>
    <dgm:cxn modelId="{9C810D82-35FA-462C-B23D-9849FA5C1853}" type="presParOf" srcId="{DBA3089F-6F3C-4F98-86F6-1AA2C09AF29E}" destId="{ED269A22-2A97-4302-87CF-23A604F1E7BB}" srcOrd="4" destOrd="0" presId="urn:microsoft.com/office/officeart/2005/8/layout/hierarchy2"/>
    <dgm:cxn modelId="{732A34B6-B813-4CE5-BC64-8FDA08A664D2}" type="presParOf" srcId="{ED269A22-2A97-4302-87CF-23A604F1E7BB}" destId="{F0E0FE00-F1DE-419E-8744-9CB023732991}" srcOrd="0" destOrd="0" presId="urn:microsoft.com/office/officeart/2005/8/layout/hierarchy2"/>
    <dgm:cxn modelId="{AA44D63E-1C14-4DEF-BE8D-2DAD0DE55B69}" type="presParOf" srcId="{DBA3089F-6F3C-4F98-86F6-1AA2C09AF29E}" destId="{DAE039CC-772C-4869-8034-0E8B4C3A31B0}" srcOrd="5" destOrd="0" presId="urn:microsoft.com/office/officeart/2005/8/layout/hierarchy2"/>
    <dgm:cxn modelId="{08334705-B9B9-46A8-8B4A-4BCE381E89EF}" type="presParOf" srcId="{DAE039CC-772C-4869-8034-0E8B4C3A31B0}" destId="{90DEE8C9-1047-4362-BFCB-7FBADC780F62}" srcOrd="0" destOrd="0" presId="urn:microsoft.com/office/officeart/2005/8/layout/hierarchy2"/>
    <dgm:cxn modelId="{54E21BB7-39AF-4DAC-825D-A8788B181872}" type="presParOf" srcId="{DAE039CC-772C-4869-8034-0E8B4C3A31B0}" destId="{68EAA2FC-4985-4239-BC04-49ECF7399A59}" srcOrd="1" destOrd="0" presId="urn:microsoft.com/office/officeart/2005/8/layout/hierarchy2"/>
    <dgm:cxn modelId="{23F415A3-8AAE-4BC9-98F6-FB29D51BE3D1}" type="presParOf" srcId="{68EAA2FC-4985-4239-BC04-49ECF7399A59}" destId="{8F24B2AD-1858-4828-8DC6-E36EEA1A354E}" srcOrd="0" destOrd="0" presId="urn:microsoft.com/office/officeart/2005/8/layout/hierarchy2"/>
    <dgm:cxn modelId="{7965F5EE-4CF7-42DB-924C-39F20706B267}" type="presParOf" srcId="{8F24B2AD-1858-4828-8DC6-E36EEA1A354E}" destId="{4FF54740-9476-4255-BD81-6492FB958B2E}" srcOrd="0" destOrd="0" presId="urn:microsoft.com/office/officeart/2005/8/layout/hierarchy2"/>
    <dgm:cxn modelId="{7AAE28E9-8A8F-433C-8FB3-7D7FEA267D19}" type="presParOf" srcId="{68EAA2FC-4985-4239-BC04-49ECF7399A59}" destId="{F7588BBA-0689-4E21-8F43-2CBF9553B1E5}" srcOrd="1" destOrd="0" presId="urn:microsoft.com/office/officeart/2005/8/layout/hierarchy2"/>
    <dgm:cxn modelId="{84B59B80-A38F-4503-A044-45BC03799A15}" type="presParOf" srcId="{F7588BBA-0689-4E21-8F43-2CBF9553B1E5}" destId="{F7154B16-2E10-493A-86B0-3D012D56CA3B}" srcOrd="0" destOrd="0" presId="urn:microsoft.com/office/officeart/2005/8/layout/hierarchy2"/>
    <dgm:cxn modelId="{B19CE901-F4AA-474A-96AC-A6A7DDF3ABD4}" type="presParOf" srcId="{F7588BBA-0689-4E21-8F43-2CBF9553B1E5}" destId="{3361632A-5D4B-496C-99CD-FF01A51EFDD4}" srcOrd="1" destOrd="0" presId="urn:microsoft.com/office/officeart/2005/8/layout/hierarchy2"/>
  </dgm:cxnLst>
  <dgm:bg>
    <a:noFill/>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978396-882F-43B6-96F0-62894BF33659}">
      <dsp:nvSpPr>
        <dsp:cNvPr id="0" name=""/>
        <dsp:cNvSpPr/>
      </dsp:nvSpPr>
      <dsp:spPr>
        <a:xfrm>
          <a:off x="2262864" y="284527"/>
          <a:ext cx="1971030" cy="1044996"/>
        </a:xfrm>
        <a:prstGeom prst="roundRect">
          <a:avLst>
            <a:gd name="adj" fmla="val 10000"/>
          </a:avLst>
        </a:prstGeom>
        <a:solidFill>
          <a:schemeClr val="accent1">
            <a:tint val="70000"/>
            <a:lumMod val="104000"/>
          </a:schemeClr>
        </a:solidFill>
        <a:ln w="9525" cap="rnd" cmpd="sng" algn="ctr">
          <a:solidFill>
            <a:schemeClr val="accent1">
              <a:shade val="90000"/>
            </a:schemeClr>
          </a:solidFill>
          <a:prstDash val="solid"/>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latin typeface="Comic Sans MS" pitchFamily="66" charset="0"/>
            </a:rPr>
            <a:t>DATA STRUCTURE</a:t>
          </a:r>
        </a:p>
      </dsp:txBody>
      <dsp:txXfrm>
        <a:off x="2293471" y="315134"/>
        <a:ext cx="1909816" cy="983782"/>
      </dsp:txXfrm>
    </dsp:sp>
    <dsp:sp modelId="{FF0C0E61-BA32-4F09-9CB9-CE68F84398F4}">
      <dsp:nvSpPr>
        <dsp:cNvPr id="0" name=""/>
        <dsp:cNvSpPr/>
      </dsp:nvSpPr>
      <dsp:spPr>
        <a:xfrm>
          <a:off x="1319953" y="1329524"/>
          <a:ext cx="1928426" cy="429399"/>
        </a:xfrm>
        <a:custGeom>
          <a:avLst/>
          <a:gdLst/>
          <a:ahLst/>
          <a:cxnLst/>
          <a:rect l="0" t="0" r="0" b="0"/>
          <a:pathLst>
            <a:path>
              <a:moveTo>
                <a:pt x="1928426" y="0"/>
              </a:moveTo>
              <a:lnTo>
                <a:pt x="1928426" y="214699"/>
              </a:lnTo>
              <a:lnTo>
                <a:pt x="0" y="214699"/>
              </a:lnTo>
              <a:lnTo>
                <a:pt x="0" y="429399"/>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0C1AF8-2ECD-47F5-8B04-A310C85AEC8E}">
      <dsp:nvSpPr>
        <dsp:cNvPr id="0" name=""/>
        <dsp:cNvSpPr/>
      </dsp:nvSpPr>
      <dsp:spPr>
        <a:xfrm>
          <a:off x="101171" y="1758923"/>
          <a:ext cx="2437564" cy="1044996"/>
        </a:xfrm>
        <a:prstGeom prst="roundRect">
          <a:avLst>
            <a:gd name="adj" fmla="val 10000"/>
          </a:avLst>
        </a:prstGeom>
        <a:solidFill>
          <a:schemeClr val="accent1">
            <a:tint val="70000"/>
            <a:lumMod val="104000"/>
          </a:schemeClr>
        </a:solidFill>
        <a:ln w="9525" cap="rnd" cmpd="sng" algn="ctr">
          <a:solidFill>
            <a:schemeClr val="accent1">
              <a:shade val="90000"/>
            </a:schemeClr>
          </a:solidFill>
          <a:prstDash val="solid"/>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latin typeface="Comic Sans MS" pitchFamily="66" charset="0"/>
            </a:rPr>
            <a:t>LINEAR DATA STRUCTURE</a:t>
          </a:r>
        </a:p>
      </dsp:txBody>
      <dsp:txXfrm>
        <a:off x="131778" y="1789530"/>
        <a:ext cx="2376350" cy="983782"/>
      </dsp:txXfrm>
    </dsp:sp>
    <dsp:sp modelId="{744D2FFA-D7E9-4CB6-A3B7-EECC1DBC7444}">
      <dsp:nvSpPr>
        <dsp:cNvPr id="0" name=""/>
        <dsp:cNvSpPr/>
      </dsp:nvSpPr>
      <dsp:spPr>
        <a:xfrm>
          <a:off x="785939" y="2803920"/>
          <a:ext cx="534014" cy="460676"/>
        </a:xfrm>
        <a:custGeom>
          <a:avLst/>
          <a:gdLst/>
          <a:ahLst/>
          <a:cxnLst/>
          <a:rect l="0" t="0" r="0" b="0"/>
          <a:pathLst>
            <a:path>
              <a:moveTo>
                <a:pt x="534014" y="0"/>
              </a:moveTo>
              <a:lnTo>
                <a:pt x="534014" y="230338"/>
              </a:lnTo>
              <a:lnTo>
                <a:pt x="0" y="230338"/>
              </a:lnTo>
              <a:lnTo>
                <a:pt x="0" y="460676"/>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0370196-554E-4ABA-BA74-1C9BBE676908}">
      <dsp:nvSpPr>
        <dsp:cNvPr id="0" name=""/>
        <dsp:cNvSpPr/>
      </dsp:nvSpPr>
      <dsp:spPr>
        <a:xfrm>
          <a:off x="2191" y="3264597"/>
          <a:ext cx="1567495" cy="1044996"/>
        </a:xfrm>
        <a:prstGeom prst="roundRect">
          <a:avLst>
            <a:gd name="adj" fmla="val 10000"/>
          </a:avLst>
        </a:prstGeom>
        <a:solidFill>
          <a:schemeClr val="accent1">
            <a:tint val="70000"/>
            <a:lumMod val="104000"/>
          </a:schemeClr>
        </a:solidFill>
        <a:ln w="9525" cap="rnd" cmpd="sng" algn="ctr">
          <a:solidFill>
            <a:schemeClr val="accent1">
              <a:shade val="90000"/>
            </a:schemeClr>
          </a:solidFill>
          <a:prstDash val="solid"/>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latin typeface="Comic Sans MS" pitchFamily="66" charset="0"/>
            </a:rPr>
            <a:t>ARRAY</a:t>
          </a:r>
          <a:r>
            <a:rPr lang="en-US" sz="1800" kern="1200" dirty="0">
              <a:latin typeface="Comic Sans MS" pitchFamily="66" charset="0"/>
            </a:rPr>
            <a:t> </a:t>
          </a:r>
        </a:p>
      </dsp:txBody>
      <dsp:txXfrm>
        <a:off x="32798" y="3295204"/>
        <a:ext cx="1506281" cy="983782"/>
      </dsp:txXfrm>
    </dsp:sp>
    <dsp:sp modelId="{8B1F0BE8-3A87-457A-BCA9-37A9167C0C33}">
      <dsp:nvSpPr>
        <dsp:cNvPr id="0" name=""/>
        <dsp:cNvSpPr/>
      </dsp:nvSpPr>
      <dsp:spPr>
        <a:xfrm>
          <a:off x="1319953" y="2803920"/>
          <a:ext cx="1497333" cy="475327"/>
        </a:xfrm>
        <a:custGeom>
          <a:avLst/>
          <a:gdLst/>
          <a:ahLst/>
          <a:cxnLst/>
          <a:rect l="0" t="0" r="0" b="0"/>
          <a:pathLst>
            <a:path>
              <a:moveTo>
                <a:pt x="0" y="0"/>
              </a:moveTo>
              <a:lnTo>
                <a:pt x="0" y="237663"/>
              </a:lnTo>
              <a:lnTo>
                <a:pt x="1497333" y="237663"/>
              </a:lnTo>
              <a:lnTo>
                <a:pt x="1497333" y="475327"/>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690C63A-1EC1-43DD-83F1-F1DB761E644A}">
      <dsp:nvSpPr>
        <dsp:cNvPr id="0" name=""/>
        <dsp:cNvSpPr/>
      </dsp:nvSpPr>
      <dsp:spPr>
        <a:xfrm>
          <a:off x="2033539" y="3279247"/>
          <a:ext cx="1567495" cy="1044996"/>
        </a:xfrm>
        <a:prstGeom prst="roundRect">
          <a:avLst>
            <a:gd name="adj" fmla="val 10000"/>
          </a:avLst>
        </a:prstGeom>
        <a:solidFill>
          <a:schemeClr val="accent1">
            <a:tint val="70000"/>
            <a:lumMod val="104000"/>
          </a:schemeClr>
        </a:solidFill>
        <a:ln w="9525" cap="rnd" cmpd="sng" algn="ctr">
          <a:solidFill>
            <a:schemeClr val="accent1">
              <a:shade val="90000"/>
            </a:schemeClr>
          </a:solidFill>
          <a:prstDash val="solid"/>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latin typeface="Comic Sans MS" pitchFamily="66" charset="0"/>
            </a:rPr>
            <a:t>QUEUE</a:t>
          </a:r>
        </a:p>
      </dsp:txBody>
      <dsp:txXfrm>
        <a:off x="2064146" y="3309854"/>
        <a:ext cx="1506281" cy="983782"/>
      </dsp:txXfrm>
    </dsp:sp>
    <dsp:sp modelId="{2BA57A9A-1D04-44B2-B93B-B92D81ABDC4A}">
      <dsp:nvSpPr>
        <dsp:cNvPr id="0" name=""/>
        <dsp:cNvSpPr/>
      </dsp:nvSpPr>
      <dsp:spPr>
        <a:xfrm>
          <a:off x="1319953" y="2803920"/>
          <a:ext cx="3735873" cy="460676"/>
        </a:xfrm>
        <a:custGeom>
          <a:avLst/>
          <a:gdLst/>
          <a:ahLst/>
          <a:cxnLst/>
          <a:rect l="0" t="0" r="0" b="0"/>
          <a:pathLst>
            <a:path>
              <a:moveTo>
                <a:pt x="0" y="0"/>
              </a:moveTo>
              <a:lnTo>
                <a:pt x="0" y="230338"/>
              </a:lnTo>
              <a:lnTo>
                <a:pt x="3735873" y="230338"/>
              </a:lnTo>
              <a:lnTo>
                <a:pt x="3735873" y="460676"/>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206A92C-43E3-4E2C-985D-8200BB9FBBB7}">
      <dsp:nvSpPr>
        <dsp:cNvPr id="0" name=""/>
        <dsp:cNvSpPr/>
      </dsp:nvSpPr>
      <dsp:spPr>
        <a:xfrm>
          <a:off x="4077678" y="3264597"/>
          <a:ext cx="1956296" cy="1044996"/>
        </a:xfrm>
        <a:prstGeom prst="roundRect">
          <a:avLst>
            <a:gd name="adj" fmla="val 10000"/>
          </a:avLst>
        </a:prstGeom>
        <a:solidFill>
          <a:schemeClr val="accent1">
            <a:tint val="70000"/>
            <a:lumMod val="104000"/>
          </a:schemeClr>
        </a:solidFill>
        <a:ln w="9525" cap="rnd" cmpd="sng" algn="ctr">
          <a:solidFill>
            <a:schemeClr val="accent1">
              <a:shade val="90000"/>
            </a:schemeClr>
          </a:solidFill>
          <a:prstDash val="solid"/>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Comic Sans MS" pitchFamily="66" charset="0"/>
            </a:rPr>
            <a:t>STACK</a:t>
          </a:r>
        </a:p>
      </dsp:txBody>
      <dsp:txXfrm>
        <a:off x="4108285" y="3295204"/>
        <a:ext cx="1895082" cy="983782"/>
      </dsp:txXfrm>
    </dsp:sp>
    <dsp:sp modelId="{B3CCA01B-E167-4A67-965F-87BB6672F857}">
      <dsp:nvSpPr>
        <dsp:cNvPr id="0" name=""/>
        <dsp:cNvSpPr/>
      </dsp:nvSpPr>
      <dsp:spPr>
        <a:xfrm>
          <a:off x="3248379" y="1329524"/>
          <a:ext cx="2174389" cy="476110"/>
        </a:xfrm>
        <a:custGeom>
          <a:avLst/>
          <a:gdLst/>
          <a:ahLst/>
          <a:cxnLst/>
          <a:rect l="0" t="0" r="0" b="0"/>
          <a:pathLst>
            <a:path>
              <a:moveTo>
                <a:pt x="0" y="0"/>
              </a:moveTo>
              <a:lnTo>
                <a:pt x="0" y="238055"/>
              </a:lnTo>
              <a:lnTo>
                <a:pt x="2174389" y="238055"/>
              </a:lnTo>
              <a:lnTo>
                <a:pt x="2174389" y="476110"/>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2836690-AD6E-4CA1-9C8F-623AC4CEB482}">
      <dsp:nvSpPr>
        <dsp:cNvPr id="0" name=""/>
        <dsp:cNvSpPr/>
      </dsp:nvSpPr>
      <dsp:spPr>
        <a:xfrm>
          <a:off x="4234122" y="1805635"/>
          <a:ext cx="2377294" cy="1044996"/>
        </a:xfrm>
        <a:prstGeom prst="roundRect">
          <a:avLst>
            <a:gd name="adj" fmla="val 10000"/>
          </a:avLst>
        </a:prstGeom>
        <a:solidFill>
          <a:schemeClr val="accent1">
            <a:tint val="70000"/>
            <a:lumMod val="104000"/>
          </a:schemeClr>
        </a:solidFill>
        <a:ln w="9525" cap="rnd" cmpd="sng" algn="ctr">
          <a:solidFill>
            <a:schemeClr val="accent1">
              <a:shade val="90000"/>
            </a:schemeClr>
          </a:solidFill>
          <a:prstDash val="solid"/>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latin typeface="Comic Sans MS" pitchFamily="66" charset="0"/>
            </a:rPr>
            <a:t>NON LINEAR DATA STRUCTURE</a:t>
          </a:r>
        </a:p>
      </dsp:txBody>
      <dsp:txXfrm>
        <a:off x="4264729" y="1836242"/>
        <a:ext cx="2316080" cy="9837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FED8D5-830E-4B46-9606-DCBC7F654EF8}">
      <dsp:nvSpPr>
        <dsp:cNvPr id="0" name=""/>
        <dsp:cNvSpPr/>
      </dsp:nvSpPr>
      <dsp:spPr>
        <a:xfrm>
          <a:off x="5731" y="2426373"/>
          <a:ext cx="1565757" cy="782878"/>
        </a:xfrm>
        <a:prstGeom prst="roundRect">
          <a:avLst>
            <a:gd name="adj" fmla="val 10000"/>
          </a:avLst>
        </a:prstGeom>
        <a:solidFill>
          <a:schemeClr val="bg2"/>
        </a:solidFill>
        <a:ln>
          <a:noFill/>
        </a:ln>
        <a:effectLst/>
        <a:sp3d extrusionH="50600" prstMaterial="plastic">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Tower(3,A,B,c)</a:t>
          </a:r>
        </a:p>
      </dsp:txBody>
      <dsp:txXfrm>
        <a:off x="28661" y="2449303"/>
        <a:ext cx="1519897" cy="737018"/>
      </dsp:txXfrm>
    </dsp:sp>
    <dsp:sp modelId="{47241DBF-8017-46A0-A761-9695EB05CE0B}">
      <dsp:nvSpPr>
        <dsp:cNvPr id="0" name=""/>
        <dsp:cNvSpPr/>
      </dsp:nvSpPr>
      <dsp:spPr>
        <a:xfrm rot="17403302">
          <a:off x="923843" y="1879430"/>
          <a:ext cx="1971290" cy="25004"/>
        </a:xfrm>
        <a:custGeom>
          <a:avLst/>
          <a:gdLst/>
          <a:ahLst/>
          <a:cxnLst/>
          <a:rect l="0" t="0" r="0" b="0"/>
          <a:pathLst>
            <a:path>
              <a:moveTo>
                <a:pt x="0" y="12502"/>
              </a:moveTo>
              <a:lnTo>
                <a:pt x="1971290" y="12502"/>
              </a:lnTo>
            </a:path>
          </a:pathLst>
        </a:custGeom>
        <a:noFill/>
        <a:ln w="15875" cap="rnd" cmpd="sng" algn="ctr">
          <a:solidFill>
            <a:schemeClr val="accent1">
              <a:shade val="60000"/>
              <a:hueOff val="0"/>
              <a:satOff val="0"/>
              <a:lumOff val="0"/>
              <a:alphaOff val="0"/>
            </a:schemeClr>
          </a:solidFill>
          <a:prstDash val="solid"/>
        </a:ln>
        <a:effectLst/>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1860206" y="1842651"/>
        <a:ext cx="98564" cy="98564"/>
      </dsp:txXfrm>
    </dsp:sp>
    <dsp:sp modelId="{DFE2F91A-8BF8-45EE-9AC7-DE023F43C218}">
      <dsp:nvSpPr>
        <dsp:cNvPr id="0" name=""/>
        <dsp:cNvSpPr/>
      </dsp:nvSpPr>
      <dsp:spPr>
        <a:xfrm>
          <a:off x="2247488" y="574614"/>
          <a:ext cx="1565757" cy="782878"/>
        </a:xfrm>
        <a:prstGeom prst="roundRect">
          <a:avLst>
            <a:gd name="adj" fmla="val 10000"/>
          </a:avLst>
        </a:prstGeom>
        <a:solidFill>
          <a:schemeClr val="bg2"/>
        </a:solidFill>
        <a:ln>
          <a:noFill/>
        </a:ln>
        <a:effectLst/>
        <a:sp3d extrusionH="50600" prstMaterial="plastic">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Tower(2,A,C,B)</a:t>
          </a:r>
        </a:p>
      </dsp:txBody>
      <dsp:txXfrm>
        <a:off x="2270418" y="597544"/>
        <a:ext cx="1519897" cy="737018"/>
      </dsp:txXfrm>
    </dsp:sp>
    <dsp:sp modelId="{B866446D-DF89-4819-B9BD-0419E62F0AF9}">
      <dsp:nvSpPr>
        <dsp:cNvPr id="0" name=""/>
        <dsp:cNvSpPr/>
      </dsp:nvSpPr>
      <dsp:spPr>
        <a:xfrm rot="18065852">
          <a:off x="3651017" y="666244"/>
          <a:ext cx="671052" cy="25004"/>
        </a:xfrm>
        <a:custGeom>
          <a:avLst/>
          <a:gdLst/>
          <a:ahLst/>
          <a:cxnLst/>
          <a:rect l="0" t="0" r="0" b="0"/>
          <a:pathLst>
            <a:path>
              <a:moveTo>
                <a:pt x="0" y="12502"/>
              </a:moveTo>
              <a:lnTo>
                <a:pt x="671052" y="12502"/>
              </a:lnTo>
            </a:path>
          </a:pathLst>
        </a:custGeom>
        <a:noFill/>
        <a:ln w="15875" cap="rnd" cmpd="sng" algn="ctr">
          <a:solidFill>
            <a:schemeClr val="accent1">
              <a:shade val="80000"/>
              <a:hueOff val="0"/>
              <a:satOff val="0"/>
              <a:lumOff val="0"/>
              <a:alphaOff val="0"/>
            </a:schemeClr>
          </a:solidFill>
          <a:prstDash val="solid"/>
        </a:ln>
        <a:effectLst/>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69767" y="661970"/>
        <a:ext cx="33552" cy="33552"/>
      </dsp:txXfrm>
    </dsp:sp>
    <dsp:sp modelId="{E6BE78DD-79B6-4A58-A9A6-BFC5049C5B3E}">
      <dsp:nvSpPr>
        <dsp:cNvPr id="0" name=""/>
        <dsp:cNvSpPr/>
      </dsp:nvSpPr>
      <dsp:spPr>
        <a:xfrm>
          <a:off x="4159841" y="0"/>
          <a:ext cx="1565757" cy="782878"/>
        </a:xfrm>
        <a:prstGeom prst="roundRect">
          <a:avLst>
            <a:gd name="adj" fmla="val 10000"/>
          </a:avLst>
        </a:prstGeom>
        <a:solidFill>
          <a:schemeClr val="bg2"/>
        </a:solidFill>
        <a:ln>
          <a:noFill/>
        </a:ln>
        <a:effectLst/>
        <a:sp3d extrusionH="50600" prstMaterial="plastic">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Tower(1,A,B,C)</a:t>
          </a:r>
        </a:p>
      </dsp:txBody>
      <dsp:txXfrm>
        <a:off x="4182771" y="22930"/>
        <a:ext cx="1519897" cy="737018"/>
      </dsp:txXfrm>
    </dsp:sp>
    <dsp:sp modelId="{BE0575F9-74B0-499E-ADFB-64B7A8E40EC7}">
      <dsp:nvSpPr>
        <dsp:cNvPr id="0" name=""/>
        <dsp:cNvSpPr/>
      </dsp:nvSpPr>
      <dsp:spPr>
        <a:xfrm>
          <a:off x="5725598" y="378936"/>
          <a:ext cx="762147" cy="25004"/>
        </a:xfrm>
        <a:custGeom>
          <a:avLst/>
          <a:gdLst/>
          <a:ahLst/>
          <a:cxnLst/>
          <a:rect l="0" t="0" r="0" b="0"/>
          <a:pathLst>
            <a:path>
              <a:moveTo>
                <a:pt x="0" y="12502"/>
              </a:moveTo>
              <a:lnTo>
                <a:pt x="762147" y="12502"/>
              </a:lnTo>
            </a:path>
          </a:pathLst>
        </a:custGeom>
        <a:noFill/>
        <a:ln w="15875" cap="rnd" cmpd="sng" algn="ctr">
          <a:solidFill>
            <a:schemeClr val="accent1">
              <a:shade val="80000"/>
              <a:hueOff val="0"/>
              <a:satOff val="0"/>
              <a:lumOff val="0"/>
              <a:alphaOff val="0"/>
            </a:schemeClr>
          </a:solidFill>
          <a:prstDash val="solid"/>
        </a:ln>
        <a:effectLst/>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087619" y="372385"/>
        <a:ext cx="38107" cy="38107"/>
      </dsp:txXfrm>
    </dsp:sp>
    <dsp:sp modelId="{5F843B11-A8FB-4DE6-B4FB-3A6B1FA82EFA}">
      <dsp:nvSpPr>
        <dsp:cNvPr id="0" name=""/>
        <dsp:cNvSpPr/>
      </dsp:nvSpPr>
      <dsp:spPr>
        <a:xfrm>
          <a:off x="6487746" y="0"/>
          <a:ext cx="1565757" cy="782878"/>
        </a:xfrm>
        <a:prstGeom prst="roundRect">
          <a:avLst>
            <a:gd name="adj" fmla="val 10000"/>
          </a:avLst>
        </a:prstGeom>
        <a:solidFill>
          <a:schemeClr val="bg2"/>
        </a:solidFill>
        <a:ln>
          <a:noFill/>
        </a:ln>
        <a:effectLst/>
        <a:sp3d extrusionH="50600" prstMaterial="plastic">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a:t>
          </a:r>
          <a:r>
            <a:rPr lang="en-US" sz="1600" kern="1200" dirty="0">
              <a:sym typeface="Wingdings" pitchFamily="2" charset="2"/>
            </a:rPr>
            <a:t> C </a:t>
          </a:r>
          <a:r>
            <a:rPr lang="en-US" sz="1600" kern="1200" dirty="0">
              <a:solidFill>
                <a:schemeClr val="accent3">
                  <a:lumMod val="50000"/>
                </a:schemeClr>
              </a:solidFill>
              <a:sym typeface="Wingdings" pitchFamily="2" charset="2"/>
            </a:rPr>
            <a:t>(1)</a:t>
          </a:r>
          <a:endParaRPr lang="en-US" sz="1600" kern="1200" dirty="0">
            <a:solidFill>
              <a:schemeClr val="accent3">
                <a:lumMod val="50000"/>
              </a:schemeClr>
            </a:solidFill>
          </a:endParaRPr>
        </a:p>
      </dsp:txBody>
      <dsp:txXfrm>
        <a:off x="6510676" y="22930"/>
        <a:ext cx="1519897" cy="737018"/>
      </dsp:txXfrm>
    </dsp:sp>
    <dsp:sp modelId="{22E66AFA-C247-496C-A655-D5E3E7390045}">
      <dsp:nvSpPr>
        <dsp:cNvPr id="0" name=""/>
        <dsp:cNvSpPr/>
      </dsp:nvSpPr>
      <dsp:spPr>
        <a:xfrm rot="2208871">
          <a:off x="3756706" y="1123444"/>
          <a:ext cx="567039" cy="25004"/>
        </a:xfrm>
        <a:custGeom>
          <a:avLst/>
          <a:gdLst/>
          <a:ahLst/>
          <a:cxnLst/>
          <a:rect l="0" t="0" r="0" b="0"/>
          <a:pathLst>
            <a:path>
              <a:moveTo>
                <a:pt x="0" y="12502"/>
              </a:moveTo>
              <a:lnTo>
                <a:pt x="567039" y="12502"/>
              </a:lnTo>
            </a:path>
          </a:pathLst>
        </a:custGeom>
        <a:noFill/>
        <a:ln w="15875" cap="rnd" cmpd="sng" algn="ctr">
          <a:solidFill>
            <a:schemeClr val="accent1">
              <a:shade val="80000"/>
              <a:hueOff val="0"/>
              <a:satOff val="0"/>
              <a:lumOff val="0"/>
              <a:alphaOff val="0"/>
            </a:schemeClr>
          </a:solidFill>
          <a:prstDash val="solid"/>
        </a:ln>
        <a:effectLst/>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26049" y="1121770"/>
        <a:ext cx="28351" cy="28351"/>
      </dsp:txXfrm>
    </dsp:sp>
    <dsp:sp modelId="{8589DB89-D02C-4CA4-8633-D99ECA085B99}">
      <dsp:nvSpPr>
        <dsp:cNvPr id="0" name=""/>
        <dsp:cNvSpPr/>
      </dsp:nvSpPr>
      <dsp:spPr>
        <a:xfrm>
          <a:off x="4267205" y="914399"/>
          <a:ext cx="1565757" cy="782878"/>
        </a:xfrm>
        <a:prstGeom prst="roundRect">
          <a:avLst>
            <a:gd name="adj" fmla="val 10000"/>
          </a:avLst>
        </a:prstGeom>
        <a:solidFill>
          <a:schemeClr val="bg2"/>
        </a:solidFill>
        <a:ln>
          <a:noFill/>
        </a:ln>
        <a:effectLst/>
        <a:sp3d extrusionH="50600" prstMaterial="plastic">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a:t>
          </a:r>
          <a:r>
            <a:rPr lang="en-US" sz="1600" kern="1200" dirty="0">
              <a:sym typeface="Wingdings" pitchFamily="2" charset="2"/>
            </a:rPr>
            <a:t> B (2)</a:t>
          </a:r>
          <a:endParaRPr lang="en-US" sz="1600" kern="1200" dirty="0"/>
        </a:p>
      </dsp:txBody>
      <dsp:txXfrm>
        <a:off x="4290135" y="937329"/>
        <a:ext cx="1519897" cy="737018"/>
      </dsp:txXfrm>
    </dsp:sp>
    <dsp:sp modelId="{9F35C9AD-2F5A-46C4-9E38-2F42634E65D7}">
      <dsp:nvSpPr>
        <dsp:cNvPr id="0" name=""/>
        <dsp:cNvSpPr/>
      </dsp:nvSpPr>
      <dsp:spPr>
        <a:xfrm rot="3946195">
          <a:off x="3432429" y="1542542"/>
          <a:ext cx="1291781" cy="25004"/>
        </a:xfrm>
        <a:custGeom>
          <a:avLst/>
          <a:gdLst/>
          <a:ahLst/>
          <a:cxnLst/>
          <a:rect l="0" t="0" r="0" b="0"/>
          <a:pathLst>
            <a:path>
              <a:moveTo>
                <a:pt x="0" y="12502"/>
              </a:moveTo>
              <a:lnTo>
                <a:pt x="1291781" y="12502"/>
              </a:lnTo>
            </a:path>
          </a:pathLst>
        </a:custGeom>
        <a:noFill/>
        <a:ln w="15875" cap="rnd" cmpd="sng" algn="ctr">
          <a:solidFill>
            <a:schemeClr val="accent1">
              <a:shade val="80000"/>
              <a:hueOff val="0"/>
              <a:satOff val="0"/>
              <a:lumOff val="0"/>
              <a:alphaOff val="0"/>
            </a:schemeClr>
          </a:solidFill>
          <a:prstDash val="solid"/>
        </a:ln>
        <a:effectLst/>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46026" y="1522750"/>
        <a:ext cx="64589" cy="64589"/>
      </dsp:txXfrm>
    </dsp:sp>
    <dsp:sp modelId="{896E3ED6-73A1-49A0-A643-430178936027}">
      <dsp:nvSpPr>
        <dsp:cNvPr id="0" name=""/>
        <dsp:cNvSpPr/>
      </dsp:nvSpPr>
      <dsp:spPr>
        <a:xfrm>
          <a:off x="4343395" y="1752596"/>
          <a:ext cx="1565757" cy="782878"/>
        </a:xfrm>
        <a:prstGeom prst="roundRect">
          <a:avLst>
            <a:gd name="adj" fmla="val 10000"/>
          </a:avLst>
        </a:prstGeom>
        <a:solidFill>
          <a:schemeClr val="bg2"/>
        </a:solidFill>
        <a:ln>
          <a:noFill/>
        </a:ln>
        <a:effectLst/>
        <a:sp3d extrusionH="50600" prstMaterial="plastic">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Tower(1,C,A,B)</a:t>
          </a:r>
        </a:p>
      </dsp:txBody>
      <dsp:txXfrm>
        <a:off x="4366325" y="1775526"/>
        <a:ext cx="1519897" cy="737018"/>
      </dsp:txXfrm>
    </dsp:sp>
    <dsp:sp modelId="{7214ABCC-07BF-4E5E-A3B4-BA1D1F3D3D58}">
      <dsp:nvSpPr>
        <dsp:cNvPr id="0" name=""/>
        <dsp:cNvSpPr/>
      </dsp:nvSpPr>
      <dsp:spPr>
        <a:xfrm rot="20131923">
          <a:off x="5880608" y="1999888"/>
          <a:ext cx="635682" cy="25004"/>
        </a:xfrm>
        <a:custGeom>
          <a:avLst/>
          <a:gdLst/>
          <a:ahLst/>
          <a:cxnLst/>
          <a:rect l="0" t="0" r="0" b="0"/>
          <a:pathLst>
            <a:path>
              <a:moveTo>
                <a:pt x="0" y="12502"/>
              </a:moveTo>
              <a:lnTo>
                <a:pt x="635682" y="12502"/>
              </a:lnTo>
            </a:path>
          </a:pathLst>
        </a:custGeom>
        <a:noFill/>
        <a:ln w="15875" cap="rnd" cmpd="sng" algn="ctr">
          <a:solidFill>
            <a:schemeClr val="accent1">
              <a:shade val="80000"/>
              <a:hueOff val="0"/>
              <a:satOff val="0"/>
              <a:lumOff val="0"/>
              <a:alphaOff val="0"/>
            </a:schemeClr>
          </a:solidFill>
          <a:prstDash val="solid"/>
        </a:ln>
        <a:effectLst/>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182557" y="1996498"/>
        <a:ext cx="31784" cy="31784"/>
      </dsp:txXfrm>
    </dsp:sp>
    <dsp:sp modelId="{9480ECB4-D975-4DD1-98EC-A1583B763310}">
      <dsp:nvSpPr>
        <dsp:cNvPr id="0" name=""/>
        <dsp:cNvSpPr/>
      </dsp:nvSpPr>
      <dsp:spPr>
        <a:xfrm>
          <a:off x="6487746" y="1489306"/>
          <a:ext cx="1565757" cy="782878"/>
        </a:xfrm>
        <a:prstGeom prst="roundRect">
          <a:avLst>
            <a:gd name="adj" fmla="val 10000"/>
          </a:avLst>
        </a:prstGeom>
        <a:solidFill>
          <a:schemeClr val="bg2"/>
        </a:solidFill>
        <a:ln>
          <a:noFill/>
        </a:ln>
        <a:effectLst/>
        <a:sp3d extrusionH="50600" prstMaterial="plastic">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a:t>
          </a:r>
          <a:r>
            <a:rPr lang="en-US" sz="1600" kern="1200" dirty="0">
              <a:sym typeface="Wingdings" pitchFamily="2" charset="2"/>
            </a:rPr>
            <a:t> B (3)</a:t>
          </a:r>
          <a:endParaRPr lang="en-US" sz="1600" kern="1200" dirty="0"/>
        </a:p>
      </dsp:txBody>
      <dsp:txXfrm>
        <a:off x="6510676" y="1512236"/>
        <a:ext cx="1519897" cy="737018"/>
      </dsp:txXfrm>
    </dsp:sp>
    <dsp:sp modelId="{A063E843-22AA-4B79-9DD6-2575D3525714}">
      <dsp:nvSpPr>
        <dsp:cNvPr id="0" name=""/>
        <dsp:cNvSpPr/>
      </dsp:nvSpPr>
      <dsp:spPr>
        <a:xfrm rot="21070195">
          <a:off x="1567503" y="2753690"/>
          <a:ext cx="672540" cy="25004"/>
        </a:xfrm>
        <a:custGeom>
          <a:avLst/>
          <a:gdLst/>
          <a:ahLst/>
          <a:cxnLst/>
          <a:rect l="0" t="0" r="0" b="0"/>
          <a:pathLst>
            <a:path>
              <a:moveTo>
                <a:pt x="0" y="12502"/>
              </a:moveTo>
              <a:lnTo>
                <a:pt x="672540" y="12502"/>
              </a:lnTo>
            </a:path>
          </a:pathLst>
        </a:custGeom>
        <a:noFill/>
        <a:ln w="15875" cap="rnd" cmpd="sng" algn="ctr">
          <a:solidFill>
            <a:schemeClr val="accent1">
              <a:shade val="60000"/>
              <a:hueOff val="0"/>
              <a:satOff val="0"/>
              <a:lumOff val="0"/>
              <a:alphaOff val="0"/>
            </a:schemeClr>
          </a:solidFill>
          <a:prstDash val="solid"/>
        </a:ln>
        <a:effectLst/>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86960" y="2749379"/>
        <a:ext cx="33627" cy="33627"/>
      </dsp:txXfrm>
    </dsp:sp>
    <dsp:sp modelId="{EA4AA19F-0BCD-4FF5-8BDD-F4CF3ECCFA8F}">
      <dsp:nvSpPr>
        <dsp:cNvPr id="0" name=""/>
        <dsp:cNvSpPr/>
      </dsp:nvSpPr>
      <dsp:spPr>
        <a:xfrm>
          <a:off x="2236058" y="2323135"/>
          <a:ext cx="1565757" cy="782878"/>
        </a:xfrm>
        <a:prstGeom prst="roundRect">
          <a:avLst>
            <a:gd name="adj" fmla="val 10000"/>
          </a:avLst>
        </a:prstGeom>
        <a:solidFill>
          <a:schemeClr val="bg2"/>
        </a:solidFill>
        <a:ln>
          <a:noFill/>
        </a:ln>
        <a:effectLst/>
        <a:sp3d extrusionH="50600" prstMaterial="plastic">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a:t>
          </a:r>
          <a:r>
            <a:rPr lang="en-US" sz="1600" kern="1200" dirty="0">
              <a:sym typeface="Wingdings" pitchFamily="2" charset="2"/>
            </a:rPr>
            <a:t> C (4)</a:t>
          </a:r>
          <a:endParaRPr lang="en-US" sz="1600" kern="1200" dirty="0"/>
        </a:p>
      </dsp:txBody>
      <dsp:txXfrm>
        <a:off x="2258988" y="2346065"/>
        <a:ext cx="1519897" cy="737018"/>
      </dsp:txXfrm>
    </dsp:sp>
    <dsp:sp modelId="{B8FB339B-82C1-4952-B80A-01C1C306F872}">
      <dsp:nvSpPr>
        <dsp:cNvPr id="0" name=""/>
        <dsp:cNvSpPr/>
      </dsp:nvSpPr>
      <dsp:spPr>
        <a:xfrm rot="4238953">
          <a:off x="1081210" y="3497124"/>
          <a:ext cx="1466472" cy="25004"/>
        </a:xfrm>
        <a:custGeom>
          <a:avLst/>
          <a:gdLst/>
          <a:ahLst/>
          <a:cxnLst/>
          <a:rect l="0" t="0" r="0" b="0"/>
          <a:pathLst>
            <a:path>
              <a:moveTo>
                <a:pt x="0" y="12502"/>
              </a:moveTo>
              <a:lnTo>
                <a:pt x="1466472" y="12502"/>
              </a:lnTo>
            </a:path>
          </a:pathLst>
        </a:custGeom>
        <a:noFill/>
        <a:ln w="15875" cap="rnd" cmpd="sng" algn="ctr">
          <a:solidFill>
            <a:schemeClr val="accent1">
              <a:shade val="60000"/>
              <a:hueOff val="0"/>
              <a:satOff val="0"/>
              <a:lumOff val="0"/>
              <a:alphaOff val="0"/>
            </a:schemeClr>
          </a:solidFill>
          <a:prstDash val="solid"/>
        </a:ln>
        <a:effectLst/>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77785" y="3472964"/>
        <a:ext cx="73323" cy="73323"/>
      </dsp:txXfrm>
    </dsp:sp>
    <dsp:sp modelId="{5FC1D015-A8A5-4D7D-9AF7-BEAE805EC2DB}">
      <dsp:nvSpPr>
        <dsp:cNvPr id="0" name=""/>
        <dsp:cNvSpPr/>
      </dsp:nvSpPr>
      <dsp:spPr>
        <a:xfrm>
          <a:off x="2057405" y="3810001"/>
          <a:ext cx="1565757" cy="782878"/>
        </a:xfrm>
        <a:prstGeom prst="roundRect">
          <a:avLst>
            <a:gd name="adj" fmla="val 10000"/>
          </a:avLst>
        </a:prstGeom>
        <a:solidFill>
          <a:schemeClr val="bg2"/>
        </a:solidFill>
        <a:ln>
          <a:noFill/>
        </a:ln>
        <a:effectLst/>
        <a:sp3d extrusionH="50600" prstMaterial="plastic">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Tower(2, B,A,C)</a:t>
          </a:r>
        </a:p>
      </dsp:txBody>
      <dsp:txXfrm>
        <a:off x="2080335" y="3832931"/>
        <a:ext cx="1519897" cy="737018"/>
      </dsp:txXfrm>
    </dsp:sp>
    <dsp:sp modelId="{CA8370CA-0334-43E0-A768-8DCB45BA230D}">
      <dsp:nvSpPr>
        <dsp:cNvPr id="0" name=""/>
        <dsp:cNvSpPr/>
      </dsp:nvSpPr>
      <dsp:spPr>
        <a:xfrm rot="19002674">
          <a:off x="3476180" y="3818542"/>
          <a:ext cx="1080381" cy="25004"/>
        </a:xfrm>
        <a:custGeom>
          <a:avLst/>
          <a:gdLst/>
          <a:ahLst/>
          <a:cxnLst/>
          <a:rect l="0" t="0" r="0" b="0"/>
          <a:pathLst>
            <a:path>
              <a:moveTo>
                <a:pt x="0" y="12502"/>
              </a:moveTo>
              <a:lnTo>
                <a:pt x="1080381" y="12502"/>
              </a:lnTo>
            </a:path>
          </a:pathLst>
        </a:custGeom>
        <a:noFill/>
        <a:ln w="15875" cap="rnd" cmpd="sng" algn="ctr">
          <a:solidFill>
            <a:schemeClr val="accent1">
              <a:shade val="80000"/>
              <a:hueOff val="0"/>
              <a:satOff val="0"/>
              <a:lumOff val="0"/>
              <a:alphaOff val="0"/>
            </a:schemeClr>
          </a:solidFill>
          <a:prstDash val="solid"/>
        </a:ln>
        <a:effectLst/>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89361" y="3804035"/>
        <a:ext cx="54019" cy="54019"/>
      </dsp:txXfrm>
    </dsp:sp>
    <dsp:sp modelId="{5CB82C77-2C01-43C8-86EF-CB20CDEF92F1}">
      <dsp:nvSpPr>
        <dsp:cNvPr id="0" name=""/>
        <dsp:cNvSpPr/>
      </dsp:nvSpPr>
      <dsp:spPr>
        <a:xfrm>
          <a:off x="4409579" y="3069210"/>
          <a:ext cx="1565757" cy="782878"/>
        </a:xfrm>
        <a:prstGeom prst="roundRect">
          <a:avLst>
            <a:gd name="adj" fmla="val 10000"/>
          </a:avLst>
        </a:prstGeom>
        <a:solidFill>
          <a:schemeClr val="bg2"/>
        </a:solidFill>
        <a:ln>
          <a:noFill/>
        </a:ln>
        <a:effectLst/>
        <a:sp3d extrusionH="50600" prstMaterial="plastic">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Tower(1,B,C,A)</a:t>
          </a:r>
        </a:p>
      </dsp:txBody>
      <dsp:txXfrm>
        <a:off x="4432509" y="3092140"/>
        <a:ext cx="1519897" cy="737018"/>
      </dsp:txXfrm>
    </dsp:sp>
    <dsp:sp modelId="{62312834-715B-4E77-A9E4-1B991A23F68A}">
      <dsp:nvSpPr>
        <dsp:cNvPr id="0" name=""/>
        <dsp:cNvSpPr/>
      </dsp:nvSpPr>
      <dsp:spPr>
        <a:xfrm>
          <a:off x="5975337" y="3448147"/>
          <a:ext cx="612305" cy="25004"/>
        </a:xfrm>
        <a:custGeom>
          <a:avLst/>
          <a:gdLst/>
          <a:ahLst/>
          <a:cxnLst/>
          <a:rect l="0" t="0" r="0" b="0"/>
          <a:pathLst>
            <a:path>
              <a:moveTo>
                <a:pt x="0" y="12502"/>
              </a:moveTo>
              <a:lnTo>
                <a:pt x="612305" y="12502"/>
              </a:lnTo>
            </a:path>
          </a:pathLst>
        </a:custGeom>
        <a:noFill/>
        <a:ln w="15875" cap="rnd" cmpd="sng" algn="ctr">
          <a:solidFill>
            <a:schemeClr val="accent1">
              <a:shade val="80000"/>
              <a:hueOff val="0"/>
              <a:satOff val="0"/>
              <a:lumOff val="0"/>
              <a:alphaOff val="0"/>
            </a:schemeClr>
          </a:solidFill>
          <a:prstDash val="solid"/>
        </a:ln>
        <a:effectLst/>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266182" y="3445342"/>
        <a:ext cx="30615" cy="30615"/>
      </dsp:txXfrm>
    </dsp:sp>
    <dsp:sp modelId="{DDBFA279-9591-4C3F-871B-BE2E429337E7}">
      <dsp:nvSpPr>
        <dsp:cNvPr id="0" name=""/>
        <dsp:cNvSpPr/>
      </dsp:nvSpPr>
      <dsp:spPr>
        <a:xfrm>
          <a:off x="6587642" y="3069210"/>
          <a:ext cx="1565757" cy="782878"/>
        </a:xfrm>
        <a:prstGeom prst="roundRect">
          <a:avLst>
            <a:gd name="adj" fmla="val 10000"/>
          </a:avLst>
        </a:prstGeom>
        <a:solidFill>
          <a:schemeClr val="bg2"/>
        </a:solidFill>
        <a:ln>
          <a:noFill/>
        </a:ln>
        <a:effectLst/>
        <a:sp3d extrusionH="50600" prstMaterial="plastic">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B</a:t>
          </a:r>
          <a:r>
            <a:rPr lang="en-US" sz="1600" kern="1200" dirty="0">
              <a:sym typeface="Wingdings" pitchFamily="2" charset="2"/>
            </a:rPr>
            <a:t> A (5)</a:t>
          </a:r>
          <a:endParaRPr lang="en-US" sz="1600" kern="1200" dirty="0"/>
        </a:p>
      </dsp:txBody>
      <dsp:txXfrm>
        <a:off x="6610572" y="3092140"/>
        <a:ext cx="1519897" cy="737018"/>
      </dsp:txXfrm>
    </dsp:sp>
    <dsp:sp modelId="{4AE31A91-C371-4F08-B81A-77F8E3444C8E}">
      <dsp:nvSpPr>
        <dsp:cNvPr id="0" name=""/>
        <dsp:cNvSpPr/>
      </dsp:nvSpPr>
      <dsp:spPr>
        <a:xfrm rot="751185">
          <a:off x="3613585" y="4276252"/>
          <a:ext cx="805572" cy="25004"/>
        </a:xfrm>
        <a:custGeom>
          <a:avLst/>
          <a:gdLst/>
          <a:ahLst/>
          <a:cxnLst/>
          <a:rect l="0" t="0" r="0" b="0"/>
          <a:pathLst>
            <a:path>
              <a:moveTo>
                <a:pt x="0" y="12502"/>
              </a:moveTo>
              <a:lnTo>
                <a:pt x="805572" y="12502"/>
              </a:lnTo>
            </a:path>
          </a:pathLst>
        </a:custGeom>
        <a:noFill/>
        <a:ln w="15875" cap="rnd" cmpd="sng" algn="ctr">
          <a:solidFill>
            <a:schemeClr val="accent1">
              <a:shade val="80000"/>
              <a:hueOff val="0"/>
              <a:satOff val="0"/>
              <a:lumOff val="0"/>
              <a:alphaOff val="0"/>
            </a:schemeClr>
          </a:solidFill>
          <a:prstDash val="solid"/>
        </a:ln>
        <a:effectLst/>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96232" y="4268615"/>
        <a:ext cx="40278" cy="40278"/>
      </dsp:txXfrm>
    </dsp:sp>
    <dsp:sp modelId="{6E456684-0B0E-4047-A62E-1F6F1FB12026}">
      <dsp:nvSpPr>
        <dsp:cNvPr id="0" name=""/>
        <dsp:cNvSpPr/>
      </dsp:nvSpPr>
      <dsp:spPr>
        <a:xfrm>
          <a:off x="4409579" y="3984630"/>
          <a:ext cx="1565757" cy="782878"/>
        </a:xfrm>
        <a:prstGeom prst="roundRect">
          <a:avLst>
            <a:gd name="adj" fmla="val 10000"/>
          </a:avLst>
        </a:prstGeom>
        <a:solidFill>
          <a:schemeClr val="bg2"/>
        </a:solidFill>
        <a:ln>
          <a:noFill/>
        </a:ln>
        <a:effectLst/>
        <a:sp3d extrusionH="50600" prstMaterial="plastic">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B</a:t>
          </a:r>
          <a:r>
            <a:rPr lang="en-US" sz="1600" kern="1200" dirty="0">
              <a:sym typeface="Wingdings" pitchFamily="2" charset="2"/>
            </a:rPr>
            <a:t> C (6)</a:t>
          </a:r>
          <a:endParaRPr lang="en-US" sz="1600" kern="1200" dirty="0"/>
        </a:p>
      </dsp:txBody>
      <dsp:txXfrm>
        <a:off x="4432509" y="4007560"/>
        <a:ext cx="1519897" cy="737018"/>
      </dsp:txXfrm>
    </dsp:sp>
    <dsp:sp modelId="{ED269A22-2A97-4302-87CF-23A604F1E7BB}">
      <dsp:nvSpPr>
        <dsp:cNvPr id="0" name=""/>
        <dsp:cNvSpPr/>
      </dsp:nvSpPr>
      <dsp:spPr>
        <a:xfrm rot="3178628">
          <a:off x="3363345" y="4710310"/>
          <a:ext cx="1306050" cy="25004"/>
        </a:xfrm>
        <a:custGeom>
          <a:avLst/>
          <a:gdLst/>
          <a:ahLst/>
          <a:cxnLst/>
          <a:rect l="0" t="0" r="0" b="0"/>
          <a:pathLst>
            <a:path>
              <a:moveTo>
                <a:pt x="0" y="12502"/>
              </a:moveTo>
              <a:lnTo>
                <a:pt x="1306050" y="12502"/>
              </a:lnTo>
            </a:path>
          </a:pathLst>
        </a:custGeom>
        <a:noFill/>
        <a:ln w="15875" cap="rnd" cmpd="sng" algn="ctr">
          <a:solidFill>
            <a:schemeClr val="accent1">
              <a:shade val="80000"/>
              <a:hueOff val="0"/>
              <a:satOff val="0"/>
              <a:lumOff val="0"/>
              <a:alphaOff val="0"/>
            </a:schemeClr>
          </a:solidFill>
          <a:prstDash val="solid"/>
        </a:ln>
        <a:effectLst/>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83720" y="4690161"/>
        <a:ext cx="65302" cy="65302"/>
      </dsp:txXfrm>
    </dsp:sp>
    <dsp:sp modelId="{90DEE8C9-1047-4362-BFCB-7FBADC780F62}">
      <dsp:nvSpPr>
        <dsp:cNvPr id="0" name=""/>
        <dsp:cNvSpPr/>
      </dsp:nvSpPr>
      <dsp:spPr>
        <a:xfrm>
          <a:off x="4409579" y="4852746"/>
          <a:ext cx="1565757" cy="782878"/>
        </a:xfrm>
        <a:prstGeom prst="roundRect">
          <a:avLst>
            <a:gd name="adj" fmla="val 10000"/>
          </a:avLst>
        </a:prstGeom>
        <a:solidFill>
          <a:schemeClr val="bg2"/>
        </a:solidFill>
        <a:ln>
          <a:noFill/>
        </a:ln>
        <a:effectLst/>
        <a:sp3d extrusionH="50600" prstMaterial="plastic">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Tower(1,A,B,C)</a:t>
          </a:r>
        </a:p>
      </dsp:txBody>
      <dsp:txXfrm>
        <a:off x="4432509" y="4875676"/>
        <a:ext cx="1519897" cy="737018"/>
      </dsp:txXfrm>
    </dsp:sp>
    <dsp:sp modelId="{8F24B2AD-1858-4828-8DC6-E36EEA1A354E}">
      <dsp:nvSpPr>
        <dsp:cNvPr id="0" name=""/>
        <dsp:cNvSpPr/>
      </dsp:nvSpPr>
      <dsp:spPr>
        <a:xfrm>
          <a:off x="5975337" y="5231683"/>
          <a:ext cx="612305" cy="25004"/>
        </a:xfrm>
        <a:custGeom>
          <a:avLst/>
          <a:gdLst/>
          <a:ahLst/>
          <a:cxnLst/>
          <a:rect l="0" t="0" r="0" b="0"/>
          <a:pathLst>
            <a:path>
              <a:moveTo>
                <a:pt x="0" y="12502"/>
              </a:moveTo>
              <a:lnTo>
                <a:pt x="612305" y="12502"/>
              </a:lnTo>
            </a:path>
          </a:pathLst>
        </a:custGeom>
        <a:noFill/>
        <a:ln w="15875" cap="rnd" cmpd="sng" algn="ctr">
          <a:solidFill>
            <a:schemeClr val="accent1">
              <a:shade val="80000"/>
              <a:hueOff val="0"/>
              <a:satOff val="0"/>
              <a:lumOff val="0"/>
              <a:alphaOff val="0"/>
            </a:schemeClr>
          </a:solidFill>
          <a:prstDash val="solid"/>
        </a:ln>
        <a:effectLst/>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266182" y="5228878"/>
        <a:ext cx="30615" cy="30615"/>
      </dsp:txXfrm>
    </dsp:sp>
    <dsp:sp modelId="{F7154B16-2E10-493A-86B0-3D012D56CA3B}">
      <dsp:nvSpPr>
        <dsp:cNvPr id="0" name=""/>
        <dsp:cNvSpPr/>
      </dsp:nvSpPr>
      <dsp:spPr>
        <a:xfrm>
          <a:off x="6587642" y="4852746"/>
          <a:ext cx="1565757" cy="782878"/>
        </a:xfrm>
        <a:prstGeom prst="roundRect">
          <a:avLst>
            <a:gd name="adj" fmla="val 10000"/>
          </a:avLst>
        </a:prstGeom>
        <a:solidFill>
          <a:schemeClr val="bg2"/>
        </a:solidFill>
        <a:ln>
          <a:noFill/>
        </a:ln>
        <a:effectLst/>
        <a:sp3d extrusionH="50600" prstMaterial="plastic">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a:t>
          </a:r>
          <a:r>
            <a:rPr lang="en-US" sz="1600" kern="1200" dirty="0">
              <a:sym typeface="Wingdings" pitchFamily="2" charset="2"/>
            </a:rPr>
            <a:t> C (7)</a:t>
          </a:r>
          <a:endParaRPr lang="en-US" sz="1600" kern="1200" dirty="0"/>
        </a:p>
      </dsp:txBody>
      <dsp:txXfrm>
        <a:off x="6610572" y="4875676"/>
        <a:ext cx="1519897" cy="73701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6D37CF-31A0-4769-9AA9-40C9B044E265}" type="datetimeFigureOut">
              <a:rPr lang="en-US" smtClean="0"/>
              <a:pPr/>
              <a:t>9/30/2024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8FC22B-5A30-42C3-9EE2-65405D4BC265}" type="slidenum">
              <a:rPr lang="en-US" smtClean="0"/>
              <a:pPr/>
              <a:t>‹#›</a:t>
            </a:fld>
            <a:endParaRPr lang="en-US"/>
          </a:p>
        </p:txBody>
      </p:sp>
    </p:spTree>
    <p:extLst>
      <p:ext uri="{BB962C8B-B14F-4D97-AF65-F5344CB8AC3E}">
        <p14:creationId xmlns:p14="http://schemas.microsoft.com/office/powerpoint/2010/main" val="2861594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48FC22B-5A30-42C3-9EE2-65405D4BC265}" type="slidenum">
              <a:rPr lang="en-US" smtClean="0"/>
              <a:pPr/>
              <a:t>1</a:t>
            </a:fld>
            <a:endParaRPr lang="en-US"/>
          </a:p>
        </p:txBody>
      </p:sp>
    </p:spTree>
    <p:extLst>
      <p:ext uri="{BB962C8B-B14F-4D97-AF65-F5344CB8AC3E}">
        <p14:creationId xmlns:p14="http://schemas.microsoft.com/office/powerpoint/2010/main" val="843284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69FDEBE3-2C14-428E-BCB7-9124A16FCD4C}" type="slidenum">
              <a:rPr lang="en-US" smtClean="0">
                <a:latin typeface="Arial" pitchFamily="34" charset="0"/>
              </a:rPr>
              <a:pPr/>
              <a:t>7</a:t>
            </a:fld>
            <a:endParaRPr lang="en-US">
              <a:latin typeface="Arial" pitchFamily="34"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2969182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69FDEBE3-2C14-428E-BCB7-9124A16FCD4C}" type="slidenum">
              <a:rPr lang="en-US" smtClean="0">
                <a:latin typeface="Arial" pitchFamily="34" charset="0"/>
              </a:rPr>
              <a:pPr/>
              <a:t>10</a:t>
            </a:fld>
            <a:endParaRPr lang="en-US">
              <a:latin typeface="Arial" pitchFamily="34"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22739519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69FDEBE3-2C14-428E-BCB7-9124A16FCD4C}" type="slidenum">
              <a:rPr lang="en-US" smtClean="0">
                <a:latin typeface="Arial" pitchFamily="34" charset="0"/>
              </a:rPr>
              <a:pPr/>
              <a:t>14</a:t>
            </a:fld>
            <a:endParaRPr lang="en-US">
              <a:latin typeface="Arial" pitchFamily="34"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39959499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8341375E-B113-45F5-AE5F-8A68C1563D28}" type="slidenum">
              <a:rPr lang="en-US" smtClean="0">
                <a:latin typeface="Arial" pitchFamily="34" charset="0"/>
              </a:rPr>
              <a:pPr/>
              <a:t>22</a:t>
            </a:fld>
            <a:endParaRPr lang="en-US">
              <a:latin typeface="Arial" pitchFamily="34" charset="0"/>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1858848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619A2FE3-74E0-4D5C-8796-9FC94FDAB80F}" type="slidenum">
              <a:rPr lang="en-US" smtClean="0">
                <a:latin typeface="Arial" pitchFamily="34" charset="0"/>
              </a:rPr>
              <a:pPr/>
              <a:t>26</a:t>
            </a:fld>
            <a:endParaRPr lang="en-US">
              <a:latin typeface="Arial" pitchFamily="34"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582100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eaLnBrk="1" fontAlgn="auto" hangingPunct="1">
              <a:spcBef>
                <a:spcPts val="0"/>
              </a:spcBef>
              <a:spcAft>
                <a:spcPts val="0"/>
              </a:spcAft>
              <a:defRPr/>
            </a:pPr>
            <a:r>
              <a:rPr lang="en-US" dirty="0"/>
              <a:t>1) </a:t>
            </a:r>
            <a:r>
              <a:rPr lang="en-US" b="1" dirty="0"/>
              <a:t>Queue</a:t>
            </a:r>
            <a:r>
              <a:rPr lang="en-US" dirty="0"/>
              <a:t> is </a:t>
            </a:r>
            <a:r>
              <a:rPr lang="en-US" b="1" i="1" dirty="0">
                <a:solidFill>
                  <a:srgbClr val="993300"/>
                </a:solidFill>
              </a:rPr>
              <a:t>FIFO</a:t>
            </a:r>
            <a:r>
              <a:rPr lang="en-US" b="1" dirty="0">
                <a:solidFill>
                  <a:srgbClr val="993300"/>
                </a:solidFill>
              </a:rPr>
              <a:t> (First In First Out)</a:t>
            </a:r>
            <a:r>
              <a:rPr lang="en-US" dirty="0"/>
              <a:t> structure and physically can be implemented as an array or as a linked list.</a:t>
            </a:r>
          </a:p>
          <a:p>
            <a:pPr eaLnBrk="1" fontAlgn="auto" hangingPunct="1">
              <a:spcBef>
                <a:spcPts val="0"/>
              </a:spcBef>
              <a:spcAft>
                <a:spcPts val="0"/>
              </a:spcAft>
              <a:defRPr/>
            </a:pPr>
            <a:r>
              <a:rPr lang="en-US" dirty="0"/>
              <a:t>2) </a:t>
            </a:r>
            <a:r>
              <a:rPr lang="en-US" b="1" dirty="0"/>
              <a:t>Queue</a:t>
            </a:r>
            <a:r>
              <a:rPr lang="en-US" dirty="0"/>
              <a:t>, when implemented as an array is functionally same as any other array except that here, adding an element and deletion is done from the one direction and deletion from other just like any queue of peoples.</a:t>
            </a:r>
          </a:p>
          <a:p>
            <a:pPr eaLnBrk="1" fontAlgn="auto" hangingPunct="1">
              <a:spcBef>
                <a:spcPts val="0"/>
              </a:spcBef>
              <a:spcAft>
                <a:spcPts val="0"/>
              </a:spcAft>
              <a:defRPr/>
            </a:pPr>
            <a:r>
              <a:rPr lang="en-US" dirty="0"/>
              <a:t>3) </a:t>
            </a:r>
            <a:r>
              <a:rPr lang="en-US" sz="2800" dirty="0">
                <a:ea typeface="MS Mincho" charset="-128"/>
              </a:rPr>
              <a:t>Queues have two ends: </a:t>
            </a:r>
            <a:endParaRPr lang="en-US" sz="2800" dirty="0">
              <a:cs typeface="Courier New" pitchFamily="49" charset="0"/>
            </a:endParaRPr>
          </a:p>
          <a:p>
            <a:pPr lvl="1" eaLnBrk="1" fontAlgn="auto" hangingPunct="1">
              <a:spcBef>
                <a:spcPts val="0"/>
              </a:spcBef>
              <a:spcAft>
                <a:spcPts val="0"/>
              </a:spcAft>
              <a:defRPr/>
            </a:pPr>
            <a:r>
              <a:rPr lang="en-US" dirty="0">
                <a:ea typeface="MS Mincho" charset="-128"/>
              </a:rPr>
              <a:t>Elements are added at one end Called REAR. </a:t>
            </a:r>
            <a:endParaRPr lang="en-US" dirty="0">
              <a:cs typeface="Courier New" pitchFamily="49" charset="0"/>
            </a:endParaRPr>
          </a:p>
          <a:p>
            <a:pPr lvl="1" eaLnBrk="1" fontAlgn="auto" hangingPunct="1">
              <a:spcBef>
                <a:spcPts val="0"/>
              </a:spcBef>
              <a:spcAft>
                <a:spcPts val="0"/>
              </a:spcAft>
              <a:defRPr/>
            </a:pPr>
            <a:r>
              <a:rPr lang="en-US" dirty="0">
                <a:ea typeface="MS Mincho" charset="-128"/>
              </a:rPr>
              <a:t>Elements are removed from the other end Called FRONT.</a:t>
            </a:r>
          </a:p>
          <a:p>
            <a:pPr eaLnBrk="1" fontAlgn="auto" hangingPunct="1">
              <a:spcBef>
                <a:spcPts val="0"/>
              </a:spcBef>
              <a:spcAft>
                <a:spcPts val="0"/>
              </a:spcAft>
              <a:defRPr/>
            </a:pPr>
            <a:endParaRPr lang="en-US" dirty="0"/>
          </a:p>
          <a:p>
            <a:pPr eaLnBrk="1" fontAlgn="auto" hangingPunct="1">
              <a:spcBef>
                <a:spcPts val="0"/>
              </a:spcBef>
              <a:spcAft>
                <a:spcPts val="0"/>
              </a:spcAft>
              <a:defRPr/>
            </a:pPr>
            <a:endParaRPr lang="en-US" sz="1050" dirty="0"/>
          </a:p>
          <a:p>
            <a:pPr eaLnBrk="1" fontAlgn="auto" hangingPunct="1">
              <a:spcBef>
                <a:spcPts val="0"/>
              </a:spcBef>
              <a:spcAft>
                <a:spcPts val="0"/>
              </a:spcAft>
              <a:defRPr/>
            </a:pPr>
            <a:endParaRPr lang="en-US" dirty="0"/>
          </a:p>
        </p:txBody>
      </p:sp>
      <p:sp>
        <p:nvSpPr>
          <p:cNvPr id="3379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1ACA911-7834-4042-A229-F7C4C064FAF5}" type="slidenum">
              <a:rPr lang="en-US">
                <a:latin typeface="Calibri" panose="020F0502020204030204" pitchFamily="34" charset="0"/>
              </a:rPr>
              <a:pPr eaLnBrk="1" hangingPunct="1"/>
              <a:t>40</a:t>
            </a:fld>
            <a:endParaRPr lang="en-US">
              <a:latin typeface="Calibri" panose="020F0502020204030204" pitchFamily="34" charset="0"/>
            </a:endParaRPr>
          </a:p>
        </p:txBody>
      </p:sp>
    </p:spTree>
    <p:extLst>
      <p:ext uri="{BB962C8B-B14F-4D97-AF65-F5344CB8AC3E}">
        <p14:creationId xmlns:p14="http://schemas.microsoft.com/office/powerpoint/2010/main" val="30318358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t>True </a:t>
            </a:r>
            <a:r>
              <a:rPr lang="en-US">
                <a:sym typeface="Wingdings" panose="05000000000000000000" pitchFamily="2" charset="2"/>
              </a:rPr>
              <a:t> 1</a:t>
            </a:r>
          </a:p>
          <a:p>
            <a:r>
              <a:rPr lang="en-US">
                <a:sym typeface="Wingdings" panose="05000000000000000000" pitchFamily="2" charset="2"/>
              </a:rPr>
              <a:t>False 0</a:t>
            </a:r>
            <a:endParaRPr lang="en-US"/>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F9D0141-D5A9-4C85-91CF-A316E07A637B}" type="slidenum">
              <a:rPr lang="en-US">
                <a:latin typeface="Calibri" panose="020F0502020204030204" pitchFamily="34" charset="0"/>
              </a:rPr>
              <a:pPr eaLnBrk="1" hangingPunct="1"/>
              <a:t>60</a:t>
            </a:fld>
            <a:endParaRPr lang="en-US">
              <a:latin typeface="Calibri" panose="020F0502020204030204" pitchFamily="34" charset="0"/>
            </a:endParaRPr>
          </a:p>
        </p:txBody>
      </p:sp>
    </p:spTree>
    <p:extLst>
      <p:ext uri="{BB962C8B-B14F-4D97-AF65-F5344CB8AC3E}">
        <p14:creationId xmlns:p14="http://schemas.microsoft.com/office/powerpoint/2010/main" val="17908724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atin typeface="Times New Roman" panose="02020603050405020304" pitchFamily="18" charset="0"/>
                <a:cs typeface="Times New Roman" panose="02020603050405020304" pitchFamily="18" charset="0"/>
              </a:rPr>
              <a:t>((F=0 and R = N-1) or (F=R+1))  === (F=R+1)%N      N is Size of Queue</a:t>
            </a:r>
            <a:endParaRPr lang="en-US"/>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46C98CC-4B62-482D-919A-4D00D972410A}" type="slidenum">
              <a:rPr lang="en-US">
                <a:latin typeface="Calibri" panose="020F0502020204030204" pitchFamily="34" charset="0"/>
              </a:rPr>
              <a:pPr eaLnBrk="1" hangingPunct="1"/>
              <a:t>61</a:t>
            </a:fld>
            <a:endParaRPr lang="en-US">
              <a:latin typeface="Calibri" panose="020F0502020204030204" pitchFamily="34" charset="0"/>
            </a:endParaRPr>
          </a:p>
        </p:txBody>
      </p:sp>
    </p:spTree>
    <p:extLst>
      <p:ext uri="{BB962C8B-B14F-4D97-AF65-F5344CB8AC3E}">
        <p14:creationId xmlns:p14="http://schemas.microsoft.com/office/powerpoint/2010/main" val="24784601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atin typeface="Times New Roman" panose="02020603050405020304" pitchFamily="18" charset="0"/>
                <a:cs typeface="Times New Roman" panose="02020603050405020304" pitchFamily="18" charset="0"/>
              </a:rPr>
              <a:t>R=(R+1)%N   === (if (R=N-1) then R =0; else R=R+1;)</a:t>
            </a:r>
            <a:endParaRPr lang="en-US"/>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FDAFC4D-73D6-4FA7-9DB1-DAAF2E24EB9C}" type="slidenum">
              <a:rPr lang="en-US">
                <a:latin typeface="Calibri" panose="020F0502020204030204" pitchFamily="34" charset="0"/>
              </a:rPr>
              <a:pPr eaLnBrk="1" hangingPunct="1"/>
              <a:t>62</a:t>
            </a:fld>
            <a:endParaRPr lang="en-US">
              <a:latin typeface="Calibri" panose="020F0502020204030204" pitchFamily="34" charset="0"/>
            </a:endParaRPr>
          </a:p>
        </p:txBody>
      </p:sp>
    </p:spTree>
    <p:extLst>
      <p:ext uri="{BB962C8B-B14F-4D97-AF65-F5344CB8AC3E}">
        <p14:creationId xmlns:p14="http://schemas.microsoft.com/office/powerpoint/2010/main" val="22837358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atin typeface="Times New Roman" panose="02020603050405020304" pitchFamily="18" charset="0"/>
                <a:cs typeface="Times New Roman" panose="02020603050405020304" pitchFamily="18" charset="0"/>
              </a:rPr>
              <a:t>F=(F+1)%N   === (if (F=N-1) then F =0; else F=F+1;)</a:t>
            </a:r>
            <a:endParaRPr lang="en-US"/>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C26E910-C25A-4F46-8B56-F875024B1B61}" type="slidenum">
              <a:rPr lang="en-US">
                <a:latin typeface="Calibri" panose="020F0502020204030204" pitchFamily="34" charset="0"/>
              </a:rPr>
              <a:pPr eaLnBrk="1" hangingPunct="1"/>
              <a:t>63</a:t>
            </a:fld>
            <a:endParaRPr lang="en-US">
              <a:latin typeface="Calibri" panose="020F0502020204030204" pitchFamily="34" charset="0"/>
            </a:endParaRPr>
          </a:p>
        </p:txBody>
      </p:sp>
    </p:spTree>
    <p:extLst>
      <p:ext uri="{BB962C8B-B14F-4D97-AF65-F5344CB8AC3E}">
        <p14:creationId xmlns:p14="http://schemas.microsoft.com/office/powerpoint/2010/main" val="19554649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73B4B65-3C65-4482-9DC9-348646A02C0F}" type="slidenum">
              <a:rPr lang="en-US">
                <a:latin typeface="Calibri" panose="020F0502020204030204" pitchFamily="34" charset="0"/>
              </a:rPr>
              <a:pPr eaLnBrk="1" hangingPunct="1"/>
              <a:t>84</a:t>
            </a:fld>
            <a:endParaRPr lang="en-US">
              <a:latin typeface="Calibri" panose="020F0502020204030204" pitchFamily="34" charset="0"/>
            </a:endParaRPr>
          </a:p>
        </p:txBody>
      </p:sp>
    </p:spTree>
    <p:extLst>
      <p:ext uri="{BB962C8B-B14F-4D97-AF65-F5344CB8AC3E}">
        <p14:creationId xmlns:p14="http://schemas.microsoft.com/office/powerpoint/2010/main" val="1278492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773D9F-E01A-4503-9E63-47FF9085D682}" type="datetime1">
              <a:rPr lang="en-US" smtClean="0"/>
              <a:pPr/>
              <a:t>9/30/2024</a:t>
            </a:fld>
            <a:endParaRPr lang="en-US" dirty="0"/>
          </a:p>
        </p:txBody>
      </p:sp>
      <p:sp>
        <p:nvSpPr>
          <p:cNvPr id="5" name="Footer Placeholder 4"/>
          <p:cNvSpPr>
            <a:spLocks noGrp="1"/>
          </p:cNvSpPr>
          <p:nvPr>
            <p:ph type="ftr" sz="quarter" idx="11"/>
          </p:nvPr>
        </p:nvSpPr>
        <p:spPr/>
        <p:txBody>
          <a:bodyPr/>
          <a:lstStyle/>
          <a:p>
            <a:r>
              <a:rPr lang="en-IN"/>
              <a:t>Queue Data Structure          By: Mukesh Sakle</a:t>
            </a:r>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01044A-EF12-4E21-9A8A-44FF1F87E73F}" type="datetime1">
              <a:rPr lang="en-US" smtClean="0"/>
              <a:pPr/>
              <a:t>9/30/2024</a:t>
            </a:fld>
            <a:endParaRPr lang="en-US" dirty="0"/>
          </a:p>
        </p:txBody>
      </p:sp>
      <p:sp>
        <p:nvSpPr>
          <p:cNvPr id="5" name="Footer Placeholder 4"/>
          <p:cNvSpPr>
            <a:spLocks noGrp="1"/>
          </p:cNvSpPr>
          <p:nvPr>
            <p:ph type="ftr" sz="quarter" idx="11"/>
          </p:nvPr>
        </p:nvSpPr>
        <p:spPr/>
        <p:txBody>
          <a:bodyPr/>
          <a:lstStyle/>
          <a:p>
            <a:r>
              <a:rPr lang="en-IN"/>
              <a:t>Queue Data Structure          By: Mukesh Sakle</a:t>
            </a:r>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DC49E6-1A4A-4BF0-839D-8FFC352D17FD}" type="datetime1">
              <a:rPr lang="en-US" smtClean="0"/>
              <a:pPr/>
              <a:t>9/30/2024</a:t>
            </a:fld>
            <a:endParaRPr lang="en-US" dirty="0"/>
          </a:p>
        </p:txBody>
      </p:sp>
      <p:sp>
        <p:nvSpPr>
          <p:cNvPr id="5" name="Footer Placeholder 4"/>
          <p:cNvSpPr>
            <a:spLocks noGrp="1"/>
          </p:cNvSpPr>
          <p:nvPr>
            <p:ph type="ftr" sz="quarter" idx="11"/>
          </p:nvPr>
        </p:nvSpPr>
        <p:spPr/>
        <p:txBody>
          <a:bodyPr/>
          <a:lstStyle/>
          <a:p>
            <a:r>
              <a:rPr lang="en-IN"/>
              <a:t>Queue Data Structure          By: Mukesh Sakle</a:t>
            </a:r>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140889-047A-4D43-A8AF-D87C2D0834BD}" type="datetime1">
              <a:rPr lang="en-US" smtClean="0"/>
              <a:pPr/>
              <a:t>9/30/2024</a:t>
            </a:fld>
            <a:endParaRPr lang="en-US" dirty="0"/>
          </a:p>
        </p:txBody>
      </p:sp>
      <p:sp>
        <p:nvSpPr>
          <p:cNvPr id="6" name="Footer Placeholder 5"/>
          <p:cNvSpPr>
            <a:spLocks noGrp="1"/>
          </p:cNvSpPr>
          <p:nvPr>
            <p:ph type="ftr" sz="quarter" idx="11"/>
          </p:nvPr>
        </p:nvSpPr>
        <p:spPr/>
        <p:txBody>
          <a:bodyPr/>
          <a:lstStyle/>
          <a:p>
            <a:r>
              <a:rPr lang="en-IN"/>
              <a:t>Queue Data Structure          By: Mukesh Sakle</a:t>
            </a:r>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46A1AF8-8EA3-4D9D-B299-432467E4CF81}" type="datetime1">
              <a:rPr lang="en-US" smtClean="0"/>
              <a:pPr/>
              <a:t>9/30/2024</a:t>
            </a:fld>
            <a:endParaRPr lang="en-US" dirty="0"/>
          </a:p>
        </p:txBody>
      </p:sp>
      <p:sp>
        <p:nvSpPr>
          <p:cNvPr id="8" name="Footer Placeholder 7"/>
          <p:cNvSpPr>
            <a:spLocks noGrp="1"/>
          </p:cNvSpPr>
          <p:nvPr>
            <p:ph type="ftr" sz="quarter" idx="11"/>
          </p:nvPr>
        </p:nvSpPr>
        <p:spPr/>
        <p:txBody>
          <a:bodyPr/>
          <a:lstStyle/>
          <a:p>
            <a:r>
              <a:rPr lang="en-IN"/>
              <a:t>Queue Data Structure          By: Mukesh Sakle</a:t>
            </a:r>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FD0420C-8E08-414C-AC20-E108CDFE777E}" type="datetime1">
              <a:rPr lang="en-US" smtClean="0"/>
              <a:pPr/>
              <a:t>9/30/2024</a:t>
            </a:fld>
            <a:endParaRPr lang="en-US" dirty="0"/>
          </a:p>
        </p:txBody>
      </p:sp>
      <p:sp>
        <p:nvSpPr>
          <p:cNvPr id="4" name="Footer Placeholder 3"/>
          <p:cNvSpPr>
            <a:spLocks noGrp="1"/>
          </p:cNvSpPr>
          <p:nvPr>
            <p:ph type="ftr" sz="quarter" idx="11"/>
          </p:nvPr>
        </p:nvSpPr>
        <p:spPr/>
        <p:txBody>
          <a:bodyPr/>
          <a:lstStyle/>
          <a:p>
            <a:r>
              <a:rPr lang="en-IN"/>
              <a:t>Queue Data Structure          By: Mukesh Sakle</a:t>
            </a:r>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7375FC-5277-4284-AE5A-D739C0F100DB}" type="datetime1">
              <a:rPr lang="en-US" smtClean="0"/>
              <a:pPr/>
              <a:t>9/30/2024</a:t>
            </a:fld>
            <a:endParaRPr lang="en-US" dirty="0"/>
          </a:p>
        </p:txBody>
      </p:sp>
      <p:sp>
        <p:nvSpPr>
          <p:cNvPr id="3" name="Footer Placeholder 2"/>
          <p:cNvSpPr>
            <a:spLocks noGrp="1"/>
          </p:cNvSpPr>
          <p:nvPr>
            <p:ph type="ftr" sz="quarter" idx="11"/>
          </p:nvPr>
        </p:nvSpPr>
        <p:spPr/>
        <p:txBody>
          <a:bodyPr/>
          <a:lstStyle/>
          <a:p>
            <a:r>
              <a:rPr lang="en-IN"/>
              <a:t>Queue Data Structure          By: Mukesh Sakle</a:t>
            </a:r>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157D8F4-3C52-4810-B5E5-B53F1A0B4E2B}" type="datetime1">
              <a:rPr lang="en-US" smtClean="0"/>
              <a:pPr/>
              <a:t>9/30/2024</a:t>
            </a:fld>
            <a:endParaRPr lang="en-US" dirty="0"/>
          </a:p>
        </p:txBody>
      </p:sp>
      <p:sp>
        <p:nvSpPr>
          <p:cNvPr id="6" name="Footer Placeholder 5"/>
          <p:cNvSpPr>
            <a:spLocks noGrp="1"/>
          </p:cNvSpPr>
          <p:nvPr>
            <p:ph type="ftr" sz="quarter" idx="11"/>
          </p:nvPr>
        </p:nvSpPr>
        <p:spPr/>
        <p:txBody>
          <a:bodyPr/>
          <a:lstStyle/>
          <a:p>
            <a:r>
              <a:rPr lang="en-IN"/>
              <a:t>Queue Data Structure          By: Mukesh Sakle</a:t>
            </a:r>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986A42-13FE-45CB-B6F3-B8FF12D0A2B1}" type="datetime1">
              <a:rPr lang="en-US" smtClean="0"/>
              <a:pPr/>
              <a:t>9/30/2024</a:t>
            </a:fld>
            <a:endParaRPr lang="en-US" dirty="0"/>
          </a:p>
        </p:txBody>
      </p:sp>
      <p:sp>
        <p:nvSpPr>
          <p:cNvPr id="6" name="Footer Placeholder 5"/>
          <p:cNvSpPr>
            <a:spLocks noGrp="1"/>
          </p:cNvSpPr>
          <p:nvPr>
            <p:ph type="ftr" sz="quarter" idx="11"/>
          </p:nvPr>
        </p:nvSpPr>
        <p:spPr/>
        <p:txBody>
          <a:bodyPr/>
          <a:lstStyle/>
          <a:p>
            <a:r>
              <a:rPr lang="en-IN"/>
              <a:t>Queue Data Structure          By: Mukesh Sakle</a:t>
            </a:r>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62D24E-F697-4ADD-A674-EA3ED374E63A}" type="datetime1">
              <a:rPr lang="en-US" smtClean="0"/>
              <a:pPr/>
              <a:t>9/30/2024</a:t>
            </a:fld>
            <a:endParaRPr lang="en-US" dirty="0"/>
          </a:p>
        </p:txBody>
      </p:sp>
      <p:sp>
        <p:nvSpPr>
          <p:cNvPr id="5" name="Footer Placeholder 4"/>
          <p:cNvSpPr>
            <a:spLocks noGrp="1"/>
          </p:cNvSpPr>
          <p:nvPr>
            <p:ph type="ftr" sz="quarter" idx="11"/>
          </p:nvPr>
        </p:nvSpPr>
        <p:spPr/>
        <p:txBody>
          <a:bodyPr/>
          <a:lstStyle/>
          <a:p>
            <a:r>
              <a:rPr lang="en-IN"/>
              <a:t>Queue Data Structure          By: Mukesh Sakle</a:t>
            </a:r>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51306A-E76C-40D1-B328-8EFDF7AB8590}" type="datetime1">
              <a:rPr lang="en-US" smtClean="0"/>
              <a:pPr/>
              <a:t>9/30/2024</a:t>
            </a:fld>
            <a:endParaRPr lang="en-US" dirty="0"/>
          </a:p>
        </p:txBody>
      </p:sp>
      <p:sp>
        <p:nvSpPr>
          <p:cNvPr id="5" name="Footer Placeholder 4"/>
          <p:cNvSpPr>
            <a:spLocks noGrp="1"/>
          </p:cNvSpPr>
          <p:nvPr>
            <p:ph type="ftr" sz="quarter" idx="11"/>
          </p:nvPr>
        </p:nvSpPr>
        <p:spPr/>
        <p:txBody>
          <a:bodyPr/>
          <a:lstStyle/>
          <a:p>
            <a:r>
              <a:rPr lang="en-IN"/>
              <a:t>Queue Data Structure          By: Mukesh Sakle</a:t>
            </a:r>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E2E39AC-C4D2-470C-B27B-58BAF0F02B67}" type="datetime1">
              <a:rPr lang="en-US" smtClean="0"/>
              <a:pPr/>
              <a:t>9/30/2024</a:t>
            </a:fld>
            <a:endParaRPr lang="en-US" dirty="0"/>
          </a:p>
        </p:txBody>
      </p:sp>
      <p:sp>
        <p:nvSpPr>
          <p:cNvPr id="6" name="Footer Placeholder 5"/>
          <p:cNvSpPr>
            <a:spLocks noGrp="1"/>
          </p:cNvSpPr>
          <p:nvPr>
            <p:ph type="ftr" sz="quarter" idx="11"/>
          </p:nvPr>
        </p:nvSpPr>
        <p:spPr/>
        <p:txBody>
          <a:bodyPr/>
          <a:lstStyle/>
          <a:p>
            <a:r>
              <a:rPr lang="en-IN"/>
              <a:t>Queue Data Structure          By: Mukesh Sakle</a:t>
            </a:r>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3AC2E33-6347-4936-AA98-AA439A074488}" type="datetime1">
              <a:rPr lang="en-US" smtClean="0"/>
              <a:pPr/>
              <a:t>9/30/2024</a:t>
            </a:fld>
            <a:endParaRPr lang="en-US" dirty="0"/>
          </a:p>
        </p:txBody>
      </p:sp>
      <p:sp>
        <p:nvSpPr>
          <p:cNvPr id="6" name="Footer Placeholder 5"/>
          <p:cNvSpPr>
            <a:spLocks noGrp="1"/>
          </p:cNvSpPr>
          <p:nvPr>
            <p:ph type="ftr" sz="quarter" idx="11"/>
          </p:nvPr>
        </p:nvSpPr>
        <p:spPr/>
        <p:txBody>
          <a:bodyPr/>
          <a:lstStyle/>
          <a:p>
            <a:r>
              <a:rPr lang="en-IN"/>
              <a:t>Queue Data Structure          By: Mukesh Sakle</a:t>
            </a:r>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0E80A21-7091-4CCE-86C4-CB546CC3BC1F}" type="datetime1">
              <a:rPr lang="en-US" smtClean="0"/>
              <a:pPr/>
              <a:t>9/30/2024</a:t>
            </a:fld>
            <a:endParaRPr lang="en-US" dirty="0"/>
          </a:p>
        </p:txBody>
      </p:sp>
      <p:sp>
        <p:nvSpPr>
          <p:cNvPr id="6" name="Footer Placeholder 5"/>
          <p:cNvSpPr>
            <a:spLocks noGrp="1"/>
          </p:cNvSpPr>
          <p:nvPr>
            <p:ph type="ftr" sz="quarter" idx="11"/>
          </p:nvPr>
        </p:nvSpPr>
        <p:spPr/>
        <p:txBody>
          <a:bodyPr/>
          <a:lstStyle/>
          <a:p>
            <a:r>
              <a:rPr lang="en-IN"/>
              <a:t>Queue Data Structure          By: Mukesh Sakle</a:t>
            </a:r>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A34B7A-C315-48E7-9A4E-E857D29CC418}" type="datetime1">
              <a:rPr lang="en-US" smtClean="0"/>
              <a:pPr/>
              <a:t>9/30/2024</a:t>
            </a:fld>
            <a:endParaRPr lang="en-US" dirty="0"/>
          </a:p>
        </p:txBody>
      </p:sp>
      <p:sp>
        <p:nvSpPr>
          <p:cNvPr id="5" name="Footer Placeholder 4"/>
          <p:cNvSpPr>
            <a:spLocks noGrp="1"/>
          </p:cNvSpPr>
          <p:nvPr>
            <p:ph type="ftr" sz="quarter" idx="11"/>
          </p:nvPr>
        </p:nvSpPr>
        <p:spPr/>
        <p:txBody>
          <a:bodyPr/>
          <a:lstStyle/>
          <a:p>
            <a:r>
              <a:rPr lang="en-IN"/>
              <a:t>Queue Data Structure          By: Mukesh Sakle</a:t>
            </a:r>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F087E6-1E1C-4276-8DA4-97E3544CB696}" type="datetime1">
              <a:rPr lang="en-US" smtClean="0"/>
              <a:pPr/>
              <a:t>9/30/2024</a:t>
            </a:fld>
            <a:endParaRPr lang="en-US" dirty="0"/>
          </a:p>
        </p:txBody>
      </p:sp>
      <p:sp>
        <p:nvSpPr>
          <p:cNvPr id="5" name="Footer Placeholder 4"/>
          <p:cNvSpPr>
            <a:spLocks noGrp="1"/>
          </p:cNvSpPr>
          <p:nvPr>
            <p:ph type="ftr" sz="quarter" idx="11"/>
          </p:nvPr>
        </p:nvSpPr>
        <p:spPr/>
        <p:txBody>
          <a:bodyPr/>
          <a:lstStyle/>
          <a:p>
            <a:r>
              <a:rPr lang="en-IN"/>
              <a:t>Queue Data Structure          By: Mukesh Sakle</a:t>
            </a:r>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304800" y="122239"/>
            <a:ext cx="10972800" cy="4746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5994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23B14AF4-7A82-46C4-AE18-461F9C9C23EF}" type="datetime1">
              <a:rPr lang="en-US" smtClean="0"/>
              <a:pPr/>
              <a:t>9/30/2024</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IN"/>
              <a:t>Queue Data Structure          By: Mukesh Sakle</a:t>
            </a:r>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 id="2147483665" r:id="rId17"/>
  </p:sldLayoutIdLst>
  <p:hf hdr="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July-Dec%202015/DS/A-Z_DS/X.%20Animation/queue/animations/circular%20queue/circular%20queue.exe" TargetMode="Externa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21033" y="1677474"/>
            <a:ext cx="8915399" cy="1400577"/>
          </a:xfrm>
        </p:spPr>
        <p:txBody>
          <a:bodyPr>
            <a:normAutofit/>
          </a:bodyPr>
          <a:lstStyle/>
          <a:p>
            <a:r>
              <a:rPr lang="en-US" sz="4800" dirty="0">
                <a:solidFill>
                  <a:schemeClr val="accent1"/>
                </a:solidFill>
                <a:latin typeface="Times New Roman" panose="02020603050405020304" pitchFamily="18" charset="0"/>
                <a:cs typeface="Times New Roman" panose="02020603050405020304" pitchFamily="18" charset="0"/>
              </a:rPr>
              <a:t>Data Structures(IT28008)</a:t>
            </a:r>
          </a:p>
        </p:txBody>
      </p:sp>
      <p:sp>
        <p:nvSpPr>
          <p:cNvPr id="3" name="Subtitle 2"/>
          <p:cNvSpPr>
            <a:spLocks noGrp="1"/>
          </p:cNvSpPr>
          <p:nvPr>
            <p:ph type="subTitle" idx="1"/>
          </p:nvPr>
        </p:nvSpPr>
        <p:spPr>
          <a:xfrm>
            <a:off x="7637731" y="3953814"/>
            <a:ext cx="3657041" cy="1326524"/>
          </a:xfrm>
        </p:spPr>
        <p:txBody>
          <a:bodyPr>
            <a:normAutofit fontScale="92500" lnSpcReduction="20000"/>
          </a:bodyPr>
          <a:lstStyle/>
          <a:p>
            <a:pPr algn="ctr"/>
            <a:r>
              <a:rPr lang="en-US" sz="2000" dirty="0" err="1">
                <a:solidFill>
                  <a:schemeClr val="tx1"/>
                </a:solidFill>
                <a:latin typeface="Times New Roman" panose="02020603050405020304" pitchFamily="18" charset="0"/>
                <a:cs typeface="Times New Roman" panose="02020603050405020304" pitchFamily="18" charset="0"/>
              </a:rPr>
              <a:t>Mukesh</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Sakle</a:t>
            </a:r>
            <a:endParaRPr lang="en-US" sz="2000" dirty="0">
              <a:solidFill>
                <a:schemeClr val="tx1"/>
              </a:solidFill>
              <a:latin typeface="Times New Roman" panose="02020603050405020304" pitchFamily="18" charset="0"/>
              <a:cs typeface="Times New Roman" panose="02020603050405020304" pitchFamily="18" charset="0"/>
            </a:endParaRPr>
          </a:p>
          <a:p>
            <a:pPr algn="ctr"/>
            <a:r>
              <a:rPr lang="en-US" sz="2000" dirty="0">
                <a:solidFill>
                  <a:schemeClr val="tx1"/>
                </a:solidFill>
                <a:latin typeface="Times New Roman" panose="02020603050405020304" pitchFamily="18" charset="0"/>
                <a:cs typeface="Times New Roman" panose="02020603050405020304" pitchFamily="18" charset="0"/>
              </a:rPr>
              <a:t>Assistant Professor</a:t>
            </a:r>
          </a:p>
          <a:p>
            <a:pPr algn="ctr"/>
            <a:r>
              <a:rPr lang="en-US" sz="2000" dirty="0">
                <a:solidFill>
                  <a:schemeClr val="tx1"/>
                </a:solidFill>
                <a:latin typeface="Times New Roman" panose="02020603050405020304" pitchFamily="18" charset="0"/>
                <a:cs typeface="Times New Roman" panose="02020603050405020304" pitchFamily="18" charset="0"/>
              </a:rPr>
              <a:t>Department of Information Technology</a:t>
            </a:r>
          </a:p>
        </p:txBody>
      </p:sp>
      <p:sp>
        <p:nvSpPr>
          <p:cNvPr id="5" name="Slide Number Placeholder 4"/>
          <p:cNvSpPr>
            <a:spLocks noGrp="1"/>
          </p:cNvSpPr>
          <p:nvPr>
            <p:ph type="sldNum" sz="quarter" idx="12"/>
          </p:nvPr>
        </p:nvSpPr>
        <p:spPr/>
        <p:txBody>
          <a:bodyPr/>
          <a:lstStyle/>
          <a:p>
            <a:fld id="{D57F1E4F-1CFF-5643-939E-217C01CDF565}" type="slidenum">
              <a:rPr lang="en-US" smtClean="0"/>
              <a:pPr/>
              <a:t>1</a:t>
            </a:fld>
            <a:endParaRPr lang="en-US" dirty="0"/>
          </a:p>
        </p:txBody>
      </p:sp>
      <p:sp>
        <p:nvSpPr>
          <p:cNvPr id="6" name="Date Placeholder 5"/>
          <p:cNvSpPr>
            <a:spLocks noGrp="1"/>
          </p:cNvSpPr>
          <p:nvPr>
            <p:ph type="dt" sz="half" idx="10"/>
          </p:nvPr>
        </p:nvSpPr>
        <p:spPr/>
        <p:txBody>
          <a:bodyPr/>
          <a:lstStyle/>
          <a:p>
            <a:fld id="{DA328326-3534-4B0E-B45C-620F0496B81E}" type="datetime1">
              <a:rPr lang="en-US" smtClean="0"/>
              <a:pPr/>
              <a:t>9/30/2024</a:t>
            </a:fld>
            <a:endParaRPr lang="en-US" dirty="0"/>
          </a:p>
        </p:txBody>
      </p:sp>
      <p:sp>
        <p:nvSpPr>
          <p:cNvPr id="7" name="Footer Placeholder 6"/>
          <p:cNvSpPr>
            <a:spLocks noGrp="1"/>
          </p:cNvSpPr>
          <p:nvPr>
            <p:ph type="ftr" sz="quarter" idx="11"/>
          </p:nvPr>
        </p:nvSpPr>
        <p:spPr/>
        <p:txBody>
          <a:bodyPr/>
          <a:lstStyle/>
          <a:p>
            <a:r>
              <a:rPr lang="en-IN" dirty="0"/>
              <a:t>Queue Data Structure          By: Mukesh </a:t>
            </a:r>
            <a:r>
              <a:rPr lang="en-IN" dirty="0" err="1"/>
              <a:t>Sakle</a:t>
            </a:r>
            <a:endParaRPr lang="en-US" dirty="0"/>
          </a:p>
        </p:txBody>
      </p:sp>
    </p:spTree>
    <p:extLst>
      <p:ext uri="{BB962C8B-B14F-4D97-AF65-F5344CB8AC3E}">
        <p14:creationId xmlns:p14="http://schemas.microsoft.com/office/powerpoint/2010/main" val="3640782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21724" y="971840"/>
            <a:ext cx="5018489" cy="1280890"/>
          </a:xfrm>
        </p:spPr>
        <p:txBody>
          <a:bodyPr/>
          <a:lstStyle/>
          <a:p>
            <a:r>
              <a:rPr lang="en-US" dirty="0"/>
              <a:t>Introduction</a:t>
            </a:r>
          </a:p>
        </p:txBody>
      </p:sp>
      <p:sp>
        <p:nvSpPr>
          <p:cNvPr id="3" name="Content Placeholder 2"/>
          <p:cNvSpPr>
            <a:spLocks noGrp="1"/>
          </p:cNvSpPr>
          <p:nvPr>
            <p:ph idx="1"/>
          </p:nvPr>
        </p:nvSpPr>
        <p:spPr/>
        <p:txBody>
          <a:bodyPr>
            <a:normAutofit lnSpcReduction="10000"/>
          </a:bodyPr>
          <a:lstStyle/>
          <a:p>
            <a:pPr algn="just">
              <a:lnSpc>
                <a:spcPct val="150000"/>
              </a:lnSpc>
            </a:pPr>
            <a:r>
              <a:rPr lang="en-US" sz="2400" b="1" dirty="0"/>
              <a:t>Data structures: </a:t>
            </a:r>
            <a:r>
              <a:rPr lang="en-US" sz="2400" dirty="0"/>
              <a:t>A data structure is a way of organizing data that considers not only the items stored, but also their relationship to each other</a:t>
            </a:r>
          </a:p>
          <a:p>
            <a:pPr algn="just">
              <a:buNone/>
            </a:pPr>
            <a:endParaRPr lang="en-US" sz="2400" dirty="0"/>
          </a:p>
          <a:p>
            <a:pPr algn="just">
              <a:lnSpc>
                <a:spcPct val="150000"/>
              </a:lnSpc>
            </a:pPr>
            <a:r>
              <a:rPr lang="en-US" sz="2400" b="1" dirty="0"/>
              <a:t>Linear data structure: </a:t>
            </a:r>
            <a:r>
              <a:rPr lang="en-US" sz="2400" dirty="0"/>
              <a:t>A linear data structure traverses the data elements sequentially, in which only one data element can directly be reached.</a:t>
            </a:r>
          </a:p>
        </p:txBody>
      </p:sp>
      <p:sp>
        <p:nvSpPr>
          <p:cNvPr id="4" name="Date Placeholder 3"/>
          <p:cNvSpPr>
            <a:spLocks noGrp="1"/>
          </p:cNvSpPr>
          <p:nvPr>
            <p:ph type="dt" sz="half" idx="10"/>
          </p:nvPr>
        </p:nvSpPr>
        <p:spPr/>
        <p:txBody>
          <a:bodyPr/>
          <a:lstStyle/>
          <a:p>
            <a:fld id="{91DD6001-36AC-4B49-B580-FE09415E58DE}" type="datetime1">
              <a:rPr lang="en-US" smtClean="0"/>
              <a:pPr/>
              <a:t>9/30/2024</a:t>
            </a:fld>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2</a:t>
            </a:fld>
            <a:endParaRPr lang="en-US" dirty="0"/>
          </a:p>
        </p:txBody>
      </p:sp>
      <p:sp>
        <p:nvSpPr>
          <p:cNvPr id="6" name="Footer Placeholder 5"/>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1139195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9"/>
          <p:cNvGraphicFramePr>
            <a:graphicFrameLocks noGrp="1"/>
          </p:cNvGraphicFramePr>
          <p:nvPr>
            <p:ph idx="1"/>
          </p:nvPr>
        </p:nvGraphicFramePr>
        <p:xfrm>
          <a:off x="2667000" y="1981200"/>
          <a:ext cx="70866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p:cNvSpPr txBox="1"/>
          <p:nvPr/>
        </p:nvSpPr>
        <p:spPr>
          <a:xfrm>
            <a:off x="2340736" y="753414"/>
            <a:ext cx="7467600" cy="707886"/>
          </a:xfrm>
          <a:prstGeom prst="rect">
            <a:avLst/>
          </a:prstGeom>
          <a:noFill/>
        </p:spPr>
        <p:txBody>
          <a:bodyPr wrap="square" rtlCol="0">
            <a:spAutoFit/>
          </a:bodyPr>
          <a:lstStyle/>
          <a:p>
            <a:pPr algn="ctr"/>
            <a:r>
              <a:rPr lang="en-US" sz="4000" b="1" dirty="0">
                <a:solidFill>
                  <a:srgbClr val="00B050"/>
                </a:solidFill>
              </a:rPr>
              <a:t>Stack :  Linear data structure </a:t>
            </a:r>
          </a:p>
        </p:txBody>
      </p:sp>
      <p:sp>
        <p:nvSpPr>
          <p:cNvPr id="4" name="Date Placeholder 3"/>
          <p:cNvSpPr>
            <a:spLocks noGrp="1"/>
          </p:cNvSpPr>
          <p:nvPr>
            <p:ph type="dt" sz="half" idx="10"/>
          </p:nvPr>
        </p:nvSpPr>
        <p:spPr/>
        <p:txBody>
          <a:bodyPr/>
          <a:lstStyle/>
          <a:p>
            <a:fld id="{66438A5D-DA23-4B77-A07B-3F4E380FBDDB}" type="datetime1">
              <a:rPr lang="en-US" smtClean="0"/>
              <a:pPr/>
              <a:t>9/30/2024</a:t>
            </a:fld>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3</a:t>
            </a:fld>
            <a:endParaRPr lang="en-US" dirty="0"/>
          </a:p>
        </p:txBody>
      </p:sp>
      <p:sp>
        <p:nvSpPr>
          <p:cNvPr id="6" name="Footer Placeholder 5"/>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1514499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69855" y="467822"/>
            <a:ext cx="2204433" cy="944562"/>
          </a:xfrm>
        </p:spPr>
        <p:txBody>
          <a:bodyPr>
            <a:normAutofit/>
          </a:bodyPr>
          <a:lstStyle/>
          <a:p>
            <a:r>
              <a:rPr lang="en-US" sz="4000" b="1" dirty="0">
                <a:solidFill>
                  <a:srgbClr val="00B050"/>
                </a:solidFill>
              </a:rPr>
              <a:t>Stack</a:t>
            </a:r>
          </a:p>
        </p:txBody>
      </p:sp>
      <p:sp>
        <p:nvSpPr>
          <p:cNvPr id="3" name="Content Placeholder 2"/>
          <p:cNvSpPr>
            <a:spLocks noGrp="1"/>
          </p:cNvSpPr>
          <p:nvPr>
            <p:ph idx="1"/>
          </p:nvPr>
        </p:nvSpPr>
        <p:spPr>
          <a:xfrm>
            <a:off x="1752600" y="1752599"/>
            <a:ext cx="8686800" cy="4403501"/>
          </a:xfrm>
        </p:spPr>
        <p:txBody>
          <a:bodyPr>
            <a:noAutofit/>
          </a:bodyPr>
          <a:lstStyle/>
          <a:p>
            <a:pPr algn="just"/>
            <a:r>
              <a:rPr lang="en-US" sz="2400" dirty="0"/>
              <a:t>Stack is the </a:t>
            </a:r>
            <a:r>
              <a:rPr lang="en-US" sz="2400" dirty="0">
                <a:solidFill>
                  <a:srgbClr val="FF0000"/>
                </a:solidFill>
              </a:rPr>
              <a:t>L</a:t>
            </a:r>
            <a:r>
              <a:rPr lang="en-US" sz="2400" dirty="0"/>
              <a:t>ast </a:t>
            </a:r>
            <a:r>
              <a:rPr lang="en-US" sz="2400" dirty="0">
                <a:solidFill>
                  <a:srgbClr val="FF0000"/>
                </a:solidFill>
              </a:rPr>
              <a:t>I</a:t>
            </a:r>
            <a:r>
              <a:rPr lang="en-US" sz="2400" dirty="0"/>
              <a:t>n </a:t>
            </a:r>
            <a:r>
              <a:rPr lang="en-US" sz="2400" dirty="0">
                <a:solidFill>
                  <a:srgbClr val="FF0000"/>
                </a:solidFill>
              </a:rPr>
              <a:t>F</a:t>
            </a:r>
            <a:r>
              <a:rPr lang="en-US" sz="2400" dirty="0"/>
              <a:t>irst </a:t>
            </a:r>
            <a:r>
              <a:rPr lang="en-US" sz="2400" dirty="0">
                <a:solidFill>
                  <a:srgbClr val="FF0000"/>
                </a:solidFill>
              </a:rPr>
              <a:t>O</a:t>
            </a:r>
            <a:r>
              <a:rPr lang="en-US" sz="2400" dirty="0"/>
              <a:t>ut, (LIFO) data structure, where the element inserted last is the first to come out of the stack</a:t>
            </a:r>
          </a:p>
          <a:p>
            <a:pPr algn="just"/>
            <a:r>
              <a:rPr lang="en-US" sz="2400" dirty="0"/>
              <a:t>Anything </a:t>
            </a:r>
            <a:r>
              <a:rPr lang="en-US" sz="2400" dirty="0">
                <a:solidFill>
                  <a:schemeClr val="accent3">
                    <a:lumMod val="75000"/>
                  </a:schemeClr>
                </a:solidFill>
              </a:rPr>
              <a:t>added</a:t>
            </a:r>
            <a:r>
              <a:rPr lang="en-US" sz="2400" dirty="0"/>
              <a:t> to the stack goes on the “</a:t>
            </a:r>
            <a:r>
              <a:rPr lang="en-US" sz="2400" dirty="0">
                <a:solidFill>
                  <a:schemeClr val="accent3">
                    <a:lumMod val="75000"/>
                  </a:schemeClr>
                </a:solidFill>
              </a:rPr>
              <a:t>top”</a:t>
            </a:r>
            <a:r>
              <a:rPr lang="en-US" sz="2400" dirty="0"/>
              <a:t> of the stack</a:t>
            </a:r>
          </a:p>
          <a:p>
            <a:pPr algn="just"/>
            <a:endParaRPr lang="en-US" sz="2400" dirty="0"/>
          </a:p>
          <a:p>
            <a:pPr algn="just"/>
            <a:r>
              <a:rPr lang="en-US" sz="2400" dirty="0">
                <a:latin typeface="+mj-lt"/>
              </a:rPr>
              <a:t>Anything </a:t>
            </a:r>
            <a:r>
              <a:rPr lang="en-US" sz="2400" dirty="0">
                <a:solidFill>
                  <a:schemeClr val="accent3">
                    <a:lumMod val="75000"/>
                  </a:schemeClr>
                </a:solidFill>
                <a:latin typeface="+mj-lt"/>
              </a:rPr>
              <a:t>removed</a:t>
            </a:r>
            <a:r>
              <a:rPr lang="en-US" sz="2400" dirty="0">
                <a:latin typeface="+mj-lt"/>
              </a:rPr>
              <a:t> from the stack is taken from the “</a:t>
            </a:r>
            <a:r>
              <a:rPr lang="en-US" sz="2400" dirty="0">
                <a:solidFill>
                  <a:schemeClr val="accent3">
                    <a:lumMod val="75000"/>
                  </a:schemeClr>
                </a:solidFill>
                <a:latin typeface="+mj-lt"/>
              </a:rPr>
              <a:t>top</a:t>
            </a:r>
            <a:r>
              <a:rPr lang="en-US" sz="2400" dirty="0">
                <a:latin typeface="+mj-lt"/>
              </a:rPr>
              <a:t>” of the stack</a:t>
            </a:r>
          </a:p>
          <a:p>
            <a:pPr algn="just"/>
            <a:endParaRPr lang="en-US" sz="2400" dirty="0">
              <a:latin typeface="+mj-lt"/>
            </a:endParaRPr>
          </a:p>
          <a:p>
            <a:pPr algn="just"/>
            <a:r>
              <a:rPr lang="en-US" sz="2400" dirty="0">
                <a:latin typeface="+mj-lt"/>
              </a:rPr>
              <a:t>Things are </a:t>
            </a:r>
            <a:r>
              <a:rPr lang="en-US" sz="2400" dirty="0">
                <a:solidFill>
                  <a:schemeClr val="accent3">
                    <a:lumMod val="75000"/>
                  </a:schemeClr>
                </a:solidFill>
                <a:latin typeface="+mj-lt"/>
              </a:rPr>
              <a:t>removed</a:t>
            </a:r>
            <a:r>
              <a:rPr lang="en-US" sz="2400" dirty="0">
                <a:latin typeface="+mj-lt"/>
              </a:rPr>
              <a:t> in the </a:t>
            </a:r>
            <a:r>
              <a:rPr lang="en-US" sz="2400" dirty="0">
                <a:solidFill>
                  <a:schemeClr val="accent3">
                    <a:lumMod val="75000"/>
                  </a:schemeClr>
                </a:solidFill>
                <a:latin typeface="+mj-lt"/>
              </a:rPr>
              <a:t>reverse order </a:t>
            </a:r>
            <a:r>
              <a:rPr lang="en-US" sz="2400" dirty="0">
                <a:latin typeface="+mj-lt"/>
              </a:rPr>
              <a:t>from that </a:t>
            </a:r>
            <a:r>
              <a:rPr lang="en-US" sz="2400" dirty="0">
                <a:solidFill>
                  <a:schemeClr val="accent3">
                    <a:lumMod val="75000"/>
                  </a:schemeClr>
                </a:solidFill>
                <a:latin typeface="+mj-lt"/>
              </a:rPr>
              <a:t>in which they were inserted</a:t>
            </a:r>
          </a:p>
        </p:txBody>
      </p:sp>
      <p:sp>
        <p:nvSpPr>
          <p:cNvPr id="4" name="Date Placeholder 3"/>
          <p:cNvSpPr>
            <a:spLocks noGrp="1"/>
          </p:cNvSpPr>
          <p:nvPr>
            <p:ph type="dt" sz="half" idx="10"/>
          </p:nvPr>
        </p:nvSpPr>
        <p:spPr/>
        <p:txBody>
          <a:bodyPr/>
          <a:lstStyle/>
          <a:p>
            <a:fld id="{049AA34D-1FBD-4C98-9E5D-490B28D18BC2}" type="datetime1">
              <a:rPr lang="en-US" smtClean="0"/>
              <a:pPr/>
              <a:t>9/30/2024</a:t>
            </a:fld>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4</a:t>
            </a:fld>
            <a:endParaRPr lang="en-US" dirty="0"/>
          </a:p>
        </p:txBody>
      </p:sp>
      <p:sp>
        <p:nvSpPr>
          <p:cNvPr id="6" name="Footer Placeholder 5"/>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3298773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stack</a:t>
            </a:r>
          </a:p>
        </p:txBody>
      </p:sp>
      <p:pic>
        <p:nvPicPr>
          <p:cNvPr id="6" name="Picture 2" descr="C:\Users\user\Downloads\depositphotos_12376816-Stack-of-Old-book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981200"/>
            <a:ext cx="3003550" cy="4318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3" descr="C:\Users\user\Downloads\luncheon_plates_stacks_DSCN474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286000"/>
            <a:ext cx="3352800" cy="36576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2743200" y="6172201"/>
            <a:ext cx="3048000" cy="461665"/>
          </a:xfrm>
          <a:prstGeom prst="rect">
            <a:avLst/>
          </a:prstGeom>
          <a:noFill/>
        </p:spPr>
        <p:txBody>
          <a:bodyPr wrap="square" rtlCol="0">
            <a:spAutoFit/>
          </a:bodyPr>
          <a:lstStyle/>
          <a:p>
            <a:r>
              <a:rPr lang="en-US" sz="2400" b="1" u="sng" dirty="0"/>
              <a:t>Stack of books</a:t>
            </a:r>
          </a:p>
        </p:txBody>
      </p:sp>
      <p:sp>
        <p:nvSpPr>
          <p:cNvPr id="9" name="TextBox 8"/>
          <p:cNvSpPr txBox="1"/>
          <p:nvPr/>
        </p:nvSpPr>
        <p:spPr>
          <a:xfrm>
            <a:off x="7010400" y="6172201"/>
            <a:ext cx="2819400" cy="461665"/>
          </a:xfrm>
          <a:prstGeom prst="rect">
            <a:avLst/>
          </a:prstGeom>
          <a:noFill/>
        </p:spPr>
        <p:txBody>
          <a:bodyPr wrap="square" rtlCol="0">
            <a:spAutoFit/>
          </a:bodyPr>
          <a:lstStyle/>
          <a:p>
            <a:r>
              <a:rPr lang="en-US" sz="2400" b="1" u="sng" dirty="0"/>
              <a:t>Stakes of plates</a:t>
            </a:r>
          </a:p>
        </p:txBody>
      </p:sp>
      <p:sp>
        <p:nvSpPr>
          <p:cNvPr id="10" name="Date Placeholder 9"/>
          <p:cNvSpPr>
            <a:spLocks noGrp="1"/>
          </p:cNvSpPr>
          <p:nvPr>
            <p:ph type="dt" sz="half" idx="10"/>
          </p:nvPr>
        </p:nvSpPr>
        <p:spPr/>
        <p:txBody>
          <a:bodyPr/>
          <a:lstStyle/>
          <a:p>
            <a:fld id="{28DA4B71-3A83-4C72-9DA7-3B4525EC074D}" type="datetime1">
              <a:rPr lang="en-US" smtClean="0"/>
              <a:pPr/>
              <a:t>9/30/2024</a:t>
            </a:fld>
            <a:endParaRPr lang="en-US" dirty="0"/>
          </a:p>
        </p:txBody>
      </p:sp>
      <p:sp>
        <p:nvSpPr>
          <p:cNvPr id="11" name="Slide Number Placeholder 10"/>
          <p:cNvSpPr>
            <a:spLocks noGrp="1"/>
          </p:cNvSpPr>
          <p:nvPr>
            <p:ph type="sldNum" sz="quarter" idx="12"/>
          </p:nvPr>
        </p:nvSpPr>
        <p:spPr/>
        <p:txBody>
          <a:bodyPr/>
          <a:lstStyle/>
          <a:p>
            <a:fld id="{D57F1E4F-1CFF-5643-939E-217C01CDF565}" type="slidenum">
              <a:rPr lang="en-US" smtClean="0"/>
              <a:pPr/>
              <a:t>5</a:t>
            </a:fld>
            <a:endParaRPr lang="en-US" dirty="0"/>
          </a:p>
        </p:txBody>
      </p:sp>
      <p:sp>
        <p:nvSpPr>
          <p:cNvPr id="12" name="Footer Placeholder 11"/>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2710500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Operations on stack</a:t>
            </a:r>
          </a:p>
        </p:txBody>
      </p:sp>
      <p:sp>
        <p:nvSpPr>
          <p:cNvPr id="3" name="Content Placeholder 2"/>
          <p:cNvSpPr>
            <a:spLocks noGrp="1"/>
          </p:cNvSpPr>
          <p:nvPr>
            <p:ph idx="1"/>
          </p:nvPr>
        </p:nvSpPr>
        <p:spPr>
          <a:xfrm>
            <a:off x="1981200" y="1600200"/>
            <a:ext cx="8001000" cy="4873752"/>
          </a:xfrm>
        </p:spPr>
        <p:txBody>
          <a:bodyPr>
            <a:normAutofit fontScale="92500" lnSpcReduction="10000"/>
          </a:bodyPr>
          <a:lstStyle/>
          <a:p>
            <a:pPr algn="just">
              <a:lnSpc>
                <a:spcPct val="200000"/>
              </a:lnSpc>
            </a:pPr>
            <a:r>
              <a:rPr lang="en-US" sz="2600" b="1" dirty="0"/>
              <a:t>Push:</a:t>
            </a:r>
            <a:r>
              <a:rPr lang="en-US" sz="2600" dirty="0"/>
              <a:t> </a:t>
            </a:r>
            <a:r>
              <a:rPr lang="en-US" sz="2600" dirty="0">
                <a:latin typeface="+mj-lt"/>
              </a:rPr>
              <a:t>Adds the element to the top of the stack </a:t>
            </a:r>
          </a:p>
          <a:p>
            <a:pPr algn="just">
              <a:lnSpc>
                <a:spcPct val="200000"/>
              </a:lnSpc>
            </a:pPr>
            <a:r>
              <a:rPr lang="en-US" sz="2600" b="1" dirty="0">
                <a:latin typeface="+mj-lt"/>
              </a:rPr>
              <a:t>Pop:</a:t>
            </a:r>
            <a:r>
              <a:rPr lang="en-US" sz="2600" dirty="0">
                <a:latin typeface="+mj-lt"/>
              </a:rPr>
              <a:t> Removes the element from the top of the stack</a:t>
            </a:r>
          </a:p>
          <a:p>
            <a:pPr algn="just">
              <a:lnSpc>
                <a:spcPct val="200000"/>
              </a:lnSpc>
            </a:pPr>
            <a:r>
              <a:rPr lang="en-US" sz="2600" b="1" dirty="0">
                <a:latin typeface="+mj-lt"/>
              </a:rPr>
              <a:t>Peek:</a:t>
            </a:r>
            <a:r>
              <a:rPr lang="en-US" sz="2600" dirty="0">
                <a:latin typeface="+mj-lt"/>
              </a:rPr>
              <a:t> Returns the top element of the stack</a:t>
            </a:r>
          </a:p>
          <a:p>
            <a:pPr algn="just">
              <a:lnSpc>
                <a:spcPct val="200000"/>
              </a:lnSpc>
            </a:pPr>
            <a:r>
              <a:rPr lang="en-US" sz="2600" b="1" dirty="0">
                <a:latin typeface="+mj-lt"/>
              </a:rPr>
              <a:t>IsEmpty: </a:t>
            </a:r>
            <a:r>
              <a:rPr lang="en-US" sz="2600" dirty="0">
                <a:latin typeface="+mj-lt"/>
              </a:rPr>
              <a:t>Returns True if Stack is empty</a:t>
            </a:r>
          </a:p>
          <a:p>
            <a:pPr algn="just">
              <a:lnSpc>
                <a:spcPct val="200000"/>
              </a:lnSpc>
            </a:pPr>
            <a:r>
              <a:rPr lang="en-US" sz="2600" b="1" dirty="0">
                <a:latin typeface="+mj-lt"/>
              </a:rPr>
              <a:t>IsFull:</a:t>
            </a:r>
            <a:r>
              <a:rPr lang="en-US" sz="2600" dirty="0">
                <a:latin typeface="+mj-lt"/>
              </a:rPr>
              <a:t> Returns True if Stack is full</a:t>
            </a:r>
          </a:p>
          <a:p>
            <a:endParaRPr lang="en-US" dirty="0"/>
          </a:p>
        </p:txBody>
      </p:sp>
      <p:sp>
        <p:nvSpPr>
          <p:cNvPr id="4" name="Date Placeholder 3"/>
          <p:cNvSpPr>
            <a:spLocks noGrp="1"/>
          </p:cNvSpPr>
          <p:nvPr>
            <p:ph type="dt" sz="half" idx="10"/>
          </p:nvPr>
        </p:nvSpPr>
        <p:spPr/>
        <p:txBody>
          <a:bodyPr/>
          <a:lstStyle/>
          <a:p>
            <a:fld id="{B6F73B56-6A54-44E6-981F-3D566DBC58D7}" type="datetime1">
              <a:rPr lang="en-US" smtClean="0"/>
              <a:pPr/>
              <a:t>9/30/2024</a:t>
            </a:fld>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6</a:t>
            </a:fld>
            <a:endParaRPr lang="en-US" dirty="0"/>
          </a:p>
        </p:txBody>
      </p:sp>
      <p:sp>
        <p:nvSpPr>
          <p:cNvPr id="6" name="Footer Placeholder 5"/>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4055442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3" name="Rectangle 9"/>
          <p:cNvSpPr>
            <a:spLocks noGrp="1" noChangeArrowheads="1"/>
          </p:cNvSpPr>
          <p:nvPr>
            <p:ph type="title"/>
          </p:nvPr>
        </p:nvSpPr>
        <p:spPr>
          <a:xfrm>
            <a:off x="2133600" y="0"/>
            <a:ext cx="7543800" cy="1295400"/>
          </a:xfrm>
        </p:spPr>
        <p:txBody>
          <a:bodyPr>
            <a:normAutofit/>
          </a:bodyPr>
          <a:lstStyle/>
          <a:p>
            <a:pPr algn="ctr" eaLnBrk="1" hangingPunct="1"/>
            <a:br>
              <a:rPr lang="en-US" dirty="0">
                <a:solidFill>
                  <a:srgbClr val="990000"/>
                </a:solidFill>
                <a:latin typeface="Charlesworth"/>
              </a:rPr>
            </a:br>
            <a:r>
              <a:rPr lang="en-US" dirty="0">
                <a:solidFill>
                  <a:srgbClr val="FFC000"/>
                </a:solidFill>
                <a:latin typeface="Charlesworth"/>
              </a:rPr>
              <a:t>A LIFO Stack </a:t>
            </a:r>
          </a:p>
        </p:txBody>
      </p:sp>
      <p:graphicFrame>
        <p:nvGraphicFramePr>
          <p:cNvPr id="36890" name="Group 26"/>
          <p:cNvGraphicFramePr>
            <a:graphicFrameLocks noGrp="1"/>
          </p:cNvGraphicFramePr>
          <p:nvPr>
            <p:ph sz="half" idx="2"/>
          </p:nvPr>
        </p:nvGraphicFramePr>
        <p:xfrm>
          <a:off x="4953000" y="3276600"/>
          <a:ext cx="1981200" cy="3200402"/>
        </p:xfrm>
        <a:graphic>
          <a:graphicData uri="http://schemas.openxmlformats.org/drawingml/2006/table">
            <a:tbl>
              <a:tblPr/>
              <a:tblGrid>
                <a:gridCol w="1981200">
                  <a:extLst>
                    <a:ext uri="{9D8B030D-6E8A-4147-A177-3AD203B41FA5}">
                      <a16:colId xmlns:a16="http://schemas.microsoft.com/office/drawing/2014/main" val="20000"/>
                    </a:ext>
                  </a:extLst>
                </a:gridCol>
              </a:tblGrid>
              <a:tr h="63976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600" b="1" i="0" u="none" strike="noStrike" cap="none" normalizeH="0" baseline="0" dirty="0">
                          <a:ln>
                            <a:noFill/>
                          </a:ln>
                          <a:solidFill>
                            <a:srgbClr val="990000"/>
                          </a:solidFill>
                          <a:effectLst/>
                          <a:latin typeface="Arial" charset="0"/>
                        </a:rPr>
                        <a:t>Top</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39763">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26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1350">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26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39763">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26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3976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600" b="1" i="0" u="none" strike="noStrike" cap="none" normalizeH="0" baseline="0" dirty="0">
                          <a:ln>
                            <a:noFill/>
                          </a:ln>
                          <a:solidFill>
                            <a:srgbClr val="990000"/>
                          </a:solidFill>
                          <a:effectLst/>
                          <a:latin typeface="Arial" charset="0"/>
                        </a:rPr>
                        <a:t>Bottom</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6892" name="Rectangle 28"/>
          <p:cNvSpPr>
            <a:spLocks noChangeArrowheads="1"/>
          </p:cNvSpPr>
          <p:nvPr/>
        </p:nvSpPr>
        <p:spPr bwMode="auto">
          <a:xfrm>
            <a:off x="1676400" y="3352800"/>
            <a:ext cx="1524000" cy="609600"/>
          </a:xfrm>
          <a:prstGeom prst="rect">
            <a:avLst/>
          </a:prstGeom>
          <a:noFill/>
          <a:ln w="9525">
            <a:solidFill>
              <a:schemeClr val="tx1"/>
            </a:solidFill>
            <a:miter lim="800000"/>
            <a:headEnd/>
            <a:tailEnd/>
          </a:ln>
        </p:spPr>
        <p:txBody>
          <a:bodyPr wrap="none" anchor="ctr"/>
          <a:lstStyle/>
          <a:p>
            <a:pPr algn="ctr"/>
            <a:r>
              <a:rPr lang="en-US" b="1">
                <a:solidFill>
                  <a:srgbClr val="990000"/>
                </a:solidFill>
              </a:rPr>
              <a:t>Stack Pointer</a:t>
            </a:r>
          </a:p>
        </p:txBody>
      </p:sp>
      <p:sp>
        <p:nvSpPr>
          <p:cNvPr id="36893" name="Line 29"/>
          <p:cNvSpPr>
            <a:spLocks noChangeShapeType="1"/>
          </p:cNvSpPr>
          <p:nvPr/>
        </p:nvSpPr>
        <p:spPr bwMode="auto">
          <a:xfrm>
            <a:off x="3200400" y="3581400"/>
            <a:ext cx="1600200" cy="0"/>
          </a:xfrm>
          <a:prstGeom prst="line">
            <a:avLst/>
          </a:prstGeom>
          <a:noFill/>
          <a:ln w="28575">
            <a:solidFill>
              <a:srgbClr val="800000"/>
            </a:solidFill>
            <a:round/>
            <a:headEnd/>
            <a:tailEnd type="triangle" w="med" len="med"/>
          </a:ln>
        </p:spPr>
        <p:txBody>
          <a:bodyPr/>
          <a:lstStyle/>
          <a:p>
            <a:endParaRPr lang="en-US"/>
          </a:p>
        </p:txBody>
      </p:sp>
      <p:sp>
        <p:nvSpPr>
          <p:cNvPr id="36895" name="Rectangle 31"/>
          <p:cNvSpPr>
            <a:spLocks noChangeArrowheads="1"/>
          </p:cNvSpPr>
          <p:nvPr/>
        </p:nvSpPr>
        <p:spPr bwMode="auto">
          <a:xfrm>
            <a:off x="3810000" y="1828800"/>
            <a:ext cx="1295400" cy="533400"/>
          </a:xfrm>
          <a:prstGeom prst="rect">
            <a:avLst/>
          </a:prstGeom>
          <a:noFill/>
          <a:ln w="9525">
            <a:solidFill>
              <a:schemeClr val="tx1"/>
            </a:solidFill>
            <a:miter lim="800000"/>
            <a:headEnd/>
            <a:tailEnd/>
          </a:ln>
        </p:spPr>
        <p:txBody>
          <a:bodyPr wrap="none" anchor="ctr"/>
          <a:lstStyle/>
          <a:p>
            <a:pPr algn="ctr"/>
            <a:r>
              <a:rPr lang="en-US" b="1">
                <a:solidFill>
                  <a:srgbClr val="990000"/>
                </a:solidFill>
              </a:rPr>
              <a:t>Push  </a:t>
            </a:r>
          </a:p>
        </p:txBody>
      </p:sp>
      <p:sp>
        <p:nvSpPr>
          <p:cNvPr id="36896" name="Rectangle 32"/>
          <p:cNvSpPr>
            <a:spLocks noChangeArrowheads="1"/>
          </p:cNvSpPr>
          <p:nvPr/>
        </p:nvSpPr>
        <p:spPr bwMode="auto">
          <a:xfrm>
            <a:off x="6248400" y="1828800"/>
            <a:ext cx="1295400" cy="533400"/>
          </a:xfrm>
          <a:prstGeom prst="rect">
            <a:avLst/>
          </a:prstGeom>
          <a:noFill/>
          <a:ln w="9525">
            <a:solidFill>
              <a:schemeClr val="tx1"/>
            </a:solidFill>
            <a:miter lim="800000"/>
            <a:headEnd/>
            <a:tailEnd/>
          </a:ln>
        </p:spPr>
        <p:txBody>
          <a:bodyPr wrap="none" anchor="ctr"/>
          <a:lstStyle/>
          <a:p>
            <a:pPr algn="ctr"/>
            <a:r>
              <a:rPr lang="en-US" b="1">
                <a:solidFill>
                  <a:srgbClr val="990000"/>
                </a:solidFill>
              </a:rPr>
              <a:t>Pop</a:t>
            </a:r>
          </a:p>
        </p:txBody>
      </p:sp>
      <p:cxnSp>
        <p:nvCxnSpPr>
          <p:cNvPr id="36901" name="AutoShape 37"/>
          <p:cNvCxnSpPr>
            <a:cxnSpLocks noChangeShapeType="1"/>
          </p:cNvCxnSpPr>
          <p:nvPr/>
        </p:nvCxnSpPr>
        <p:spPr bwMode="auto">
          <a:xfrm rot="16200000" flipH="1">
            <a:off x="4457700" y="2400300"/>
            <a:ext cx="914400" cy="838200"/>
          </a:xfrm>
          <a:prstGeom prst="bentConnector3">
            <a:avLst>
              <a:gd name="adj1" fmla="val 50000"/>
            </a:avLst>
          </a:prstGeom>
          <a:noFill/>
          <a:ln w="28575">
            <a:solidFill>
              <a:srgbClr val="800000"/>
            </a:solidFill>
            <a:miter lim="800000"/>
            <a:headEnd/>
            <a:tailEnd type="triangle" w="med" len="med"/>
          </a:ln>
        </p:spPr>
      </p:cxnSp>
      <p:cxnSp>
        <p:nvCxnSpPr>
          <p:cNvPr id="36902" name="AutoShape 38"/>
          <p:cNvCxnSpPr>
            <a:cxnSpLocks noChangeShapeType="1"/>
          </p:cNvCxnSpPr>
          <p:nvPr/>
        </p:nvCxnSpPr>
        <p:spPr bwMode="auto">
          <a:xfrm rot="-5400000">
            <a:off x="6038850" y="2419350"/>
            <a:ext cx="914400" cy="800100"/>
          </a:xfrm>
          <a:prstGeom prst="bentConnector3">
            <a:avLst>
              <a:gd name="adj1" fmla="val 56421"/>
            </a:avLst>
          </a:prstGeom>
          <a:noFill/>
          <a:ln w="28575">
            <a:solidFill>
              <a:srgbClr val="800000"/>
            </a:solidFill>
            <a:miter lim="800000"/>
            <a:headEnd/>
            <a:tailEnd type="triangle" w="med" len="med"/>
          </a:ln>
        </p:spPr>
      </p:cxnSp>
      <p:sp>
        <p:nvSpPr>
          <p:cNvPr id="10" name="Date Placeholder 9"/>
          <p:cNvSpPr>
            <a:spLocks noGrp="1"/>
          </p:cNvSpPr>
          <p:nvPr>
            <p:ph type="dt" sz="half" idx="10"/>
          </p:nvPr>
        </p:nvSpPr>
        <p:spPr/>
        <p:txBody>
          <a:bodyPr/>
          <a:lstStyle/>
          <a:p>
            <a:fld id="{C373D6E2-41DD-487B-9997-625D061F5D34}" type="datetime1">
              <a:rPr lang="en-US" smtClean="0"/>
              <a:pPr/>
              <a:t>9/30/2024</a:t>
            </a:fld>
            <a:endParaRPr lang="en-US" dirty="0"/>
          </a:p>
        </p:txBody>
      </p:sp>
      <p:sp>
        <p:nvSpPr>
          <p:cNvPr id="11" name="Slide Number Placeholder 10"/>
          <p:cNvSpPr>
            <a:spLocks noGrp="1"/>
          </p:cNvSpPr>
          <p:nvPr>
            <p:ph type="sldNum" sz="quarter" idx="12"/>
          </p:nvPr>
        </p:nvSpPr>
        <p:spPr/>
        <p:txBody>
          <a:bodyPr/>
          <a:lstStyle/>
          <a:p>
            <a:fld id="{D57F1E4F-1CFF-5643-939E-217C01CDF565}" type="slidenum">
              <a:rPr lang="en-US" smtClean="0"/>
              <a:pPr/>
              <a:t>7</a:t>
            </a:fld>
            <a:endParaRPr lang="en-US" dirty="0"/>
          </a:p>
        </p:txBody>
      </p:sp>
      <p:sp>
        <p:nvSpPr>
          <p:cNvPr id="12" name="Footer Placeholder 11"/>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3441438922"/>
      </p:ext>
    </p:extLst>
  </p:cSld>
  <p:clrMapOvr>
    <a:masterClrMapping/>
  </p:clrMapOvr>
  <p:transition spd="med">
    <p:cover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grpId="0" nodeType="afterEffect">
                                  <p:stCondLst>
                                    <p:cond delay="0"/>
                                  </p:stCondLst>
                                  <p:childTnLst>
                                    <p:set>
                                      <p:cBhvr>
                                        <p:cTn id="6" dur="1" fill="hold">
                                          <p:stCondLst>
                                            <p:cond delay="0"/>
                                          </p:stCondLst>
                                        </p:cTn>
                                        <p:tgtEl>
                                          <p:spTgt spid="36873"/>
                                        </p:tgtEl>
                                        <p:attrNameLst>
                                          <p:attrName>style.visibility</p:attrName>
                                        </p:attrNameLst>
                                      </p:cBhvr>
                                      <p:to>
                                        <p:strVal val="visible"/>
                                      </p:to>
                                    </p:set>
                                    <p:animEffect transition="in" filter="diamond(in)">
                                      <p:cBhvr>
                                        <p:cTn id="7" dur="500"/>
                                        <p:tgtEl>
                                          <p:spTgt spid="36873"/>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6890"/>
                                        </p:tgtEl>
                                        <p:attrNameLst>
                                          <p:attrName>style.visibility</p:attrName>
                                        </p:attrNameLst>
                                      </p:cBhvr>
                                      <p:to>
                                        <p:strVal val="visible"/>
                                      </p:to>
                                    </p:set>
                                    <p:animEffect transition="in" filter="dissolve">
                                      <p:cBhvr>
                                        <p:cTn id="11" dur="500"/>
                                        <p:tgtEl>
                                          <p:spTgt spid="36890"/>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6892"/>
                                        </p:tgtEl>
                                        <p:attrNameLst>
                                          <p:attrName>style.visibility</p:attrName>
                                        </p:attrNameLst>
                                      </p:cBhvr>
                                      <p:to>
                                        <p:strVal val="visible"/>
                                      </p:to>
                                    </p:set>
                                    <p:animEffect transition="in" filter="fade">
                                      <p:cBhvr>
                                        <p:cTn id="15" dur="2000"/>
                                        <p:tgtEl>
                                          <p:spTgt spid="36892"/>
                                        </p:tgtEl>
                                      </p:cBhvr>
                                    </p:animEffect>
                                  </p:childTnLst>
                                </p:cTn>
                              </p:par>
                            </p:childTnLst>
                          </p:cTn>
                        </p:par>
                        <p:par>
                          <p:cTn id="16" fill="hold">
                            <p:stCondLst>
                              <p:cond delay="3000"/>
                            </p:stCondLst>
                            <p:childTnLst>
                              <p:par>
                                <p:cTn id="17" presetID="9" presetClass="entr" presetSubtype="0" fill="hold" grpId="0" nodeType="afterEffect">
                                  <p:stCondLst>
                                    <p:cond delay="0"/>
                                  </p:stCondLst>
                                  <p:childTnLst>
                                    <p:set>
                                      <p:cBhvr>
                                        <p:cTn id="18" dur="1" fill="hold">
                                          <p:stCondLst>
                                            <p:cond delay="0"/>
                                          </p:stCondLst>
                                        </p:cTn>
                                        <p:tgtEl>
                                          <p:spTgt spid="36893"/>
                                        </p:tgtEl>
                                        <p:attrNameLst>
                                          <p:attrName>style.visibility</p:attrName>
                                        </p:attrNameLst>
                                      </p:cBhvr>
                                      <p:to>
                                        <p:strVal val="visible"/>
                                      </p:to>
                                    </p:set>
                                    <p:animEffect transition="in" filter="dissolve">
                                      <p:cBhvr>
                                        <p:cTn id="19" dur="500"/>
                                        <p:tgtEl>
                                          <p:spTgt spid="36893"/>
                                        </p:tgtEl>
                                      </p:cBhvr>
                                    </p:animEffect>
                                  </p:childTnLst>
                                </p:cTn>
                              </p:par>
                            </p:childTnLst>
                          </p:cTn>
                        </p:par>
                        <p:par>
                          <p:cTn id="20" fill="hold">
                            <p:stCondLst>
                              <p:cond delay="3500"/>
                            </p:stCondLst>
                            <p:childTnLst>
                              <p:par>
                                <p:cTn id="21" presetID="2" presetClass="entr" presetSubtype="4" fill="hold" grpId="0" nodeType="afterEffect">
                                  <p:stCondLst>
                                    <p:cond delay="0"/>
                                  </p:stCondLst>
                                  <p:childTnLst>
                                    <p:set>
                                      <p:cBhvr>
                                        <p:cTn id="22" dur="1" fill="hold">
                                          <p:stCondLst>
                                            <p:cond delay="0"/>
                                          </p:stCondLst>
                                        </p:cTn>
                                        <p:tgtEl>
                                          <p:spTgt spid="36895"/>
                                        </p:tgtEl>
                                        <p:attrNameLst>
                                          <p:attrName>style.visibility</p:attrName>
                                        </p:attrNameLst>
                                      </p:cBhvr>
                                      <p:to>
                                        <p:strVal val="visible"/>
                                      </p:to>
                                    </p:set>
                                    <p:anim calcmode="lin" valueType="num">
                                      <p:cBhvr additive="base">
                                        <p:cTn id="23" dur="500" fill="hold"/>
                                        <p:tgtEl>
                                          <p:spTgt spid="36895"/>
                                        </p:tgtEl>
                                        <p:attrNameLst>
                                          <p:attrName>ppt_x</p:attrName>
                                        </p:attrNameLst>
                                      </p:cBhvr>
                                      <p:tavLst>
                                        <p:tav tm="0">
                                          <p:val>
                                            <p:strVal val="#ppt_x"/>
                                          </p:val>
                                        </p:tav>
                                        <p:tav tm="100000">
                                          <p:val>
                                            <p:strVal val="#ppt_x"/>
                                          </p:val>
                                        </p:tav>
                                      </p:tavLst>
                                    </p:anim>
                                    <p:anim calcmode="lin" valueType="num">
                                      <p:cBhvr additive="base">
                                        <p:cTn id="24" dur="500" fill="hold"/>
                                        <p:tgtEl>
                                          <p:spTgt spid="36895"/>
                                        </p:tgtEl>
                                        <p:attrNameLst>
                                          <p:attrName>ppt_y</p:attrName>
                                        </p:attrNameLst>
                                      </p:cBhvr>
                                      <p:tavLst>
                                        <p:tav tm="0">
                                          <p:val>
                                            <p:strVal val="1+#ppt_h/2"/>
                                          </p:val>
                                        </p:tav>
                                        <p:tav tm="100000">
                                          <p:val>
                                            <p:strVal val="#ppt_y"/>
                                          </p:val>
                                        </p:tav>
                                      </p:tavLst>
                                    </p:anim>
                                  </p:childTnLst>
                                </p:cTn>
                              </p:par>
                            </p:childTnLst>
                          </p:cTn>
                        </p:par>
                        <p:par>
                          <p:cTn id="25" fill="hold">
                            <p:stCondLst>
                              <p:cond delay="4000"/>
                            </p:stCondLst>
                            <p:childTnLst>
                              <p:par>
                                <p:cTn id="26" presetID="2" presetClass="entr" presetSubtype="4" fill="hold" nodeType="afterEffect">
                                  <p:stCondLst>
                                    <p:cond delay="0"/>
                                  </p:stCondLst>
                                  <p:childTnLst>
                                    <p:set>
                                      <p:cBhvr>
                                        <p:cTn id="27" dur="1" fill="hold">
                                          <p:stCondLst>
                                            <p:cond delay="0"/>
                                          </p:stCondLst>
                                        </p:cTn>
                                        <p:tgtEl>
                                          <p:spTgt spid="36901"/>
                                        </p:tgtEl>
                                        <p:attrNameLst>
                                          <p:attrName>style.visibility</p:attrName>
                                        </p:attrNameLst>
                                      </p:cBhvr>
                                      <p:to>
                                        <p:strVal val="visible"/>
                                      </p:to>
                                    </p:set>
                                    <p:anim calcmode="lin" valueType="num">
                                      <p:cBhvr additive="base">
                                        <p:cTn id="28" dur="500" fill="hold"/>
                                        <p:tgtEl>
                                          <p:spTgt spid="36901"/>
                                        </p:tgtEl>
                                        <p:attrNameLst>
                                          <p:attrName>ppt_x</p:attrName>
                                        </p:attrNameLst>
                                      </p:cBhvr>
                                      <p:tavLst>
                                        <p:tav tm="0">
                                          <p:val>
                                            <p:strVal val="#ppt_x"/>
                                          </p:val>
                                        </p:tav>
                                        <p:tav tm="100000">
                                          <p:val>
                                            <p:strVal val="#ppt_x"/>
                                          </p:val>
                                        </p:tav>
                                      </p:tavLst>
                                    </p:anim>
                                    <p:anim calcmode="lin" valueType="num">
                                      <p:cBhvr additive="base">
                                        <p:cTn id="29" dur="500" fill="hold"/>
                                        <p:tgtEl>
                                          <p:spTgt spid="36901"/>
                                        </p:tgtEl>
                                        <p:attrNameLst>
                                          <p:attrName>ppt_y</p:attrName>
                                        </p:attrNameLst>
                                      </p:cBhvr>
                                      <p:tavLst>
                                        <p:tav tm="0">
                                          <p:val>
                                            <p:strVal val="1+#ppt_h/2"/>
                                          </p:val>
                                        </p:tav>
                                        <p:tav tm="100000">
                                          <p:val>
                                            <p:strVal val="#ppt_y"/>
                                          </p:val>
                                        </p:tav>
                                      </p:tavLst>
                                    </p:anim>
                                  </p:childTnLst>
                                </p:cTn>
                              </p:par>
                            </p:childTnLst>
                          </p:cTn>
                        </p:par>
                        <p:par>
                          <p:cTn id="30" fill="hold">
                            <p:stCondLst>
                              <p:cond delay="4500"/>
                            </p:stCondLst>
                            <p:childTnLst>
                              <p:par>
                                <p:cTn id="31" presetID="2" presetClass="entr" presetSubtype="4" fill="hold" grpId="0" nodeType="afterEffect">
                                  <p:stCondLst>
                                    <p:cond delay="0"/>
                                  </p:stCondLst>
                                  <p:childTnLst>
                                    <p:set>
                                      <p:cBhvr>
                                        <p:cTn id="32" dur="1" fill="hold">
                                          <p:stCondLst>
                                            <p:cond delay="0"/>
                                          </p:stCondLst>
                                        </p:cTn>
                                        <p:tgtEl>
                                          <p:spTgt spid="36896"/>
                                        </p:tgtEl>
                                        <p:attrNameLst>
                                          <p:attrName>style.visibility</p:attrName>
                                        </p:attrNameLst>
                                      </p:cBhvr>
                                      <p:to>
                                        <p:strVal val="visible"/>
                                      </p:to>
                                    </p:set>
                                    <p:anim calcmode="lin" valueType="num">
                                      <p:cBhvr additive="base">
                                        <p:cTn id="33" dur="500" fill="hold"/>
                                        <p:tgtEl>
                                          <p:spTgt spid="36896"/>
                                        </p:tgtEl>
                                        <p:attrNameLst>
                                          <p:attrName>ppt_x</p:attrName>
                                        </p:attrNameLst>
                                      </p:cBhvr>
                                      <p:tavLst>
                                        <p:tav tm="0">
                                          <p:val>
                                            <p:strVal val="#ppt_x"/>
                                          </p:val>
                                        </p:tav>
                                        <p:tav tm="100000">
                                          <p:val>
                                            <p:strVal val="#ppt_x"/>
                                          </p:val>
                                        </p:tav>
                                      </p:tavLst>
                                    </p:anim>
                                    <p:anim calcmode="lin" valueType="num">
                                      <p:cBhvr additive="base">
                                        <p:cTn id="34" dur="500" fill="hold"/>
                                        <p:tgtEl>
                                          <p:spTgt spid="36896"/>
                                        </p:tgtEl>
                                        <p:attrNameLst>
                                          <p:attrName>ppt_y</p:attrName>
                                        </p:attrNameLst>
                                      </p:cBhvr>
                                      <p:tavLst>
                                        <p:tav tm="0">
                                          <p:val>
                                            <p:strVal val="1+#ppt_h/2"/>
                                          </p:val>
                                        </p:tav>
                                        <p:tav tm="100000">
                                          <p:val>
                                            <p:strVal val="#ppt_y"/>
                                          </p:val>
                                        </p:tav>
                                      </p:tavLst>
                                    </p:anim>
                                  </p:childTnLst>
                                </p:cTn>
                              </p:par>
                            </p:childTnLst>
                          </p:cTn>
                        </p:par>
                        <p:par>
                          <p:cTn id="35" fill="hold">
                            <p:stCondLst>
                              <p:cond delay="5000"/>
                            </p:stCondLst>
                            <p:childTnLst>
                              <p:par>
                                <p:cTn id="36" presetID="37" presetClass="entr" presetSubtype="0" fill="hold" nodeType="afterEffect">
                                  <p:stCondLst>
                                    <p:cond delay="0"/>
                                  </p:stCondLst>
                                  <p:childTnLst>
                                    <p:set>
                                      <p:cBhvr>
                                        <p:cTn id="37" dur="1" fill="hold">
                                          <p:stCondLst>
                                            <p:cond delay="0"/>
                                          </p:stCondLst>
                                        </p:cTn>
                                        <p:tgtEl>
                                          <p:spTgt spid="36902"/>
                                        </p:tgtEl>
                                        <p:attrNameLst>
                                          <p:attrName>style.visibility</p:attrName>
                                        </p:attrNameLst>
                                      </p:cBhvr>
                                      <p:to>
                                        <p:strVal val="visible"/>
                                      </p:to>
                                    </p:set>
                                    <p:animEffect transition="in" filter="fade">
                                      <p:cBhvr>
                                        <p:cTn id="38" dur="1000"/>
                                        <p:tgtEl>
                                          <p:spTgt spid="36902"/>
                                        </p:tgtEl>
                                      </p:cBhvr>
                                    </p:animEffect>
                                    <p:anim calcmode="lin" valueType="num">
                                      <p:cBhvr>
                                        <p:cTn id="39" dur="1000" fill="hold"/>
                                        <p:tgtEl>
                                          <p:spTgt spid="36902"/>
                                        </p:tgtEl>
                                        <p:attrNameLst>
                                          <p:attrName>ppt_x</p:attrName>
                                        </p:attrNameLst>
                                      </p:cBhvr>
                                      <p:tavLst>
                                        <p:tav tm="0">
                                          <p:val>
                                            <p:strVal val="#ppt_x"/>
                                          </p:val>
                                        </p:tav>
                                        <p:tav tm="100000">
                                          <p:val>
                                            <p:strVal val="#ppt_x"/>
                                          </p:val>
                                        </p:tav>
                                      </p:tavLst>
                                    </p:anim>
                                    <p:anim calcmode="lin" valueType="num">
                                      <p:cBhvr>
                                        <p:cTn id="40" dur="900" decel="100000" fill="hold"/>
                                        <p:tgtEl>
                                          <p:spTgt spid="36902"/>
                                        </p:tgtEl>
                                        <p:attrNameLst>
                                          <p:attrName>ppt_y</p:attrName>
                                        </p:attrNameLst>
                                      </p:cBhvr>
                                      <p:tavLst>
                                        <p:tav tm="0">
                                          <p:val>
                                            <p:strVal val="#ppt_y+1"/>
                                          </p:val>
                                        </p:tav>
                                        <p:tav tm="100000">
                                          <p:val>
                                            <p:strVal val="#ppt_y-.03"/>
                                          </p:val>
                                        </p:tav>
                                      </p:tavLst>
                                    </p:anim>
                                    <p:anim calcmode="lin" valueType="num">
                                      <p:cBhvr>
                                        <p:cTn id="41" dur="100" accel="100000" fill="hold">
                                          <p:stCondLst>
                                            <p:cond delay="900"/>
                                          </p:stCondLst>
                                        </p:cTn>
                                        <p:tgtEl>
                                          <p:spTgt spid="3690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3" grpId="0"/>
      <p:bldP spid="36892" grpId="0" animBg="1"/>
      <p:bldP spid="36893" grpId="0" animBg="1"/>
      <p:bldP spid="36895" grpId="0" animBg="1"/>
      <p:bldP spid="3689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ormAutofit/>
          </a:bodyPr>
          <a:lstStyle/>
          <a:p>
            <a:pPr algn="ctr"/>
            <a:r>
              <a:rPr lang="en-US" sz="4000" dirty="0">
                <a:ea typeface="MS Mincho" charset="-128"/>
              </a:rPr>
              <a:t>Push Operation</a:t>
            </a:r>
            <a:endParaRPr lang="en-US" sz="4000" dirty="0">
              <a:cs typeface="Times New Roman" pitchFamily="18" charset="0"/>
            </a:endParaRPr>
          </a:p>
        </p:txBody>
      </p:sp>
      <p:sp>
        <p:nvSpPr>
          <p:cNvPr id="9220" name="Rectangle 4"/>
          <p:cNvSpPr>
            <a:spLocks noGrp="1" noChangeArrowheads="1"/>
          </p:cNvSpPr>
          <p:nvPr>
            <p:ph idx="1"/>
          </p:nvPr>
        </p:nvSpPr>
        <p:spPr>
          <a:xfrm>
            <a:off x="1676400" y="1600200"/>
            <a:ext cx="8686800" cy="4873752"/>
          </a:xfrm>
          <a:noFill/>
          <a:ln/>
        </p:spPr>
        <p:txBody>
          <a:bodyPr>
            <a:normAutofit fontScale="92500"/>
          </a:bodyPr>
          <a:lstStyle/>
          <a:p>
            <a:pPr>
              <a:buNone/>
            </a:pPr>
            <a:endParaRPr lang="en-US" sz="3600" i="1" dirty="0">
              <a:cs typeface="Times New Roman" pitchFamily="18" charset="0"/>
            </a:endParaRPr>
          </a:p>
          <a:p>
            <a:pPr algn="just">
              <a:lnSpc>
                <a:spcPct val="200000"/>
              </a:lnSpc>
            </a:pPr>
            <a:r>
              <a:rPr lang="en-US" sz="2800" b="1" i="1" dirty="0">
                <a:cs typeface="Times New Roman" pitchFamily="18" charset="0"/>
              </a:rPr>
              <a:t>Function</a:t>
            </a:r>
            <a:r>
              <a:rPr lang="en-US" sz="2800" b="1" dirty="0">
                <a:cs typeface="Times New Roman" pitchFamily="18" charset="0"/>
              </a:rPr>
              <a:t>: </a:t>
            </a:r>
            <a:r>
              <a:rPr lang="en-US" sz="2800" dirty="0">
                <a:cs typeface="Times New Roman" pitchFamily="18" charset="0"/>
              </a:rPr>
              <a:t>Adds new-Item to the top of the stack.</a:t>
            </a:r>
            <a:r>
              <a:rPr lang="en-US" sz="2800" dirty="0">
                <a:latin typeface="Courier New" pitchFamily="49" charset="0"/>
                <a:cs typeface="Courier New" pitchFamily="49" charset="0"/>
              </a:rPr>
              <a:t> </a:t>
            </a:r>
          </a:p>
          <a:p>
            <a:pPr algn="just">
              <a:lnSpc>
                <a:spcPct val="200000"/>
              </a:lnSpc>
            </a:pPr>
            <a:r>
              <a:rPr lang="en-US" sz="2800" b="1" i="1" dirty="0">
                <a:cs typeface="Times New Roman" pitchFamily="18" charset="0"/>
              </a:rPr>
              <a:t>Preconditions</a:t>
            </a:r>
            <a:r>
              <a:rPr lang="en-US" sz="2800" b="1" dirty="0">
                <a:cs typeface="Times New Roman" pitchFamily="18" charset="0"/>
              </a:rPr>
              <a:t>:</a:t>
            </a:r>
            <a:r>
              <a:rPr lang="en-US" sz="2800" dirty="0">
                <a:cs typeface="Times New Roman" pitchFamily="18" charset="0"/>
              </a:rPr>
              <a:t> Stack has been initialized and is not full.</a:t>
            </a:r>
            <a:endParaRPr lang="en-US" sz="2800" dirty="0">
              <a:latin typeface="Courier New" pitchFamily="49" charset="0"/>
              <a:cs typeface="Courier New" pitchFamily="49" charset="0"/>
            </a:endParaRPr>
          </a:p>
          <a:p>
            <a:pPr algn="just">
              <a:lnSpc>
                <a:spcPct val="200000"/>
              </a:lnSpc>
            </a:pPr>
            <a:r>
              <a:rPr lang="en-US" sz="2800" b="1" i="1" dirty="0">
                <a:cs typeface="Times New Roman" pitchFamily="18" charset="0"/>
              </a:rPr>
              <a:t>Postconditions</a:t>
            </a:r>
            <a:r>
              <a:rPr lang="en-US" sz="2800" b="1" dirty="0">
                <a:cs typeface="Times New Roman" pitchFamily="18" charset="0"/>
              </a:rPr>
              <a:t>:</a:t>
            </a:r>
            <a:r>
              <a:rPr lang="en-US" sz="2800" dirty="0">
                <a:cs typeface="Times New Roman" pitchFamily="18" charset="0"/>
              </a:rPr>
              <a:t> new-Item is at the top of the stack.</a:t>
            </a:r>
            <a:endParaRPr lang="en-US" sz="2800" dirty="0"/>
          </a:p>
        </p:txBody>
      </p:sp>
      <p:sp>
        <p:nvSpPr>
          <p:cNvPr id="4" name="Date Placeholder 3"/>
          <p:cNvSpPr>
            <a:spLocks noGrp="1"/>
          </p:cNvSpPr>
          <p:nvPr>
            <p:ph type="dt" sz="half" idx="10"/>
          </p:nvPr>
        </p:nvSpPr>
        <p:spPr/>
        <p:txBody>
          <a:bodyPr/>
          <a:lstStyle/>
          <a:p>
            <a:fld id="{D75B82FD-A319-4686-A719-573AEFA65589}" type="datetime1">
              <a:rPr lang="en-US" smtClean="0"/>
              <a:pPr/>
              <a:t>9/30/2024</a:t>
            </a:fld>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8</a:t>
            </a:fld>
            <a:endParaRPr lang="en-US" dirty="0"/>
          </a:p>
        </p:txBody>
      </p:sp>
      <p:sp>
        <p:nvSpPr>
          <p:cNvPr id="6" name="Footer Placeholder 5"/>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2016091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077200" cy="1143000"/>
          </a:xfrm>
        </p:spPr>
        <p:txBody>
          <a:bodyPr>
            <a:normAutofit fontScale="90000"/>
          </a:bodyPr>
          <a:lstStyle/>
          <a:p>
            <a:r>
              <a:rPr lang="en-US" dirty="0"/>
              <a:t>Algorithms of Push operation on stack</a:t>
            </a:r>
          </a:p>
        </p:txBody>
      </p:sp>
      <p:sp>
        <p:nvSpPr>
          <p:cNvPr id="3" name="Content Placeholder 2"/>
          <p:cNvSpPr>
            <a:spLocks noGrp="1"/>
          </p:cNvSpPr>
          <p:nvPr>
            <p:ph idx="1"/>
          </p:nvPr>
        </p:nvSpPr>
        <p:spPr>
          <a:xfrm>
            <a:off x="1828800" y="1600200"/>
            <a:ext cx="8382000" cy="4873752"/>
          </a:xfrm>
        </p:spPr>
        <p:txBody>
          <a:bodyPr>
            <a:normAutofit fontScale="70000" lnSpcReduction="20000"/>
          </a:bodyPr>
          <a:lstStyle/>
          <a:p>
            <a:pPr>
              <a:buNone/>
            </a:pPr>
            <a:r>
              <a:rPr lang="en-US" sz="2400" b="1" dirty="0"/>
              <a:t>Push(stack, Top, MAXSTK, X)</a:t>
            </a:r>
          </a:p>
          <a:p>
            <a:pPr>
              <a:buNone/>
            </a:pPr>
            <a:endParaRPr lang="en-US" sz="2400" b="1" dirty="0"/>
          </a:p>
          <a:p>
            <a:pPr>
              <a:buNone/>
            </a:pPr>
            <a:r>
              <a:rPr lang="en-US" sz="2400" b="1" dirty="0"/>
              <a:t>Step1: </a:t>
            </a:r>
            <a:r>
              <a:rPr lang="en-US" sz="2400" dirty="0"/>
              <a:t>[stack already filled? ]</a:t>
            </a:r>
          </a:p>
          <a:p>
            <a:pPr>
              <a:buNone/>
            </a:pPr>
            <a:r>
              <a:rPr lang="en-US" sz="2400" dirty="0"/>
              <a:t>	If  </a:t>
            </a:r>
            <a:r>
              <a:rPr lang="en-US" sz="2400" dirty="0">
                <a:solidFill>
                  <a:srgbClr val="FF0000"/>
                </a:solidFill>
              </a:rPr>
              <a:t>Top = MAXSTK - 1 </a:t>
            </a:r>
            <a:r>
              <a:rPr lang="en-US" sz="2400" dirty="0"/>
              <a:t>then: Print “</a:t>
            </a:r>
            <a:r>
              <a:rPr lang="en-US" sz="2400" dirty="0">
                <a:solidFill>
                  <a:srgbClr val="FF0000"/>
                </a:solidFill>
              </a:rPr>
              <a:t>overflow</a:t>
            </a:r>
            <a:r>
              <a:rPr lang="en-US" sz="2400" dirty="0"/>
              <a:t>” and return</a:t>
            </a:r>
          </a:p>
          <a:p>
            <a:pPr>
              <a:buNone/>
            </a:pPr>
            <a:endParaRPr lang="en-US" sz="2400" dirty="0"/>
          </a:p>
          <a:p>
            <a:pPr>
              <a:buNone/>
            </a:pPr>
            <a:r>
              <a:rPr lang="en-US" sz="2400" b="1" dirty="0"/>
              <a:t>Step 2:</a:t>
            </a:r>
            <a:r>
              <a:rPr lang="en-US" sz="2400" dirty="0"/>
              <a:t> set </a:t>
            </a:r>
            <a:r>
              <a:rPr lang="en-US" sz="2400" dirty="0">
                <a:solidFill>
                  <a:srgbClr val="FF0000"/>
                </a:solidFill>
              </a:rPr>
              <a:t>Top = Top + 1  </a:t>
            </a:r>
            <a:r>
              <a:rPr lang="en-US" sz="2400" dirty="0"/>
              <a:t>[increase top by 1]</a:t>
            </a:r>
          </a:p>
          <a:p>
            <a:pPr>
              <a:buNone/>
            </a:pPr>
            <a:endParaRPr lang="en-US" sz="2400" dirty="0"/>
          </a:p>
          <a:p>
            <a:pPr>
              <a:buNone/>
            </a:pPr>
            <a:r>
              <a:rPr lang="en-US" sz="2400" b="1" dirty="0"/>
              <a:t>Step 3:</a:t>
            </a:r>
            <a:r>
              <a:rPr lang="en-US" sz="2400" dirty="0"/>
              <a:t> set </a:t>
            </a:r>
            <a:r>
              <a:rPr lang="en-US" sz="2400" dirty="0">
                <a:solidFill>
                  <a:srgbClr val="FF0000"/>
                </a:solidFill>
              </a:rPr>
              <a:t>Stack[Top] = x  </a:t>
            </a:r>
            <a:r>
              <a:rPr lang="en-US" sz="2400" dirty="0"/>
              <a:t>[insert X in new Top position]</a:t>
            </a:r>
          </a:p>
          <a:p>
            <a:pPr>
              <a:buNone/>
            </a:pPr>
            <a:endParaRPr lang="en-US" sz="2400" dirty="0"/>
          </a:p>
          <a:p>
            <a:pPr>
              <a:buNone/>
            </a:pPr>
            <a:r>
              <a:rPr lang="en-US" sz="2400" b="1" dirty="0"/>
              <a:t>Step 4:</a:t>
            </a:r>
            <a:r>
              <a:rPr lang="en-US" sz="2400" dirty="0"/>
              <a:t> Return</a:t>
            </a:r>
          </a:p>
          <a:p>
            <a:endParaRPr lang="en-US" sz="2400" dirty="0"/>
          </a:p>
          <a:p>
            <a:r>
              <a:rPr lang="en-US" sz="2000" dirty="0"/>
              <a:t>Here, MAXSTK is max size of stack[] array</a:t>
            </a:r>
          </a:p>
          <a:p>
            <a:r>
              <a:rPr lang="en-US" sz="2000" dirty="0"/>
              <a:t>X = element to be inserted in stack</a:t>
            </a:r>
          </a:p>
          <a:p>
            <a:r>
              <a:rPr lang="en-US" sz="2000" dirty="0"/>
              <a:t>Top: contains the location of topmost element in stack</a:t>
            </a:r>
          </a:p>
          <a:p>
            <a:endParaRPr lang="en-US" dirty="0"/>
          </a:p>
        </p:txBody>
      </p:sp>
      <p:sp>
        <p:nvSpPr>
          <p:cNvPr id="4" name="Date Placeholder 3"/>
          <p:cNvSpPr>
            <a:spLocks noGrp="1"/>
          </p:cNvSpPr>
          <p:nvPr>
            <p:ph type="dt" sz="half" idx="10"/>
          </p:nvPr>
        </p:nvSpPr>
        <p:spPr/>
        <p:txBody>
          <a:bodyPr/>
          <a:lstStyle/>
          <a:p>
            <a:fld id="{69EF2B69-C33B-47A2-94B5-F4DCEAC23872}" type="datetime1">
              <a:rPr lang="en-US" smtClean="0"/>
              <a:pPr/>
              <a:t>9/30/2024</a:t>
            </a:fld>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9</a:t>
            </a:fld>
            <a:endParaRPr lang="en-US" dirty="0"/>
          </a:p>
        </p:txBody>
      </p:sp>
      <p:sp>
        <p:nvSpPr>
          <p:cNvPr id="6" name="Footer Placeholder 5"/>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1051713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3" name="Rectangle 9"/>
          <p:cNvSpPr>
            <a:spLocks noGrp="1" noChangeArrowheads="1"/>
          </p:cNvSpPr>
          <p:nvPr>
            <p:ph type="title"/>
          </p:nvPr>
        </p:nvSpPr>
        <p:spPr>
          <a:xfrm>
            <a:off x="2133600" y="0"/>
            <a:ext cx="7543800" cy="1295400"/>
          </a:xfrm>
        </p:spPr>
        <p:txBody>
          <a:bodyPr>
            <a:normAutofit/>
          </a:bodyPr>
          <a:lstStyle/>
          <a:p>
            <a:pPr algn="ctr"/>
            <a:br>
              <a:rPr lang="en-US" dirty="0">
                <a:solidFill>
                  <a:srgbClr val="990000"/>
                </a:solidFill>
                <a:latin typeface="Charlesworth"/>
              </a:rPr>
            </a:br>
            <a:r>
              <a:rPr lang="en-US" sz="4000" dirty="0">
                <a:ea typeface="MS Mincho" charset="-128"/>
              </a:rPr>
              <a:t>Push Operations</a:t>
            </a:r>
            <a:endParaRPr lang="en-US" sz="4000" dirty="0">
              <a:solidFill>
                <a:srgbClr val="FFC000"/>
              </a:solidFill>
              <a:latin typeface="Charlesworth"/>
            </a:endParaRPr>
          </a:p>
        </p:txBody>
      </p:sp>
      <p:graphicFrame>
        <p:nvGraphicFramePr>
          <p:cNvPr id="36890" name="Group 26"/>
          <p:cNvGraphicFramePr>
            <a:graphicFrameLocks noGrp="1"/>
          </p:cNvGraphicFramePr>
          <p:nvPr>
            <p:ph sz="half" idx="2"/>
          </p:nvPr>
        </p:nvGraphicFramePr>
        <p:xfrm>
          <a:off x="7543800" y="2209800"/>
          <a:ext cx="1981200" cy="3200402"/>
        </p:xfrm>
        <a:graphic>
          <a:graphicData uri="http://schemas.openxmlformats.org/drawingml/2006/table">
            <a:tbl>
              <a:tblPr/>
              <a:tblGrid>
                <a:gridCol w="1981200">
                  <a:extLst>
                    <a:ext uri="{9D8B030D-6E8A-4147-A177-3AD203B41FA5}">
                      <a16:colId xmlns:a16="http://schemas.microsoft.com/office/drawing/2014/main" val="20000"/>
                    </a:ext>
                  </a:extLst>
                </a:gridCol>
              </a:tblGrid>
              <a:tr h="63976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2600" b="1" i="0" u="none" strike="noStrike" cap="none" normalizeH="0" baseline="0" dirty="0">
                        <a:ln>
                          <a:noFill/>
                        </a:ln>
                        <a:solidFill>
                          <a:srgbClr val="990000"/>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3976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2600" b="1" i="0" u="none" strike="noStrike" cap="none" normalizeH="0" baseline="0" dirty="0">
                        <a:ln>
                          <a:noFill/>
                        </a:ln>
                        <a:solidFill>
                          <a:srgbClr val="990000"/>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13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defRPr/>
                      </a:pPr>
                      <a:endParaRPr kumimoji="0" lang="en-US" sz="2600" b="1" i="0" u="none" strike="noStrike" cap="none" normalizeH="0" baseline="0" dirty="0">
                        <a:ln>
                          <a:noFill/>
                        </a:ln>
                        <a:solidFill>
                          <a:srgbClr val="990000"/>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3976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2600" b="1" i="0" u="none" strike="noStrike" cap="none" normalizeH="0" baseline="0" dirty="0">
                        <a:ln>
                          <a:noFill/>
                        </a:ln>
                        <a:solidFill>
                          <a:schemeClr val="accent3">
                            <a:lumMod val="50000"/>
                          </a:schemeClr>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3976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2600" b="1" i="0" u="none" strike="noStrike" cap="none" normalizeH="0" baseline="0" dirty="0">
                        <a:ln>
                          <a:noFill/>
                        </a:ln>
                        <a:solidFill>
                          <a:srgbClr val="990000"/>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6892" name="Rectangle 28"/>
          <p:cNvSpPr>
            <a:spLocks noChangeArrowheads="1"/>
          </p:cNvSpPr>
          <p:nvPr/>
        </p:nvSpPr>
        <p:spPr bwMode="auto">
          <a:xfrm>
            <a:off x="4343400" y="5562600"/>
            <a:ext cx="1524000" cy="609600"/>
          </a:xfrm>
          <a:prstGeom prst="rect">
            <a:avLst/>
          </a:prstGeom>
          <a:noFill/>
          <a:ln w="9525">
            <a:solidFill>
              <a:schemeClr val="tx1"/>
            </a:solidFill>
            <a:miter lim="800000"/>
            <a:headEnd/>
            <a:tailEnd/>
          </a:ln>
        </p:spPr>
        <p:txBody>
          <a:bodyPr wrap="none" anchor="ctr"/>
          <a:lstStyle/>
          <a:p>
            <a:pPr algn="ctr"/>
            <a:r>
              <a:rPr lang="en-US" b="1" dirty="0">
                <a:solidFill>
                  <a:srgbClr val="990000"/>
                </a:solidFill>
              </a:rPr>
              <a:t>Top </a:t>
            </a:r>
          </a:p>
        </p:txBody>
      </p:sp>
      <p:sp>
        <p:nvSpPr>
          <p:cNvPr id="36893" name="Line 29"/>
          <p:cNvSpPr>
            <a:spLocks noChangeShapeType="1"/>
          </p:cNvSpPr>
          <p:nvPr/>
        </p:nvSpPr>
        <p:spPr bwMode="auto">
          <a:xfrm flipV="1">
            <a:off x="6019800" y="5791200"/>
            <a:ext cx="990600" cy="76200"/>
          </a:xfrm>
          <a:prstGeom prst="line">
            <a:avLst/>
          </a:prstGeom>
          <a:noFill/>
          <a:ln w="28575">
            <a:solidFill>
              <a:srgbClr val="800000"/>
            </a:solidFill>
            <a:round/>
            <a:headEnd/>
            <a:tailEnd type="triangle" w="med" len="med"/>
          </a:ln>
        </p:spPr>
        <p:txBody>
          <a:bodyPr/>
          <a:lstStyle/>
          <a:p>
            <a:endParaRPr lang="en-US"/>
          </a:p>
        </p:txBody>
      </p:sp>
      <p:grpSp>
        <p:nvGrpSpPr>
          <p:cNvPr id="2" name="Group 14"/>
          <p:cNvGrpSpPr/>
          <p:nvPr/>
        </p:nvGrpSpPr>
        <p:grpSpPr>
          <a:xfrm>
            <a:off x="7086600" y="2362200"/>
            <a:ext cx="533400" cy="2960132"/>
            <a:chOff x="3048000" y="3429000"/>
            <a:chExt cx="533400" cy="2960132"/>
          </a:xfrm>
        </p:grpSpPr>
        <p:sp>
          <p:nvSpPr>
            <p:cNvPr id="10" name="TextBox 9"/>
            <p:cNvSpPr txBox="1"/>
            <p:nvPr/>
          </p:nvSpPr>
          <p:spPr>
            <a:xfrm>
              <a:off x="3048000" y="5334000"/>
              <a:ext cx="533400" cy="369332"/>
            </a:xfrm>
            <a:prstGeom prst="rect">
              <a:avLst/>
            </a:prstGeom>
            <a:noFill/>
          </p:spPr>
          <p:txBody>
            <a:bodyPr wrap="square" rtlCol="0">
              <a:spAutoFit/>
            </a:bodyPr>
            <a:lstStyle/>
            <a:p>
              <a:r>
                <a:rPr lang="en-US" dirty="0"/>
                <a:t>1</a:t>
              </a:r>
            </a:p>
          </p:txBody>
        </p:sp>
        <p:sp>
          <p:nvSpPr>
            <p:cNvPr id="11" name="TextBox 10"/>
            <p:cNvSpPr txBox="1"/>
            <p:nvPr/>
          </p:nvSpPr>
          <p:spPr>
            <a:xfrm>
              <a:off x="3048000" y="3429000"/>
              <a:ext cx="533400" cy="369332"/>
            </a:xfrm>
            <a:prstGeom prst="rect">
              <a:avLst/>
            </a:prstGeom>
            <a:noFill/>
          </p:spPr>
          <p:txBody>
            <a:bodyPr wrap="square" rtlCol="0">
              <a:spAutoFit/>
            </a:bodyPr>
            <a:lstStyle/>
            <a:p>
              <a:r>
                <a:rPr lang="en-US" dirty="0"/>
                <a:t>4</a:t>
              </a:r>
            </a:p>
          </p:txBody>
        </p:sp>
        <p:sp>
          <p:nvSpPr>
            <p:cNvPr id="12" name="TextBox 11"/>
            <p:cNvSpPr txBox="1"/>
            <p:nvPr/>
          </p:nvSpPr>
          <p:spPr>
            <a:xfrm>
              <a:off x="3048000" y="4114800"/>
              <a:ext cx="533400" cy="369332"/>
            </a:xfrm>
            <a:prstGeom prst="rect">
              <a:avLst/>
            </a:prstGeom>
            <a:noFill/>
          </p:spPr>
          <p:txBody>
            <a:bodyPr wrap="square" rtlCol="0">
              <a:spAutoFit/>
            </a:bodyPr>
            <a:lstStyle/>
            <a:p>
              <a:r>
                <a:rPr lang="en-US" dirty="0"/>
                <a:t>3</a:t>
              </a:r>
            </a:p>
          </p:txBody>
        </p:sp>
        <p:sp>
          <p:nvSpPr>
            <p:cNvPr id="13" name="TextBox 12"/>
            <p:cNvSpPr txBox="1"/>
            <p:nvPr/>
          </p:nvSpPr>
          <p:spPr>
            <a:xfrm>
              <a:off x="3048000" y="4724400"/>
              <a:ext cx="533400" cy="369332"/>
            </a:xfrm>
            <a:prstGeom prst="rect">
              <a:avLst/>
            </a:prstGeom>
            <a:noFill/>
          </p:spPr>
          <p:txBody>
            <a:bodyPr wrap="square" rtlCol="0">
              <a:spAutoFit/>
            </a:bodyPr>
            <a:lstStyle/>
            <a:p>
              <a:r>
                <a:rPr lang="en-US" dirty="0"/>
                <a:t>2</a:t>
              </a:r>
            </a:p>
          </p:txBody>
        </p:sp>
        <p:sp>
          <p:nvSpPr>
            <p:cNvPr id="14" name="TextBox 13"/>
            <p:cNvSpPr txBox="1"/>
            <p:nvPr/>
          </p:nvSpPr>
          <p:spPr>
            <a:xfrm>
              <a:off x="3048000" y="6019800"/>
              <a:ext cx="533400" cy="369332"/>
            </a:xfrm>
            <a:prstGeom prst="rect">
              <a:avLst/>
            </a:prstGeom>
            <a:noFill/>
          </p:spPr>
          <p:txBody>
            <a:bodyPr wrap="square" rtlCol="0">
              <a:spAutoFit/>
            </a:bodyPr>
            <a:lstStyle/>
            <a:p>
              <a:r>
                <a:rPr lang="en-US" dirty="0"/>
                <a:t>0</a:t>
              </a:r>
            </a:p>
          </p:txBody>
        </p:sp>
      </p:grpSp>
      <p:sp>
        <p:nvSpPr>
          <p:cNvPr id="15" name="TextBox 14"/>
          <p:cNvSpPr txBox="1"/>
          <p:nvPr/>
        </p:nvSpPr>
        <p:spPr>
          <a:xfrm>
            <a:off x="1748844" y="1093085"/>
            <a:ext cx="1752600" cy="1077218"/>
          </a:xfrm>
          <a:prstGeom prst="rect">
            <a:avLst/>
          </a:prstGeom>
          <a:noFill/>
        </p:spPr>
        <p:txBody>
          <a:bodyPr wrap="square" rtlCol="0">
            <a:spAutoFit/>
          </a:bodyPr>
          <a:lstStyle/>
          <a:p>
            <a:r>
              <a:rPr lang="en-US" sz="3200" dirty="0"/>
              <a:t>Push (10)</a:t>
            </a:r>
          </a:p>
        </p:txBody>
      </p:sp>
      <p:sp>
        <p:nvSpPr>
          <p:cNvPr id="16" name="TextBox 15"/>
          <p:cNvSpPr txBox="1"/>
          <p:nvPr/>
        </p:nvSpPr>
        <p:spPr>
          <a:xfrm>
            <a:off x="1672644" y="2063558"/>
            <a:ext cx="1752600" cy="1077218"/>
          </a:xfrm>
          <a:prstGeom prst="rect">
            <a:avLst/>
          </a:prstGeom>
          <a:noFill/>
        </p:spPr>
        <p:txBody>
          <a:bodyPr wrap="square" rtlCol="0">
            <a:spAutoFit/>
          </a:bodyPr>
          <a:lstStyle/>
          <a:p>
            <a:r>
              <a:rPr lang="en-US" sz="3200" dirty="0"/>
              <a:t>Push (20)</a:t>
            </a:r>
          </a:p>
        </p:txBody>
      </p:sp>
      <p:sp>
        <p:nvSpPr>
          <p:cNvPr id="17" name="TextBox 16"/>
          <p:cNvSpPr txBox="1"/>
          <p:nvPr/>
        </p:nvSpPr>
        <p:spPr>
          <a:xfrm>
            <a:off x="1672644" y="2958300"/>
            <a:ext cx="1752600" cy="1077218"/>
          </a:xfrm>
          <a:prstGeom prst="rect">
            <a:avLst/>
          </a:prstGeom>
          <a:noFill/>
        </p:spPr>
        <p:txBody>
          <a:bodyPr wrap="square" rtlCol="0">
            <a:spAutoFit/>
          </a:bodyPr>
          <a:lstStyle/>
          <a:p>
            <a:r>
              <a:rPr lang="en-US" sz="3200" dirty="0"/>
              <a:t>Push (30)</a:t>
            </a:r>
          </a:p>
        </p:txBody>
      </p:sp>
      <p:sp>
        <p:nvSpPr>
          <p:cNvPr id="18" name="TextBox 17"/>
          <p:cNvSpPr txBox="1"/>
          <p:nvPr/>
        </p:nvSpPr>
        <p:spPr>
          <a:xfrm>
            <a:off x="1682840" y="3853042"/>
            <a:ext cx="1752600" cy="1077218"/>
          </a:xfrm>
          <a:prstGeom prst="rect">
            <a:avLst/>
          </a:prstGeom>
          <a:noFill/>
        </p:spPr>
        <p:txBody>
          <a:bodyPr wrap="square" rtlCol="0">
            <a:spAutoFit/>
          </a:bodyPr>
          <a:lstStyle/>
          <a:p>
            <a:r>
              <a:rPr lang="en-US" sz="3200" dirty="0"/>
              <a:t>Push (40)</a:t>
            </a:r>
          </a:p>
        </p:txBody>
      </p:sp>
      <p:sp>
        <p:nvSpPr>
          <p:cNvPr id="19" name="TextBox 18"/>
          <p:cNvSpPr txBox="1"/>
          <p:nvPr/>
        </p:nvSpPr>
        <p:spPr>
          <a:xfrm>
            <a:off x="1682840" y="4800613"/>
            <a:ext cx="1752600" cy="1077218"/>
          </a:xfrm>
          <a:prstGeom prst="rect">
            <a:avLst/>
          </a:prstGeom>
          <a:noFill/>
        </p:spPr>
        <p:txBody>
          <a:bodyPr wrap="square" rtlCol="0">
            <a:spAutoFit/>
          </a:bodyPr>
          <a:lstStyle/>
          <a:p>
            <a:r>
              <a:rPr lang="en-US" sz="3200" dirty="0"/>
              <a:t>Push (50)</a:t>
            </a:r>
          </a:p>
        </p:txBody>
      </p:sp>
      <p:sp>
        <p:nvSpPr>
          <p:cNvPr id="20" name="TextBox 19"/>
          <p:cNvSpPr txBox="1"/>
          <p:nvPr/>
        </p:nvSpPr>
        <p:spPr>
          <a:xfrm>
            <a:off x="8077200" y="4724401"/>
            <a:ext cx="762000" cy="646331"/>
          </a:xfrm>
          <a:prstGeom prst="rect">
            <a:avLst/>
          </a:prstGeom>
          <a:noFill/>
        </p:spPr>
        <p:txBody>
          <a:bodyPr wrap="square" rtlCol="0">
            <a:spAutoFit/>
          </a:bodyPr>
          <a:lstStyle/>
          <a:p>
            <a:r>
              <a:rPr lang="en-US" sz="3600" b="1" dirty="0">
                <a:solidFill>
                  <a:srgbClr val="C00000"/>
                </a:solidFill>
              </a:rPr>
              <a:t>10</a:t>
            </a:r>
          </a:p>
        </p:txBody>
      </p:sp>
      <p:sp>
        <p:nvSpPr>
          <p:cNvPr id="21" name="TextBox 20"/>
          <p:cNvSpPr txBox="1"/>
          <p:nvPr/>
        </p:nvSpPr>
        <p:spPr>
          <a:xfrm>
            <a:off x="8077200" y="4038601"/>
            <a:ext cx="762000" cy="646331"/>
          </a:xfrm>
          <a:prstGeom prst="rect">
            <a:avLst/>
          </a:prstGeom>
          <a:noFill/>
        </p:spPr>
        <p:txBody>
          <a:bodyPr wrap="square" rtlCol="0">
            <a:spAutoFit/>
          </a:bodyPr>
          <a:lstStyle/>
          <a:p>
            <a:r>
              <a:rPr lang="en-US" sz="3600" b="1" dirty="0">
                <a:solidFill>
                  <a:srgbClr val="C00000"/>
                </a:solidFill>
              </a:rPr>
              <a:t>20</a:t>
            </a:r>
          </a:p>
        </p:txBody>
      </p:sp>
      <p:sp>
        <p:nvSpPr>
          <p:cNvPr id="22" name="TextBox 21"/>
          <p:cNvSpPr txBox="1"/>
          <p:nvPr/>
        </p:nvSpPr>
        <p:spPr>
          <a:xfrm>
            <a:off x="8077200" y="2819401"/>
            <a:ext cx="762000" cy="646331"/>
          </a:xfrm>
          <a:prstGeom prst="rect">
            <a:avLst/>
          </a:prstGeom>
          <a:noFill/>
        </p:spPr>
        <p:txBody>
          <a:bodyPr wrap="square" rtlCol="0">
            <a:spAutoFit/>
          </a:bodyPr>
          <a:lstStyle/>
          <a:p>
            <a:r>
              <a:rPr lang="en-US" sz="3600" b="1" dirty="0">
                <a:solidFill>
                  <a:srgbClr val="C00000"/>
                </a:solidFill>
              </a:rPr>
              <a:t>40</a:t>
            </a:r>
          </a:p>
        </p:txBody>
      </p:sp>
      <p:sp>
        <p:nvSpPr>
          <p:cNvPr id="23" name="TextBox 22"/>
          <p:cNvSpPr txBox="1"/>
          <p:nvPr/>
        </p:nvSpPr>
        <p:spPr>
          <a:xfrm>
            <a:off x="8153400" y="2209801"/>
            <a:ext cx="762000" cy="646331"/>
          </a:xfrm>
          <a:prstGeom prst="rect">
            <a:avLst/>
          </a:prstGeom>
          <a:noFill/>
        </p:spPr>
        <p:txBody>
          <a:bodyPr wrap="square" rtlCol="0">
            <a:spAutoFit/>
          </a:bodyPr>
          <a:lstStyle/>
          <a:p>
            <a:r>
              <a:rPr lang="en-US" sz="3600" b="1" dirty="0">
                <a:solidFill>
                  <a:srgbClr val="C00000"/>
                </a:solidFill>
              </a:rPr>
              <a:t>50</a:t>
            </a:r>
          </a:p>
        </p:txBody>
      </p:sp>
      <p:sp>
        <p:nvSpPr>
          <p:cNvPr id="24" name="TextBox 23"/>
          <p:cNvSpPr txBox="1"/>
          <p:nvPr/>
        </p:nvSpPr>
        <p:spPr>
          <a:xfrm>
            <a:off x="8077200" y="3429001"/>
            <a:ext cx="762000" cy="646331"/>
          </a:xfrm>
          <a:prstGeom prst="rect">
            <a:avLst/>
          </a:prstGeom>
          <a:noFill/>
        </p:spPr>
        <p:txBody>
          <a:bodyPr wrap="square" rtlCol="0">
            <a:spAutoFit/>
          </a:bodyPr>
          <a:lstStyle/>
          <a:p>
            <a:r>
              <a:rPr lang="en-US" sz="3600" b="1" dirty="0">
                <a:solidFill>
                  <a:srgbClr val="C00000"/>
                </a:solidFill>
              </a:rPr>
              <a:t>30</a:t>
            </a:r>
          </a:p>
        </p:txBody>
      </p:sp>
      <p:sp>
        <p:nvSpPr>
          <p:cNvPr id="25" name="TextBox 24"/>
          <p:cNvSpPr txBox="1"/>
          <p:nvPr/>
        </p:nvSpPr>
        <p:spPr>
          <a:xfrm>
            <a:off x="7162800" y="5638800"/>
            <a:ext cx="457200" cy="400110"/>
          </a:xfrm>
          <a:prstGeom prst="rect">
            <a:avLst/>
          </a:prstGeom>
          <a:noFill/>
        </p:spPr>
        <p:txBody>
          <a:bodyPr wrap="square" rtlCol="0">
            <a:spAutoFit/>
          </a:bodyPr>
          <a:lstStyle/>
          <a:p>
            <a:r>
              <a:rPr lang="en-US" sz="2000" dirty="0"/>
              <a:t>-1</a:t>
            </a:r>
          </a:p>
        </p:txBody>
      </p:sp>
      <p:sp>
        <p:nvSpPr>
          <p:cNvPr id="26" name="TextBox 25"/>
          <p:cNvSpPr txBox="1"/>
          <p:nvPr/>
        </p:nvSpPr>
        <p:spPr>
          <a:xfrm>
            <a:off x="1672644" y="5718257"/>
            <a:ext cx="1905000" cy="1077218"/>
          </a:xfrm>
          <a:prstGeom prst="rect">
            <a:avLst/>
          </a:prstGeom>
          <a:noFill/>
        </p:spPr>
        <p:txBody>
          <a:bodyPr wrap="square" rtlCol="0">
            <a:spAutoFit/>
          </a:bodyPr>
          <a:lstStyle/>
          <a:p>
            <a:r>
              <a:rPr lang="en-US" sz="3200" dirty="0"/>
              <a:t>Push (60)</a:t>
            </a:r>
          </a:p>
        </p:txBody>
      </p:sp>
      <p:sp>
        <p:nvSpPr>
          <p:cNvPr id="27" name="TextBox 26"/>
          <p:cNvSpPr txBox="1"/>
          <p:nvPr/>
        </p:nvSpPr>
        <p:spPr>
          <a:xfrm>
            <a:off x="7467600" y="1447800"/>
            <a:ext cx="3505200" cy="707886"/>
          </a:xfrm>
          <a:prstGeom prst="rect">
            <a:avLst/>
          </a:prstGeom>
          <a:noFill/>
        </p:spPr>
        <p:txBody>
          <a:bodyPr wrap="square" rtlCol="0">
            <a:spAutoFit/>
          </a:bodyPr>
          <a:lstStyle/>
          <a:p>
            <a:r>
              <a:rPr lang="en-US" sz="2000" dirty="0">
                <a:latin typeface="Arial Rounded MT Bold" pitchFamily="34" charset="0"/>
              </a:rPr>
              <a:t>Stack is full</a:t>
            </a:r>
            <a:r>
              <a:rPr lang="en-US" sz="2000" dirty="0"/>
              <a:t>, so</a:t>
            </a:r>
          </a:p>
          <a:p>
            <a:r>
              <a:rPr lang="en-US" sz="2000" b="1" dirty="0">
                <a:solidFill>
                  <a:schemeClr val="accent3">
                    <a:lumMod val="50000"/>
                  </a:schemeClr>
                </a:solidFill>
              </a:rPr>
              <a:t>“Overflow occurs”</a:t>
            </a:r>
          </a:p>
        </p:txBody>
      </p:sp>
      <p:sp>
        <p:nvSpPr>
          <p:cNvPr id="28" name="U-Turn Arrow 27"/>
          <p:cNvSpPr/>
          <p:nvPr/>
        </p:nvSpPr>
        <p:spPr>
          <a:xfrm rot="18582727">
            <a:off x="6888854" y="1626153"/>
            <a:ext cx="435793" cy="507682"/>
          </a:xfrm>
          <a:prstGeom prst="utur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 name="Date Placeholder 28"/>
          <p:cNvSpPr>
            <a:spLocks noGrp="1"/>
          </p:cNvSpPr>
          <p:nvPr>
            <p:ph type="dt" sz="half" idx="10"/>
          </p:nvPr>
        </p:nvSpPr>
        <p:spPr/>
        <p:txBody>
          <a:bodyPr/>
          <a:lstStyle/>
          <a:p>
            <a:fld id="{0E0D57EB-2747-4848-9509-0B5187EEBDE2}" type="datetime1">
              <a:rPr lang="en-US" smtClean="0"/>
              <a:pPr/>
              <a:t>9/30/2024</a:t>
            </a:fld>
            <a:endParaRPr lang="en-US" dirty="0"/>
          </a:p>
        </p:txBody>
      </p:sp>
      <p:sp>
        <p:nvSpPr>
          <p:cNvPr id="30" name="Slide Number Placeholder 29"/>
          <p:cNvSpPr>
            <a:spLocks noGrp="1"/>
          </p:cNvSpPr>
          <p:nvPr>
            <p:ph type="sldNum" sz="quarter" idx="12"/>
          </p:nvPr>
        </p:nvSpPr>
        <p:spPr/>
        <p:txBody>
          <a:bodyPr/>
          <a:lstStyle/>
          <a:p>
            <a:fld id="{D57F1E4F-1CFF-5643-939E-217C01CDF565}" type="slidenum">
              <a:rPr lang="en-US" smtClean="0"/>
              <a:pPr/>
              <a:t>10</a:t>
            </a:fld>
            <a:endParaRPr lang="en-US" dirty="0"/>
          </a:p>
        </p:txBody>
      </p:sp>
      <p:sp>
        <p:nvSpPr>
          <p:cNvPr id="31" name="Footer Placeholder 30"/>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2811586383"/>
      </p:ext>
    </p:extLst>
  </p:cSld>
  <p:clrMapOvr>
    <a:masterClrMapping/>
  </p:clrMapOvr>
  <p:transition spd="med">
    <p:cover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4" presetClass="path" presetSubtype="0" accel="50000" decel="50000" fill="hold" grpId="0" nodeType="clickEffect">
                                  <p:stCondLst>
                                    <p:cond delay="0"/>
                                  </p:stCondLst>
                                  <p:childTnLst>
                                    <p:animMotion origin="layout" path="M 0.00833 0.22202 L 0.00833 -0.111 " pathEditMode="relative" rAng="0" ptsTypes="AA">
                                      <p:cBhvr>
                                        <p:cTn id="12" dur="500" fill="hold"/>
                                        <p:tgtEl>
                                          <p:spTgt spid="36892"/>
                                        </p:tgtEl>
                                        <p:attrNameLst>
                                          <p:attrName>ppt_x</p:attrName>
                                          <p:attrName>ppt_y</p:attrName>
                                        </p:attrNameLst>
                                      </p:cBhvr>
                                      <p:rCtr x="0" y="-167"/>
                                    </p:animMotion>
                                  </p:childTnLst>
                                </p:cTn>
                              </p:par>
                              <p:par>
                                <p:cTn id="13" presetID="64" presetClass="path" presetSubtype="0" accel="50000" decel="50000" fill="hold" grpId="0" nodeType="withEffect">
                                  <p:stCondLst>
                                    <p:cond delay="0"/>
                                  </p:stCondLst>
                                  <p:childTnLst>
                                    <p:animMotion origin="layout" path="M 0.00416 0.23867 L 0.00416 -0.09435 " pathEditMode="relative" rAng="0" ptsTypes="AA">
                                      <p:cBhvr>
                                        <p:cTn id="14" dur="500" fill="hold"/>
                                        <p:tgtEl>
                                          <p:spTgt spid="36893"/>
                                        </p:tgtEl>
                                        <p:attrNameLst>
                                          <p:attrName>ppt_x</p:attrName>
                                          <p:attrName>ppt_y</p:attrName>
                                        </p:attrNameLst>
                                      </p:cBhvr>
                                      <p:rCtr x="0" y="-167"/>
                                    </p:animMotion>
                                  </p:childTnLst>
                                </p:cTn>
                              </p:par>
                            </p:childTnLst>
                          </p:cTn>
                        </p:par>
                      </p:childTnLst>
                    </p:cTn>
                  </p:par>
                  <p:par>
                    <p:cTn id="15" fill="hold">
                      <p:stCondLst>
                        <p:cond delay="indefinite"/>
                      </p:stCondLst>
                      <p:childTnLst>
                        <p:par>
                          <p:cTn id="16" fill="hold">
                            <p:stCondLst>
                              <p:cond delay="0"/>
                            </p:stCondLst>
                            <p:childTnLst>
                              <p:par>
                                <p:cTn id="17" presetID="37"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1000"/>
                                        <p:tgtEl>
                                          <p:spTgt spid="20"/>
                                        </p:tgtEl>
                                      </p:cBhvr>
                                    </p:animEffect>
                                    <p:anim calcmode="lin" valueType="num">
                                      <p:cBhvr>
                                        <p:cTn id="20" dur="1000" fill="hold"/>
                                        <p:tgtEl>
                                          <p:spTgt spid="20"/>
                                        </p:tgtEl>
                                        <p:attrNameLst>
                                          <p:attrName>ppt_x</p:attrName>
                                        </p:attrNameLst>
                                      </p:cBhvr>
                                      <p:tavLst>
                                        <p:tav tm="0">
                                          <p:val>
                                            <p:strVal val="#ppt_x"/>
                                          </p:val>
                                        </p:tav>
                                        <p:tav tm="100000">
                                          <p:val>
                                            <p:strVal val="#ppt_x"/>
                                          </p:val>
                                        </p:tav>
                                      </p:tavLst>
                                    </p:anim>
                                    <p:anim calcmode="lin" valueType="num">
                                      <p:cBhvr>
                                        <p:cTn id="21" dur="900" decel="100000" fill="hold"/>
                                        <p:tgtEl>
                                          <p:spTgt spid="20"/>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20"/>
                                        </p:tgtEl>
                                        <p:attrNameLst>
                                          <p:attrName>ppt_y</p:attrName>
                                        </p:attrNameLst>
                                      </p:cBhvr>
                                      <p:tavLst>
                                        <p:tav tm="0">
                                          <p:val>
                                            <p:strVal val="#ppt_y-.03"/>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fill="hold"/>
                                        <p:tgtEl>
                                          <p:spTgt spid="16"/>
                                        </p:tgtEl>
                                        <p:attrNameLst>
                                          <p:attrName>ppt_x</p:attrName>
                                        </p:attrNameLst>
                                      </p:cBhvr>
                                      <p:tavLst>
                                        <p:tav tm="0">
                                          <p:val>
                                            <p:strVal val="#ppt_x"/>
                                          </p:val>
                                        </p:tav>
                                        <p:tav tm="100000">
                                          <p:val>
                                            <p:strVal val="#ppt_x"/>
                                          </p:val>
                                        </p:tav>
                                      </p:tavLst>
                                    </p:anim>
                                    <p:anim calcmode="lin" valueType="num">
                                      <p:cBhvr additive="base">
                                        <p:cTn id="2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64" presetClass="path" presetSubtype="0" accel="50000" decel="50000" fill="hold" grpId="1" nodeType="clickEffect">
                                  <p:stCondLst>
                                    <p:cond delay="0"/>
                                  </p:stCondLst>
                                  <p:childTnLst>
                                    <p:animMotion origin="layout" path="M 3.33333E-6 0.14431 L 3.33333E-6 -0.19981 " pathEditMode="relative" rAng="0" ptsTypes="AA">
                                      <p:cBhvr>
                                        <p:cTn id="32" dur="500" fill="hold"/>
                                        <p:tgtEl>
                                          <p:spTgt spid="36892"/>
                                        </p:tgtEl>
                                        <p:attrNameLst>
                                          <p:attrName>ppt_x</p:attrName>
                                          <p:attrName>ppt_y</p:attrName>
                                        </p:attrNameLst>
                                      </p:cBhvr>
                                      <p:rCtr x="0" y="-172"/>
                                    </p:animMotion>
                                  </p:childTnLst>
                                </p:cTn>
                              </p:par>
                              <p:par>
                                <p:cTn id="33" presetID="64" presetClass="path" presetSubtype="0" accel="50000" decel="50000" fill="hold" grpId="1" nodeType="withEffect">
                                  <p:stCondLst>
                                    <p:cond delay="0"/>
                                  </p:stCondLst>
                                  <p:childTnLst>
                                    <p:animMotion origin="layout" path="M -0.00417 0.14986 L -0.00417 -0.19426 " pathEditMode="relative" rAng="0" ptsTypes="AA">
                                      <p:cBhvr>
                                        <p:cTn id="34" dur="500" fill="hold"/>
                                        <p:tgtEl>
                                          <p:spTgt spid="36893"/>
                                        </p:tgtEl>
                                        <p:attrNameLst>
                                          <p:attrName>ppt_x</p:attrName>
                                          <p:attrName>ppt_y</p:attrName>
                                        </p:attrNameLst>
                                      </p:cBhvr>
                                      <p:rCtr x="0" y="-172"/>
                                    </p:animMotion>
                                  </p:childTnLst>
                                </p:cTn>
                              </p:par>
                            </p:childTnLst>
                          </p:cTn>
                        </p:par>
                      </p:childTnLst>
                    </p:cTn>
                  </p:par>
                  <p:par>
                    <p:cTn id="35" fill="hold">
                      <p:stCondLst>
                        <p:cond delay="indefinite"/>
                      </p:stCondLst>
                      <p:childTnLst>
                        <p:par>
                          <p:cTn id="36" fill="hold">
                            <p:stCondLst>
                              <p:cond delay="0"/>
                            </p:stCondLst>
                            <p:childTnLst>
                              <p:par>
                                <p:cTn id="37" presetID="37"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1000"/>
                                        <p:tgtEl>
                                          <p:spTgt spid="21"/>
                                        </p:tgtEl>
                                      </p:cBhvr>
                                    </p:animEffect>
                                    <p:anim calcmode="lin" valueType="num">
                                      <p:cBhvr>
                                        <p:cTn id="40" dur="1000" fill="hold"/>
                                        <p:tgtEl>
                                          <p:spTgt spid="21"/>
                                        </p:tgtEl>
                                        <p:attrNameLst>
                                          <p:attrName>ppt_x</p:attrName>
                                        </p:attrNameLst>
                                      </p:cBhvr>
                                      <p:tavLst>
                                        <p:tav tm="0">
                                          <p:val>
                                            <p:strVal val="#ppt_x"/>
                                          </p:val>
                                        </p:tav>
                                        <p:tav tm="100000">
                                          <p:val>
                                            <p:strVal val="#ppt_x"/>
                                          </p:val>
                                        </p:tav>
                                      </p:tavLst>
                                    </p:anim>
                                    <p:anim calcmode="lin" valueType="num">
                                      <p:cBhvr>
                                        <p:cTn id="41" dur="900" decel="100000" fill="hold"/>
                                        <p:tgtEl>
                                          <p:spTgt spid="21"/>
                                        </p:tgtEl>
                                        <p:attrNameLst>
                                          <p:attrName>ppt_y</p:attrName>
                                        </p:attrNameLst>
                                      </p:cBhvr>
                                      <p:tavLst>
                                        <p:tav tm="0">
                                          <p:val>
                                            <p:strVal val="#ppt_y+1"/>
                                          </p:val>
                                        </p:tav>
                                        <p:tav tm="100000">
                                          <p:val>
                                            <p:strVal val="#ppt_y-.03"/>
                                          </p:val>
                                        </p:tav>
                                      </p:tavLst>
                                    </p:anim>
                                    <p:anim calcmode="lin" valueType="num">
                                      <p:cBhvr>
                                        <p:cTn id="42" dur="100" accel="100000" fill="hold">
                                          <p:stCondLst>
                                            <p:cond delay="900"/>
                                          </p:stCondLst>
                                        </p:cTn>
                                        <p:tgtEl>
                                          <p:spTgt spid="21"/>
                                        </p:tgtEl>
                                        <p:attrNameLst>
                                          <p:attrName>ppt_y</p:attrName>
                                        </p:attrNameLst>
                                      </p:cBhvr>
                                      <p:tavLst>
                                        <p:tav tm="0">
                                          <p:val>
                                            <p:strVal val="#ppt_y-.03"/>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ppt_x"/>
                                          </p:val>
                                        </p:tav>
                                        <p:tav tm="100000">
                                          <p:val>
                                            <p:strVal val="#ppt_x"/>
                                          </p:val>
                                        </p:tav>
                                      </p:tavLst>
                                    </p:anim>
                                    <p:anim calcmode="lin" valueType="num">
                                      <p:cBhvr additive="base">
                                        <p:cTn id="4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64" presetClass="path" presetSubtype="0" accel="50000" decel="50000" fill="hold" grpId="2" nodeType="clickEffect">
                                  <p:stCondLst>
                                    <p:cond delay="0"/>
                                  </p:stCondLst>
                                  <p:childTnLst>
                                    <p:animMotion origin="layout" path="M 3.33333E-6 0.0111 L 0.00833 -0.28862 " pathEditMode="relative" rAng="0" ptsTypes="AA">
                                      <p:cBhvr>
                                        <p:cTn id="52" dur="500" fill="hold"/>
                                        <p:tgtEl>
                                          <p:spTgt spid="36892"/>
                                        </p:tgtEl>
                                        <p:attrNameLst>
                                          <p:attrName>ppt_x</p:attrName>
                                          <p:attrName>ppt_y</p:attrName>
                                        </p:attrNameLst>
                                      </p:cBhvr>
                                      <p:rCtr x="4" y="-150"/>
                                    </p:animMotion>
                                  </p:childTnLst>
                                </p:cTn>
                              </p:par>
                              <p:par>
                                <p:cTn id="53" presetID="64" presetClass="path" presetSubtype="0" accel="50000" decel="50000" fill="hold" grpId="2" nodeType="withEffect">
                                  <p:stCondLst>
                                    <p:cond delay="0"/>
                                  </p:stCondLst>
                                  <p:childTnLst>
                                    <p:animMotion origin="layout" path="M 3.33333E-6 -3.69103E-6 L -0.00417 -0.29417 " pathEditMode="relative" rAng="0" ptsTypes="AA">
                                      <p:cBhvr>
                                        <p:cTn id="54" dur="500" fill="hold"/>
                                        <p:tgtEl>
                                          <p:spTgt spid="36893"/>
                                        </p:tgtEl>
                                        <p:attrNameLst>
                                          <p:attrName>ppt_x</p:attrName>
                                          <p:attrName>ppt_y</p:attrName>
                                        </p:attrNameLst>
                                      </p:cBhvr>
                                      <p:rCtr x="-2" y="-147"/>
                                    </p:animMotion>
                                  </p:childTnLst>
                                </p:cTn>
                              </p:par>
                            </p:childTnLst>
                          </p:cTn>
                        </p:par>
                      </p:childTnLst>
                    </p:cTn>
                  </p:par>
                  <p:par>
                    <p:cTn id="55" fill="hold">
                      <p:stCondLst>
                        <p:cond delay="indefinite"/>
                      </p:stCondLst>
                      <p:childTnLst>
                        <p:par>
                          <p:cTn id="56" fill="hold">
                            <p:stCondLst>
                              <p:cond delay="0"/>
                            </p:stCondLst>
                            <p:childTnLst>
                              <p:par>
                                <p:cTn id="57" presetID="37" presetClass="entr" presetSubtype="0" fill="hold" grpId="0" nodeType="click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1000"/>
                                        <p:tgtEl>
                                          <p:spTgt spid="24"/>
                                        </p:tgtEl>
                                      </p:cBhvr>
                                    </p:animEffect>
                                    <p:anim calcmode="lin" valueType="num">
                                      <p:cBhvr>
                                        <p:cTn id="60" dur="1000" fill="hold"/>
                                        <p:tgtEl>
                                          <p:spTgt spid="24"/>
                                        </p:tgtEl>
                                        <p:attrNameLst>
                                          <p:attrName>ppt_x</p:attrName>
                                        </p:attrNameLst>
                                      </p:cBhvr>
                                      <p:tavLst>
                                        <p:tav tm="0">
                                          <p:val>
                                            <p:strVal val="#ppt_x"/>
                                          </p:val>
                                        </p:tav>
                                        <p:tav tm="100000">
                                          <p:val>
                                            <p:strVal val="#ppt_x"/>
                                          </p:val>
                                        </p:tav>
                                      </p:tavLst>
                                    </p:anim>
                                    <p:anim calcmode="lin" valueType="num">
                                      <p:cBhvr>
                                        <p:cTn id="61" dur="900" decel="100000" fill="hold"/>
                                        <p:tgtEl>
                                          <p:spTgt spid="24"/>
                                        </p:tgtEl>
                                        <p:attrNameLst>
                                          <p:attrName>ppt_y</p:attrName>
                                        </p:attrNameLst>
                                      </p:cBhvr>
                                      <p:tavLst>
                                        <p:tav tm="0">
                                          <p:val>
                                            <p:strVal val="#ppt_y+1"/>
                                          </p:val>
                                        </p:tav>
                                        <p:tav tm="100000">
                                          <p:val>
                                            <p:strVal val="#ppt_y-.03"/>
                                          </p:val>
                                        </p:tav>
                                      </p:tavLst>
                                    </p:anim>
                                    <p:anim calcmode="lin" valueType="num">
                                      <p:cBhvr>
                                        <p:cTn id="62" dur="100" accel="100000" fill="hold">
                                          <p:stCondLst>
                                            <p:cond delay="900"/>
                                          </p:stCondLst>
                                        </p:cTn>
                                        <p:tgtEl>
                                          <p:spTgt spid="24"/>
                                        </p:tgtEl>
                                        <p:attrNameLst>
                                          <p:attrName>ppt_y</p:attrName>
                                        </p:attrNameLst>
                                      </p:cBhvr>
                                      <p:tavLst>
                                        <p:tav tm="0">
                                          <p:val>
                                            <p:strVal val="#ppt_y-.03"/>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anim calcmode="lin" valueType="num">
                                      <p:cBhvr additive="base">
                                        <p:cTn id="67" dur="500" fill="hold"/>
                                        <p:tgtEl>
                                          <p:spTgt spid="18"/>
                                        </p:tgtEl>
                                        <p:attrNameLst>
                                          <p:attrName>ppt_x</p:attrName>
                                        </p:attrNameLst>
                                      </p:cBhvr>
                                      <p:tavLst>
                                        <p:tav tm="0">
                                          <p:val>
                                            <p:strVal val="#ppt_x"/>
                                          </p:val>
                                        </p:tav>
                                        <p:tav tm="100000">
                                          <p:val>
                                            <p:strVal val="#ppt_x"/>
                                          </p:val>
                                        </p:tav>
                                      </p:tavLst>
                                    </p:anim>
                                    <p:anim calcmode="lin" valueType="num">
                                      <p:cBhvr additive="base">
                                        <p:cTn id="6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64" presetClass="path" presetSubtype="0" accel="50000" decel="50000" fill="hold" grpId="3" nodeType="clickEffect">
                                  <p:stCondLst>
                                    <p:cond delay="0"/>
                                  </p:stCondLst>
                                  <p:childTnLst>
                                    <p:animMotion origin="layout" path="M 0.00833 -0.111 L 0.00833 -0.37742 " pathEditMode="relative" rAng="0" ptsTypes="AA">
                                      <p:cBhvr>
                                        <p:cTn id="72" dur="500" fill="hold"/>
                                        <p:tgtEl>
                                          <p:spTgt spid="36892"/>
                                        </p:tgtEl>
                                        <p:attrNameLst>
                                          <p:attrName>ppt_x</p:attrName>
                                          <p:attrName>ppt_y</p:attrName>
                                        </p:attrNameLst>
                                      </p:cBhvr>
                                      <p:rCtr x="0" y="-133"/>
                                    </p:animMotion>
                                  </p:childTnLst>
                                </p:cTn>
                              </p:par>
                              <p:par>
                                <p:cTn id="73" presetID="64" presetClass="path" presetSubtype="0" accel="50000" decel="50000" fill="hold" grpId="3" nodeType="withEffect">
                                  <p:stCondLst>
                                    <p:cond delay="0"/>
                                  </p:stCondLst>
                                  <p:childTnLst>
                                    <p:animMotion origin="layout" path="M 0.00416 -0.09435 L 0.00416 -0.38298 " pathEditMode="relative" rAng="0" ptsTypes="AA">
                                      <p:cBhvr>
                                        <p:cTn id="74" dur="500" fill="hold"/>
                                        <p:tgtEl>
                                          <p:spTgt spid="36893"/>
                                        </p:tgtEl>
                                        <p:attrNameLst>
                                          <p:attrName>ppt_x</p:attrName>
                                          <p:attrName>ppt_y</p:attrName>
                                        </p:attrNameLst>
                                      </p:cBhvr>
                                      <p:rCtr x="0" y="-144"/>
                                    </p:animMotion>
                                  </p:childTnLst>
                                </p:cTn>
                              </p:par>
                            </p:childTnLst>
                          </p:cTn>
                        </p:par>
                      </p:childTnLst>
                    </p:cTn>
                  </p:par>
                  <p:par>
                    <p:cTn id="75" fill="hold">
                      <p:stCondLst>
                        <p:cond delay="indefinite"/>
                      </p:stCondLst>
                      <p:childTnLst>
                        <p:par>
                          <p:cTn id="76" fill="hold">
                            <p:stCondLst>
                              <p:cond delay="0"/>
                            </p:stCondLst>
                            <p:childTnLst>
                              <p:par>
                                <p:cTn id="77" presetID="37" presetClass="entr" presetSubtype="0" fill="hold" grpId="0" nodeType="click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fade">
                                      <p:cBhvr>
                                        <p:cTn id="79" dur="1000"/>
                                        <p:tgtEl>
                                          <p:spTgt spid="22"/>
                                        </p:tgtEl>
                                      </p:cBhvr>
                                    </p:animEffect>
                                    <p:anim calcmode="lin" valueType="num">
                                      <p:cBhvr>
                                        <p:cTn id="80" dur="1000" fill="hold"/>
                                        <p:tgtEl>
                                          <p:spTgt spid="22"/>
                                        </p:tgtEl>
                                        <p:attrNameLst>
                                          <p:attrName>ppt_x</p:attrName>
                                        </p:attrNameLst>
                                      </p:cBhvr>
                                      <p:tavLst>
                                        <p:tav tm="0">
                                          <p:val>
                                            <p:strVal val="#ppt_x"/>
                                          </p:val>
                                        </p:tav>
                                        <p:tav tm="100000">
                                          <p:val>
                                            <p:strVal val="#ppt_x"/>
                                          </p:val>
                                        </p:tav>
                                      </p:tavLst>
                                    </p:anim>
                                    <p:anim calcmode="lin" valueType="num">
                                      <p:cBhvr>
                                        <p:cTn id="81" dur="900" decel="100000" fill="hold"/>
                                        <p:tgtEl>
                                          <p:spTgt spid="22"/>
                                        </p:tgtEl>
                                        <p:attrNameLst>
                                          <p:attrName>ppt_y</p:attrName>
                                        </p:attrNameLst>
                                      </p:cBhvr>
                                      <p:tavLst>
                                        <p:tav tm="0">
                                          <p:val>
                                            <p:strVal val="#ppt_y+1"/>
                                          </p:val>
                                        </p:tav>
                                        <p:tav tm="100000">
                                          <p:val>
                                            <p:strVal val="#ppt_y-.03"/>
                                          </p:val>
                                        </p:tav>
                                      </p:tavLst>
                                    </p:anim>
                                    <p:anim calcmode="lin" valueType="num">
                                      <p:cBhvr>
                                        <p:cTn id="82" dur="100" accel="100000" fill="hold">
                                          <p:stCondLst>
                                            <p:cond delay="900"/>
                                          </p:stCondLst>
                                        </p:cTn>
                                        <p:tgtEl>
                                          <p:spTgt spid="22"/>
                                        </p:tgtEl>
                                        <p:attrNameLst>
                                          <p:attrName>ppt_y</p:attrName>
                                        </p:attrNameLst>
                                      </p:cBhvr>
                                      <p:tavLst>
                                        <p:tav tm="0">
                                          <p:val>
                                            <p:strVal val="#ppt_y-.03"/>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grpId="0" nodeType="clickEffect">
                                  <p:stCondLst>
                                    <p:cond delay="0"/>
                                  </p:stCondLst>
                                  <p:childTnLst>
                                    <p:set>
                                      <p:cBhvr>
                                        <p:cTn id="86" dur="1" fill="hold">
                                          <p:stCondLst>
                                            <p:cond delay="0"/>
                                          </p:stCondLst>
                                        </p:cTn>
                                        <p:tgtEl>
                                          <p:spTgt spid="19"/>
                                        </p:tgtEl>
                                        <p:attrNameLst>
                                          <p:attrName>style.visibility</p:attrName>
                                        </p:attrNameLst>
                                      </p:cBhvr>
                                      <p:to>
                                        <p:strVal val="visible"/>
                                      </p:to>
                                    </p:set>
                                    <p:anim calcmode="lin" valueType="num">
                                      <p:cBhvr additive="base">
                                        <p:cTn id="87" dur="500" fill="hold"/>
                                        <p:tgtEl>
                                          <p:spTgt spid="19"/>
                                        </p:tgtEl>
                                        <p:attrNameLst>
                                          <p:attrName>ppt_x</p:attrName>
                                        </p:attrNameLst>
                                      </p:cBhvr>
                                      <p:tavLst>
                                        <p:tav tm="0">
                                          <p:val>
                                            <p:strVal val="#ppt_x"/>
                                          </p:val>
                                        </p:tav>
                                        <p:tav tm="100000">
                                          <p:val>
                                            <p:strVal val="#ppt_x"/>
                                          </p:val>
                                        </p:tav>
                                      </p:tavLst>
                                    </p:anim>
                                    <p:anim calcmode="lin" valueType="num">
                                      <p:cBhvr additive="base">
                                        <p:cTn id="8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64" presetClass="path" presetSubtype="0" accel="50000" decel="50000" fill="hold" grpId="4" nodeType="clickEffect">
                                  <p:stCondLst>
                                    <p:cond delay="0"/>
                                  </p:stCondLst>
                                  <p:childTnLst>
                                    <p:animMotion origin="layout" path="M 3.33333E-6 -4.10731E-6 L 3.33333E-6 -0.48843 " pathEditMode="relative" rAng="0" ptsTypes="AA">
                                      <p:cBhvr>
                                        <p:cTn id="92" dur="500" fill="hold"/>
                                        <p:tgtEl>
                                          <p:spTgt spid="36892"/>
                                        </p:tgtEl>
                                        <p:attrNameLst>
                                          <p:attrName>ppt_x</p:attrName>
                                          <p:attrName>ppt_y</p:attrName>
                                        </p:attrNameLst>
                                      </p:cBhvr>
                                      <p:rCtr x="0" y="-244"/>
                                    </p:animMotion>
                                  </p:childTnLst>
                                </p:cTn>
                              </p:par>
                              <p:par>
                                <p:cTn id="93" presetID="64" presetClass="path" presetSubtype="0" accel="50000" decel="50000" fill="hold" grpId="4" nodeType="withEffect">
                                  <p:stCondLst>
                                    <p:cond delay="0"/>
                                  </p:stCondLst>
                                  <p:childTnLst>
                                    <p:animMotion origin="layout" path="M 3.33333E-6 -3.69103E-6 L -0.00417 -0.49398 " pathEditMode="relative" rAng="0" ptsTypes="AA">
                                      <p:cBhvr>
                                        <p:cTn id="94" dur="500" fill="hold"/>
                                        <p:tgtEl>
                                          <p:spTgt spid="36893"/>
                                        </p:tgtEl>
                                        <p:attrNameLst>
                                          <p:attrName>ppt_x</p:attrName>
                                          <p:attrName>ppt_y</p:attrName>
                                        </p:attrNameLst>
                                      </p:cBhvr>
                                      <p:rCtr x="-2" y="-247"/>
                                    </p:animMotion>
                                  </p:childTnLst>
                                </p:cTn>
                              </p:par>
                            </p:childTnLst>
                          </p:cTn>
                        </p:par>
                      </p:childTnLst>
                    </p:cTn>
                  </p:par>
                  <p:par>
                    <p:cTn id="95" fill="hold">
                      <p:stCondLst>
                        <p:cond delay="indefinite"/>
                      </p:stCondLst>
                      <p:childTnLst>
                        <p:par>
                          <p:cTn id="96" fill="hold">
                            <p:stCondLst>
                              <p:cond delay="0"/>
                            </p:stCondLst>
                            <p:childTnLst>
                              <p:par>
                                <p:cTn id="97" presetID="37" presetClass="entr" presetSubtype="0" fill="hold" grpId="0" nodeType="clickEffect">
                                  <p:stCondLst>
                                    <p:cond delay="0"/>
                                  </p:stCondLst>
                                  <p:childTnLst>
                                    <p:set>
                                      <p:cBhvr>
                                        <p:cTn id="98" dur="1" fill="hold">
                                          <p:stCondLst>
                                            <p:cond delay="0"/>
                                          </p:stCondLst>
                                        </p:cTn>
                                        <p:tgtEl>
                                          <p:spTgt spid="23"/>
                                        </p:tgtEl>
                                        <p:attrNameLst>
                                          <p:attrName>style.visibility</p:attrName>
                                        </p:attrNameLst>
                                      </p:cBhvr>
                                      <p:to>
                                        <p:strVal val="visible"/>
                                      </p:to>
                                    </p:set>
                                    <p:animEffect transition="in" filter="fade">
                                      <p:cBhvr>
                                        <p:cTn id="99" dur="1000"/>
                                        <p:tgtEl>
                                          <p:spTgt spid="23"/>
                                        </p:tgtEl>
                                      </p:cBhvr>
                                    </p:animEffect>
                                    <p:anim calcmode="lin" valueType="num">
                                      <p:cBhvr>
                                        <p:cTn id="100" dur="1000" fill="hold"/>
                                        <p:tgtEl>
                                          <p:spTgt spid="23"/>
                                        </p:tgtEl>
                                        <p:attrNameLst>
                                          <p:attrName>ppt_x</p:attrName>
                                        </p:attrNameLst>
                                      </p:cBhvr>
                                      <p:tavLst>
                                        <p:tav tm="0">
                                          <p:val>
                                            <p:strVal val="#ppt_x"/>
                                          </p:val>
                                        </p:tav>
                                        <p:tav tm="100000">
                                          <p:val>
                                            <p:strVal val="#ppt_x"/>
                                          </p:val>
                                        </p:tav>
                                      </p:tavLst>
                                    </p:anim>
                                    <p:anim calcmode="lin" valueType="num">
                                      <p:cBhvr>
                                        <p:cTn id="101" dur="900" decel="100000" fill="hold"/>
                                        <p:tgtEl>
                                          <p:spTgt spid="23"/>
                                        </p:tgtEl>
                                        <p:attrNameLst>
                                          <p:attrName>ppt_y</p:attrName>
                                        </p:attrNameLst>
                                      </p:cBhvr>
                                      <p:tavLst>
                                        <p:tav tm="0">
                                          <p:val>
                                            <p:strVal val="#ppt_y+1"/>
                                          </p:val>
                                        </p:tav>
                                        <p:tav tm="100000">
                                          <p:val>
                                            <p:strVal val="#ppt_y-.03"/>
                                          </p:val>
                                        </p:tav>
                                      </p:tavLst>
                                    </p:anim>
                                    <p:anim calcmode="lin" valueType="num">
                                      <p:cBhvr>
                                        <p:cTn id="102" dur="100" accel="100000" fill="hold">
                                          <p:stCondLst>
                                            <p:cond delay="900"/>
                                          </p:stCondLst>
                                        </p:cTn>
                                        <p:tgtEl>
                                          <p:spTgt spid="23"/>
                                        </p:tgtEl>
                                        <p:attrNameLst>
                                          <p:attrName>ppt_y</p:attrName>
                                        </p:attrNameLst>
                                      </p:cBhvr>
                                      <p:tavLst>
                                        <p:tav tm="0">
                                          <p:val>
                                            <p:strVal val="#ppt_y-.03"/>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grpId="0" nodeType="clickEffect">
                                  <p:stCondLst>
                                    <p:cond delay="0"/>
                                  </p:stCondLst>
                                  <p:childTnLst>
                                    <p:set>
                                      <p:cBhvr>
                                        <p:cTn id="106" dur="1" fill="hold">
                                          <p:stCondLst>
                                            <p:cond delay="0"/>
                                          </p:stCondLst>
                                        </p:cTn>
                                        <p:tgtEl>
                                          <p:spTgt spid="26"/>
                                        </p:tgtEl>
                                        <p:attrNameLst>
                                          <p:attrName>style.visibility</p:attrName>
                                        </p:attrNameLst>
                                      </p:cBhvr>
                                      <p:to>
                                        <p:strVal val="visible"/>
                                      </p:to>
                                    </p:set>
                                    <p:anim calcmode="lin" valueType="num">
                                      <p:cBhvr additive="base">
                                        <p:cTn id="107" dur="500" fill="hold"/>
                                        <p:tgtEl>
                                          <p:spTgt spid="26"/>
                                        </p:tgtEl>
                                        <p:attrNameLst>
                                          <p:attrName>ppt_x</p:attrName>
                                        </p:attrNameLst>
                                      </p:cBhvr>
                                      <p:tavLst>
                                        <p:tav tm="0">
                                          <p:val>
                                            <p:strVal val="#ppt_x"/>
                                          </p:val>
                                        </p:tav>
                                        <p:tav tm="100000">
                                          <p:val>
                                            <p:strVal val="#ppt_x"/>
                                          </p:val>
                                        </p:tav>
                                      </p:tavLst>
                                    </p:anim>
                                    <p:anim calcmode="lin" valueType="num">
                                      <p:cBhvr additive="base">
                                        <p:cTn id="10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34" presetClass="entr" presetSubtype="0" fill="hold" grpId="0" nodeType="clickEffect">
                                  <p:stCondLst>
                                    <p:cond delay="0"/>
                                  </p:stCondLst>
                                  <p:childTnLst>
                                    <p:set>
                                      <p:cBhvr>
                                        <p:cTn id="112" dur="1" fill="hold">
                                          <p:stCondLst>
                                            <p:cond delay="0"/>
                                          </p:stCondLst>
                                        </p:cTn>
                                        <p:tgtEl>
                                          <p:spTgt spid="28"/>
                                        </p:tgtEl>
                                        <p:attrNameLst>
                                          <p:attrName>style.visibility</p:attrName>
                                        </p:attrNameLst>
                                      </p:cBhvr>
                                      <p:to>
                                        <p:strVal val="visible"/>
                                      </p:to>
                                    </p:set>
                                    <p:anim from="(-#ppt_w/2)" to="(#ppt_x)" calcmode="lin" valueType="num">
                                      <p:cBhvr>
                                        <p:cTn id="113" dur="600" fill="hold">
                                          <p:stCondLst>
                                            <p:cond delay="0"/>
                                          </p:stCondLst>
                                        </p:cTn>
                                        <p:tgtEl>
                                          <p:spTgt spid="28"/>
                                        </p:tgtEl>
                                        <p:attrNameLst>
                                          <p:attrName>ppt_x</p:attrName>
                                        </p:attrNameLst>
                                      </p:cBhvr>
                                    </p:anim>
                                    <p:anim from="0" to="-1.0" calcmode="lin" valueType="num">
                                      <p:cBhvr>
                                        <p:cTn id="114" dur="200" decel="50000" autoRev="1" fill="hold">
                                          <p:stCondLst>
                                            <p:cond delay="600"/>
                                          </p:stCondLst>
                                        </p:cTn>
                                        <p:tgtEl>
                                          <p:spTgt spid="28"/>
                                        </p:tgtEl>
                                        <p:attrNameLst>
                                          <p:attrName>xshear</p:attrName>
                                        </p:attrNameLst>
                                      </p:cBhvr>
                                    </p:anim>
                                    <p:animScale>
                                      <p:cBhvr>
                                        <p:cTn id="115" dur="200" decel="100000" autoRev="1" fill="hold">
                                          <p:stCondLst>
                                            <p:cond delay="600"/>
                                          </p:stCondLst>
                                        </p:cTn>
                                        <p:tgtEl>
                                          <p:spTgt spid="28"/>
                                        </p:tgtEl>
                                      </p:cBhvr>
                                      <p:from x="100000" y="100000"/>
                                      <p:to x="80000" y="100000"/>
                                    </p:animScale>
                                    <p:anim by="(#ppt_h/3+#ppt_w*0.1)" calcmode="lin" valueType="num">
                                      <p:cBhvr additive="sum">
                                        <p:cTn id="116" dur="200" decel="100000" autoRev="1" fill="hold">
                                          <p:stCondLst>
                                            <p:cond delay="600"/>
                                          </p:stCondLst>
                                        </p:cTn>
                                        <p:tgtEl>
                                          <p:spTgt spid="28"/>
                                        </p:tgtEl>
                                        <p:attrNameLst>
                                          <p:attrName>ppt_x</p:attrName>
                                        </p:attrNameLst>
                                      </p:cBhvr>
                                    </p:anim>
                                  </p:childTnLst>
                                </p:cTn>
                              </p:par>
                              <p:par>
                                <p:cTn id="117" presetID="34" presetClass="entr" presetSubtype="0" fill="hold" grpId="0" nodeType="withEffect">
                                  <p:stCondLst>
                                    <p:cond delay="0"/>
                                  </p:stCondLst>
                                  <p:childTnLst>
                                    <p:set>
                                      <p:cBhvr>
                                        <p:cTn id="118" dur="1" fill="hold">
                                          <p:stCondLst>
                                            <p:cond delay="0"/>
                                          </p:stCondLst>
                                        </p:cTn>
                                        <p:tgtEl>
                                          <p:spTgt spid="27"/>
                                        </p:tgtEl>
                                        <p:attrNameLst>
                                          <p:attrName>style.visibility</p:attrName>
                                        </p:attrNameLst>
                                      </p:cBhvr>
                                      <p:to>
                                        <p:strVal val="visible"/>
                                      </p:to>
                                    </p:set>
                                    <p:anim from="(-#ppt_w/2)" to="(#ppt_x)" calcmode="lin" valueType="num">
                                      <p:cBhvr>
                                        <p:cTn id="119" dur="600" fill="hold">
                                          <p:stCondLst>
                                            <p:cond delay="0"/>
                                          </p:stCondLst>
                                        </p:cTn>
                                        <p:tgtEl>
                                          <p:spTgt spid="27"/>
                                        </p:tgtEl>
                                        <p:attrNameLst>
                                          <p:attrName>ppt_x</p:attrName>
                                        </p:attrNameLst>
                                      </p:cBhvr>
                                    </p:anim>
                                    <p:anim from="0" to="-1.0" calcmode="lin" valueType="num">
                                      <p:cBhvr>
                                        <p:cTn id="120" dur="200" decel="50000" autoRev="1" fill="hold">
                                          <p:stCondLst>
                                            <p:cond delay="600"/>
                                          </p:stCondLst>
                                        </p:cTn>
                                        <p:tgtEl>
                                          <p:spTgt spid="27"/>
                                        </p:tgtEl>
                                        <p:attrNameLst>
                                          <p:attrName>xshear</p:attrName>
                                        </p:attrNameLst>
                                      </p:cBhvr>
                                    </p:anim>
                                    <p:animScale>
                                      <p:cBhvr>
                                        <p:cTn id="121" dur="200" decel="100000" autoRev="1" fill="hold">
                                          <p:stCondLst>
                                            <p:cond delay="600"/>
                                          </p:stCondLst>
                                        </p:cTn>
                                        <p:tgtEl>
                                          <p:spTgt spid="27"/>
                                        </p:tgtEl>
                                      </p:cBhvr>
                                      <p:from x="100000" y="100000"/>
                                      <p:to x="80000" y="100000"/>
                                    </p:animScale>
                                    <p:anim by="(#ppt_h/3+#ppt_w*0.1)" calcmode="lin" valueType="num">
                                      <p:cBhvr additive="sum">
                                        <p:cTn id="122" dur="200" decel="100000" autoRev="1" fill="hold">
                                          <p:stCondLst>
                                            <p:cond delay="600"/>
                                          </p:stCondLst>
                                        </p:cTn>
                                        <p:tgtEl>
                                          <p:spTgt spid="27"/>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92" grpId="0" animBg="1"/>
      <p:bldP spid="36892" grpId="1" animBg="1"/>
      <p:bldP spid="36892" grpId="2" animBg="1"/>
      <p:bldP spid="36892" grpId="3" animBg="1"/>
      <p:bldP spid="36892" grpId="4" animBg="1"/>
      <p:bldP spid="36893" grpId="0" animBg="1"/>
      <p:bldP spid="36893" grpId="1" animBg="1"/>
      <p:bldP spid="36893" grpId="2" animBg="1"/>
      <p:bldP spid="36893" grpId="3" animBg="1"/>
      <p:bldP spid="36893" grpId="4" animBg="1"/>
      <p:bldP spid="15" grpId="0"/>
      <p:bldP spid="16" grpId="0"/>
      <p:bldP spid="17" grpId="0"/>
      <p:bldP spid="18" grpId="0"/>
      <p:bldP spid="19" grpId="0"/>
      <p:bldP spid="20" grpId="0"/>
      <p:bldP spid="21" grpId="0"/>
      <p:bldP spid="22" grpId="0"/>
      <p:bldP spid="23" grpId="0"/>
      <p:bldP spid="24" grpId="0"/>
      <p:bldP spid="26" grpId="0"/>
      <p:bldP spid="27" grpId="0"/>
      <p:bldP spid="2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Overflow in stack</a:t>
            </a:r>
          </a:p>
        </p:txBody>
      </p:sp>
      <p:sp>
        <p:nvSpPr>
          <p:cNvPr id="3" name="Content Placeholder 2"/>
          <p:cNvSpPr>
            <a:spLocks noGrp="1"/>
          </p:cNvSpPr>
          <p:nvPr>
            <p:ph idx="1"/>
          </p:nvPr>
        </p:nvSpPr>
        <p:spPr>
          <a:xfrm>
            <a:off x="1828800" y="1600200"/>
            <a:ext cx="8229600" cy="4873752"/>
          </a:xfrm>
        </p:spPr>
        <p:txBody>
          <a:bodyPr>
            <a:normAutofit/>
          </a:bodyPr>
          <a:lstStyle/>
          <a:p>
            <a:pPr algn="just">
              <a:buNone/>
            </a:pPr>
            <a:endParaRPr lang="en-US" sz="2800" dirty="0"/>
          </a:p>
          <a:p>
            <a:pPr algn="just">
              <a:buNone/>
            </a:pPr>
            <a:r>
              <a:rPr lang="en-US" sz="2800" b="1" dirty="0"/>
              <a:t>   Overflow: </a:t>
            </a:r>
            <a:r>
              <a:rPr lang="en-US" sz="2800" dirty="0"/>
              <a:t>when stack is full, no more elements are to be added, the status of stack is called overflowed</a:t>
            </a:r>
          </a:p>
          <a:p>
            <a:pPr algn="just">
              <a:buNone/>
            </a:pPr>
            <a:r>
              <a:rPr lang="en-US" sz="2800" dirty="0"/>
              <a:t>  </a:t>
            </a:r>
          </a:p>
          <a:p>
            <a:pPr algn="just">
              <a:buNone/>
            </a:pPr>
            <a:r>
              <a:rPr lang="en-US" sz="2800" b="1" dirty="0"/>
              <a:t>    For ex</a:t>
            </a:r>
            <a:r>
              <a:rPr lang="en-US" sz="2800" b="1" dirty="0">
                <a:sym typeface="Wingdings" pitchFamily="2" charset="2"/>
              </a:rPr>
              <a:t></a:t>
            </a:r>
            <a:r>
              <a:rPr lang="en-US" sz="2800" b="1" dirty="0"/>
              <a:t> </a:t>
            </a:r>
            <a:r>
              <a:rPr lang="en-US" sz="2800" dirty="0"/>
              <a:t>MAXSTK: contains the maximum number of elements held by stack</a:t>
            </a:r>
          </a:p>
          <a:p>
            <a:pPr algn="just">
              <a:buNone/>
            </a:pPr>
            <a:r>
              <a:rPr lang="en-US" sz="2800" dirty="0"/>
              <a:t>		If (</a:t>
            </a:r>
            <a:r>
              <a:rPr lang="en-US" sz="2800" dirty="0">
                <a:solidFill>
                  <a:srgbClr val="FF0000"/>
                </a:solidFill>
              </a:rPr>
              <a:t>top = = MAXSTK - 1</a:t>
            </a:r>
            <a:r>
              <a:rPr lang="en-US" sz="2800" dirty="0"/>
              <a:t>)</a:t>
            </a:r>
          </a:p>
          <a:p>
            <a:pPr algn="just">
              <a:buNone/>
            </a:pPr>
            <a:r>
              <a:rPr lang="en-US" sz="2800" dirty="0"/>
              <a:t>		then print “overflow”</a:t>
            </a:r>
          </a:p>
          <a:p>
            <a:pPr algn="just">
              <a:buNone/>
            </a:pPr>
            <a:endParaRPr lang="en-US" sz="2000" dirty="0"/>
          </a:p>
        </p:txBody>
      </p:sp>
      <p:sp>
        <p:nvSpPr>
          <p:cNvPr id="4" name="Date Placeholder 3"/>
          <p:cNvSpPr>
            <a:spLocks noGrp="1"/>
          </p:cNvSpPr>
          <p:nvPr>
            <p:ph type="dt" sz="half" idx="10"/>
          </p:nvPr>
        </p:nvSpPr>
        <p:spPr/>
        <p:txBody>
          <a:bodyPr/>
          <a:lstStyle/>
          <a:p>
            <a:fld id="{9BE8B68D-3A85-4AF6-BE51-36E1A9995136}" type="datetime1">
              <a:rPr lang="en-US" smtClean="0"/>
              <a:pPr/>
              <a:t>9/30/2024</a:t>
            </a:fld>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11</a:t>
            </a:fld>
            <a:endParaRPr lang="en-US" dirty="0"/>
          </a:p>
        </p:txBody>
      </p:sp>
      <p:sp>
        <p:nvSpPr>
          <p:cNvPr id="6" name="Footer Placeholder 5"/>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3704691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ormAutofit/>
          </a:bodyPr>
          <a:lstStyle/>
          <a:p>
            <a:r>
              <a:rPr lang="en-US" sz="4000" dirty="0">
                <a:ea typeface="MS Mincho" charset="-128"/>
              </a:rPr>
              <a:t>POP ()</a:t>
            </a:r>
            <a:r>
              <a:rPr lang="en-US" sz="4000" dirty="0"/>
              <a:t> </a:t>
            </a:r>
          </a:p>
        </p:txBody>
      </p:sp>
      <p:sp>
        <p:nvSpPr>
          <p:cNvPr id="11267" name="Rectangle 3"/>
          <p:cNvSpPr>
            <a:spLocks noGrp="1" noChangeArrowheads="1"/>
          </p:cNvSpPr>
          <p:nvPr>
            <p:ph idx="1"/>
          </p:nvPr>
        </p:nvSpPr>
        <p:spPr>
          <a:xfrm>
            <a:off x="1828800" y="1775192"/>
            <a:ext cx="8610600" cy="4625609"/>
          </a:xfrm>
        </p:spPr>
        <p:txBody>
          <a:bodyPr>
            <a:normAutofit fontScale="92500"/>
          </a:bodyPr>
          <a:lstStyle/>
          <a:p>
            <a:endParaRPr lang="en-US" i="1" dirty="0">
              <a:cs typeface="Times New Roman" pitchFamily="18" charset="0"/>
            </a:endParaRPr>
          </a:p>
          <a:p>
            <a:pPr algn="just">
              <a:lnSpc>
                <a:spcPct val="200000"/>
              </a:lnSpc>
            </a:pPr>
            <a:r>
              <a:rPr lang="en-US" sz="2800" b="1" i="1" dirty="0">
                <a:cs typeface="Times New Roman" pitchFamily="18" charset="0"/>
              </a:rPr>
              <a:t>Function</a:t>
            </a:r>
            <a:r>
              <a:rPr lang="en-US" sz="2800" b="1" dirty="0">
                <a:cs typeface="Times New Roman" pitchFamily="18" charset="0"/>
              </a:rPr>
              <a:t>:</a:t>
            </a:r>
            <a:r>
              <a:rPr lang="en-US" sz="2800" dirty="0">
                <a:cs typeface="Times New Roman" pitchFamily="18" charset="0"/>
              </a:rPr>
              <a:t> Removes top-Item from stack</a:t>
            </a:r>
            <a:endParaRPr lang="en-US" sz="2800" dirty="0">
              <a:latin typeface="Courier New" pitchFamily="49" charset="0"/>
              <a:cs typeface="Courier New" pitchFamily="49" charset="0"/>
            </a:endParaRPr>
          </a:p>
          <a:p>
            <a:pPr algn="just">
              <a:lnSpc>
                <a:spcPct val="200000"/>
              </a:lnSpc>
            </a:pPr>
            <a:r>
              <a:rPr lang="en-US" sz="2800" b="1" i="1" dirty="0">
                <a:cs typeface="Times New Roman" pitchFamily="18" charset="0"/>
              </a:rPr>
              <a:t>Preconditions</a:t>
            </a:r>
            <a:r>
              <a:rPr lang="en-US" sz="2800" b="1" dirty="0">
                <a:cs typeface="Times New Roman" pitchFamily="18" charset="0"/>
              </a:rPr>
              <a:t>:</a:t>
            </a:r>
            <a:r>
              <a:rPr lang="en-US" sz="2800" dirty="0">
                <a:cs typeface="Times New Roman" pitchFamily="18" charset="0"/>
              </a:rPr>
              <a:t> Stack has been initialized and is not empty.</a:t>
            </a:r>
            <a:endParaRPr lang="en-US" sz="2800" dirty="0">
              <a:latin typeface="Courier New" pitchFamily="49" charset="0"/>
              <a:cs typeface="Courier New" pitchFamily="49" charset="0"/>
            </a:endParaRPr>
          </a:p>
          <a:p>
            <a:pPr algn="just">
              <a:lnSpc>
                <a:spcPct val="200000"/>
              </a:lnSpc>
            </a:pPr>
            <a:r>
              <a:rPr lang="en-US" sz="2800" b="1" i="1" dirty="0">
                <a:cs typeface="Times New Roman" pitchFamily="18" charset="0"/>
              </a:rPr>
              <a:t>Postconditions</a:t>
            </a:r>
            <a:r>
              <a:rPr lang="en-US" sz="2800" b="1" dirty="0">
                <a:cs typeface="Times New Roman" pitchFamily="18" charset="0"/>
              </a:rPr>
              <a:t>: </a:t>
            </a:r>
            <a:r>
              <a:rPr lang="en-US" sz="2800" dirty="0">
                <a:cs typeface="Times New Roman" pitchFamily="18" charset="0"/>
              </a:rPr>
              <a:t>Top element has been removed from stack</a:t>
            </a:r>
            <a:endParaRPr lang="en-US" sz="2800" dirty="0"/>
          </a:p>
        </p:txBody>
      </p:sp>
      <p:sp>
        <p:nvSpPr>
          <p:cNvPr id="4" name="Date Placeholder 3"/>
          <p:cNvSpPr>
            <a:spLocks noGrp="1"/>
          </p:cNvSpPr>
          <p:nvPr>
            <p:ph type="dt" sz="half" idx="10"/>
          </p:nvPr>
        </p:nvSpPr>
        <p:spPr/>
        <p:txBody>
          <a:bodyPr/>
          <a:lstStyle/>
          <a:p>
            <a:fld id="{8A18C4B7-0A1B-4D6F-88D5-D43A2989C032}" type="datetime1">
              <a:rPr lang="en-US" smtClean="0"/>
              <a:pPr/>
              <a:t>9/30/2024</a:t>
            </a:fld>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12</a:t>
            </a:fld>
            <a:endParaRPr lang="en-US" dirty="0"/>
          </a:p>
        </p:txBody>
      </p:sp>
      <p:sp>
        <p:nvSpPr>
          <p:cNvPr id="6" name="Footer Placeholder 5"/>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3350368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1143000"/>
          </a:xfrm>
        </p:spPr>
        <p:txBody>
          <a:bodyPr>
            <a:normAutofit fontScale="90000"/>
          </a:bodyPr>
          <a:lstStyle/>
          <a:p>
            <a:r>
              <a:rPr lang="en-US" dirty="0"/>
              <a:t>Algorithms of Pop operation on stack</a:t>
            </a:r>
          </a:p>
        </p:txBody>
      </p:sp>
      <p:sp>
        <p:nvSpPr>
          <p:cNvPr id="3" name="Content Placeholder 2"/>
          <p:cNvSpPr>
            <a:spLocks noGrp="1"/>
          </p:cNvSpPr>
          <p:nvPr>
            <p:ph idx="1"/>
          </p:nvPr>
        </p:nvSpPr>
        <p:spPr>
          <a:xfrm>
            <a:off x="1981200" y="1600200"/>
            <a:ext cx="8686800" cy="4873752"/>
          </a:xfrm>
        </p:spPr>
        <p:txBody>
          <a:bodyPr>
            <a:normAutofit fontScale="92500" lnSpcReduction="10000"/>
          </a:bodyPr>
          <a:lstStyle/>
          <a:p>
            <a:endParaRPr lang="en-US" dirty="0"/>
          </a:p>
          <a:p>
            <a:pPr>
              <a:buNone/>
            </a:pPr>
            <a:r>
              <a:rPr lang="en-US" sz="2400" b="1" dirty="0"/>
              <a:t>Pop(stack, Top, X)</a:t>
            </a:r>
          </a:p>
          <a:p>
            <a:pPr>
              <a:buNone/>
            </a:pPr>
            <a:endParaRPr lang="en-US" sz="2400" b="1" dirty="0"/>
          </a:p>
          <a:p>
            <a:pPr>
              <a:buNone/>
            </a:pPr>
            <a:r>
              <a:rPr lang="en-US" sz="2400" b="1" dirty="0"/>
              <a:t>Step1: </a:t>
            </a:r>
            <a:r>
              <a:rPr lang="en-US" sz="2400" dirty="0"/>
              <a:t>[stack has an element to be removed? ]</a:t>
            </a:r>
          </a:p>
          <a:p>
            <a:pPr>
              <a:buNone/>
            </a:pPr>
            <a:r>
              <a:rPr lang="en-US" sz="2400" dirty="0"/>
              <a:t>	If  </a:t>
            </a:r>
            <a:r>
              <a:rPr lang="en-US" sz="2400" dirty="0">
                <a:solidFill>
                  <a:srgbClr val="FF0000"/>
                </a:solidFill>
              </a:rPr>
              <a:t>Top==-1 </a:t>
            </a:r>
            <a:r>
              <a:rPr lang="en-US" sz="2400" dirty="0"/>
              <a:t>then: Print “</a:t>
            </a:r>
            <a:r>
              <a:rPr lang="en-US" sz="2400" dirty="0">
                <a:solidFill>
                  <a:srgbClr val="FF0000"/>
                </a:solidFill>
              </a:rPr>
              <a:t>underflow</a:t>
            </a:r>
            <a:r>
              <a:rPr lang="en-US" sz="2400" dirty="0"/>
              <a:t>” and return</a:t>
            </a:r>
          </a:p>
          <a:p>
            <a:pPr>
              <a:buNone/>
            </a:pPr>
            <a:endParaRPr lang="en-US" sz="2400" dirty="0"/>
          </a:p>
          <a:p>
            <a:pPr>
              <a:buNone/>
            </a:pPr>
            <a:r>
              <a:rPr lang="en-US" sz="2400" b="1" dirty="0"/>
              <a:t>Step 2:</a:t>
            </a:r>
            <a:r>
              <a:rPr lang="en-US" sz="2400" dirty="0"/>
              <a:t> set </a:t>
            </a:r>
            <a:r>
              <a:rPr lang="en-US" sz="2400" dirty="0">
                <a:solidFill>
                  <a:srgbClr val="FF0000"/>
                </a:solidFill>
              </a:rPr>
              <a:t>x = Stack[Top]  </a:t>
            </a:r>
            <a:r>
              <a:rPr lang="en-US" sz="2400" dirty="0"/>
              <a:t>[Assign Top element to x]</a:t>
            </a:r>
          </a:p>
          <a:p>
            <a:pPr>
              <a:buNone/>
            </a:pPr>
            <a:endParaRPr lang="en-US" sz="2400" dirty="0"/>
          </a:p>
          <a:p>
            <a:pPr>
              <a:buNone/>
            </a:pPr>
            <a:r>
              <a:rPr lang="en-US" sz="2400" b="1" dirty="0"/>
              <a:t>Step 2:</a:t>
            </a:r>
            <a:r>
              <a:rPr lang="en-US" sz="2400" dirty="0"/>
              <a:t> set </a:t>
            </a:r>
            <a:r>
              <a:rPr lang="en-US" sz="2400" dirty="0">
                <a:solidFill>
                  <a:srgbClr val="FF0000"/>
                </a:solidFill>
              </a:rPr>
              <a:t>Top = Top - 1 </a:t>
            </a:r>
            <a:r>
              <a:rPr lang="en-US" sz="2400" dirty="0"/>
              <a:t>[decrease top by 1]</a:t>
            </a:r>
          </a:p>
          <a:p>
            <a:pPr>
              <a:buNone/>
            </a:pPr>
            <a:endParaRPr lang="en-US" sz="2400" dirty="0"/>
          </a:p>
          <a:p>
            <a:pPr>
              <a:buNone/>
            </a:pPr>
            <a:r>
              <a:rPr lang="en-US" sz="2400" b="1" dirty="0"/>
              <a:t>Step 4:</a:t>
            </a:r>
            <a:r>
              <a:rPr lang="en-US" sz="2400" dirty="0"/>
              <a:t> Return</a:t>
            </a:r>
          </a:p>
          <a:p>
            <a:endParaRPr lang="en-US" dirty="0"/>
          </a:p>
          <a:p>
            <a:endParaRPr lang="en-US" dirty="0"/>
          </a:p>
        </p:txBody>
      </p:sp>
      <p:sp>
        <p:nvSpPr>
          <p:cNvPr id="4" name="Date Placeholder 3"/>
          <p:cNvSpPr>
            <a:spLocks noGrp="1"/>
          </p:cNvSpPr>
          <p:nvPr>
            <p:ph type="dt" sz="half" idx="10"/>
          </p:nvPr>
        </p:nvSpPr>
        <p:spPr/>
        <p:txBody>
          <a:bodyPr/>
          <a:lstStyle/>
          <a:p>
            <a:fld id="{1B40E7BD-9D60-4AD4-A2DB-2BACA7440A8C}" type="datetime1">
              <a:rPr lang="en-US" smtClean="0"/>
              <a:pPr/>
              <a:t>9/30/2024</a:t>
            </a:fld>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13</a:t>
            </a:fld>
            <a:endParaRPr lang="en-US" dirty="0"/>
          </a:p>
        </p:txBody>
      </p:sp>
      <p:sp>
        <p:nvSpPr>
          <p:cNvPr id="6" name="Footer Placeholder 5"/>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3869798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3" name="Rectangle 9"/>
          <p:cNvSpPr>
            <a:spLocks noGrp="1" noChangeArrowheads="1"/>
          </p:cNvSpPr>
          <p:nvPr>
            <p:ph type="title"/>
          </p:nvPr>
        </p:nvSpPr>
        <p:spPr>
          <a:xfrm>
            <a:off x="2133600" y="0"/>
            <a:ext cx="7543800" cy="1295400"/>
          </a:xfrm>
        </p:spPr>
        <p:txBody>
          <a:bodyPr>
            <a:normAutofit/>
          </a:bodyPr>
          <a:lstStyle/>
          <a:p>
            <a:pPr algn="ctr"/>
            <a:br>
              <a:rPr lang="en-US" dirty="0">
                <a:solidFill>
                  <a:srgbClr val="990000"/>
                </a:solidFill>
                <a:latin typeface="Charlesworth"/>
              </a:rPr>
            </a:br>
            <a:r>
              <a:rPr lang="en-US" sz="4000" dirty="0">
                <a:solidFill>
                  <a:srgbClr val="FFC000"/>
                </a:solidFill>
                <a:latin typeface="Charlesworth"/>
                <a:ea typeface="MS Mincho" charset="-128"/>
              </a:rPr>
              <a:t>POP</a:t>
            </a:r>
            <a:r>
              <a:rPr lang="en-US" sz="4000" dirty="0">
                <a:ea typeface="MS Mincho" charset="-128"/>
              </a:rPr>
              <a:t> OPERATIONS</a:t>
            </a:r>
            <a:endParaRPr lang="en-US" sz="4000" dirty="0">
              <a:solidFill>
                <a:srgbClr val="FFC000"/>
              </a:solidFill>
              <a:latin typeface="Charlesworth"/>
            </a:endParaRPr>
          </a:p>
        </p:txBody>
      </p:sp>
      <p:graphicFrame>
        <p:nvGraphicFramePr>
          <p:cNvPr id="36890" name="Group 26"/>
          <p:cNvGraphicFramePr>
            <a:graphicFrameLocks noGrp="1"/>
          </p:cNvGraphicFramePr>
          <p:nvPr>
            <p:ph sz="half" idx="2"/>
          </p:nvPr>
        </p:nvGraphicFramePr>
        <p:xfrm>
          <a:off x="7696200" y="2438400"/>
          <a:ext cx="1981200" cy="3200402"/>
        </p:xfrm>
        <a:graphic>
          <a:graphicData uri="http://schemas.openxmlformats.org/drawingml/2006/table">
            <a:tbl>
              <a:tblPr/>
              <a:tblGrid>
                <a:gridCol w="1981200">
                  <a:extLst>
                    <a:ext uri="{9D8B030D-6E8A-4147-A177-3AD203B41FA5}">
                      <a16:colId xmlns:a16="http://schemas.microsoft.com/office/drawing/2014/main" val="20000"/>
                    </a:ext>
                  </a:extLst>
                </a:gridCol>
              </a:tblGrid>
              <a:tr h="63976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defRPr/>
                      </a:pPr>
                      <a:endParaRPr kumimoji="0" lang="en-US" sz="2600" b="1" i="0" u="none" strike="noStrike" cap="none" normalizeH="0" baseline="0" dirty="0">
                        <a:ln>
                          <a:noFill/>
                        </a:ln>
                        <a:solidFill>
                          <a:schemeClr val="accent3">
                            <a:lumMod val="50000"/>
                          </a:schemeClr>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3976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defRPr/>
                      </a:pPr>
                      <a:endParaRPr kumimoji="0" lang="en-US" sz="2600" b="1" i="0" u="none" strike="noStrike" cap="none" normalizeH="0" baseline="0" dirty="0">
                        <a:ln>
                          <a:noFill/>
                        </a:ln>
                        <a:solidFill>
                          <a:schemeClr val="accent3">
                            <a:lumMod val="50000"/>
                          </a:schemeClr>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13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defRPr/>
                      </a:pPr>
                      <a:endParaRPr kumimoji="0" lang="en-US" sz="2600" b="1" i="0" u="none" strike="noStrike" cap="none" normalizeH="0" baseline="0" dirty="0">
                        <a:ln>
                          <a:noFill/>
                        </a:ln>
                        <a:solidFill>
                          <a:schemeClr val="accent3">
                            <a:lumMod val="50000"/>
                          </a:schemeClr>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3976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2600" b="1" i="0" u="none" strike="noStrike" cap="none" normalizeH="0" baseline="0" dirty="0">
                        <a:ln>
                          <a:noFill/>
                        </a:ln>
                        <a:solidFill>
                          <a:schemeClr val="accent3">
                            <a:lumMod val="50000"/>
                          </a:schemeClr>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3976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2600" b="1" i="0" u="none" strike="noStrike" cap="none" normalizeH="0" baseline="0" dirty="0">
                        <a:ln>
                          <a:noFill/>
                        </a:ln>
                        <a:solidFill>
                          <a:srgbClr val="990000"/>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6892" name="Rectangle 28"/>
          <p:cNvSpPr>
            <a:spLocks noChangeArrowheads="1"/>
          </p:cNvSpPr>
          <p:nvPr/>
        </p:nvSpPr>
        <p:spPr bwMode="auto">
          <a:xfrm>
            <a:off x="4267200" y="2286000"/>
            <a:ext cx="1524000" cy="609600"/>
          </a:xfrm>
          <a:prstGeom prst="rect">
            <a:avLst/>
          </a:prstGeom>
          <a:noFill/>
          <a:ln w="9525">
            <a:solidFill>
              <a:schemeClr val="tx1"/>
            </a:solidFill>
            <a:miter lim="800000"/>
            <a:headEnd/>
            <a:tailEnd/>
          </a:ln>
        </p:spPr>
        <p:txBody>
          <a:bodyPr wrap="none" anchor="ctr"/>
          <a:lstStyle/>
          <a:p>
            <a:pPr algn="ctr"/>
            <a:r>
              <a:rPr lang="en-US" b="1" dirty="0">
                <a:solidFill>
                  <a:srgbClr val="990000"/>
                </a:solidFill>
              </a:rPr>
              <a:t>Top </a:t>
            </a:r>
          </a:p>
        </p:txBody>
      </p:sp>
      <p:sp>
        <p:nvSpPr>
          <p:cNvPr id="36893" name="Line 29"/>
          <p:cNvSpPr>
            <a:spLocks noChangeShapeType="1"/>
          </p:cNvSpPr>
          <p:nvPr/>
        </p:nvSpPr>
        <p:spPr bwMode="auto">
          <a:xfrm flipV="1">
            <a:off x="5943600" y="2667001"/>
            <a:ext cx="990600" cy="45719"/>
          </a:xfrm>
          <a:prstGeom prst="line">
            <a:avLst/>
          </a:prstGeom>
          <a:noFill/>
          <a:ln w="28575">
            <a:solidFill>
              <a:srgbClr val="800000"/>
            </a:solidFill>
            <a:round/>
            <a:headEnd/>
            <a:tailEnd type="triangle" w="med" len="med"/>
          </a:ln>
        </p:spPr>
        <p:txBody>
          <a:bodyPr/>
          <a:lstStyle/>
          <a:p>
            <a:endParaRPr lang="en-US"/>
          </a:p>
        </p:txBody>
      </p:sp>
      <p:grpSp>
        <p:nvGrpSpPr>
          <p:cNvPr id="2" name="Group 14"/>
          <p:cNvGrpSpPr/>
          <p:nvPr/>
        </p:nvGrpSpPr>
        <p:grpSpPr>
          <a:xfrm>
            <a:off x="7315200" y="2590800"/>
            <a:ext cx="533400" cy="2960132"/>
            <a:chOff x="3048000" y="3429000"/>
            <a:chExt cx="533400" cy="2960132"/>
          </a:xfrm>
        </p:grpSpPr>
        <p:sp>
          <p:nvSpPr>
            <p:cNvPr id="10" name="TextBox 9"/>
            <p:cNvSpPr txBox="1"/>
            <p:nvPr/>
          </p:nvSpPr>
          <p:spPr>
            <a:xfrm>
              <a:off x="3048000" y="5334000"/>
              <a:ext cx="533400" cy="369332"/>
            </a:xfrm>
            <a:prstGeom prst="rect">
              <a:avLst/>
            </a:prstGeom>
            <a:noFill/>
          </p:spPr>
          <p:txBody>
            <a:bodyPr wrap="square" rtlCol="0">
              <a:spAutoFit/>
            </a:bodyPr>
            <a:lstStyle/>
            <a:p>
              <a:r>
                <a:rPr lang="en-US" dirty="0"/>
                <a:t>1</a:t>
              </a:r>
            </a:p>
          </p:txBody>
        </p:sp>
        <p:sp>
          <p:nvSpPr>
            <p:cNvPr id="11" name="TextBox 10"/>
            <p:cNvSpPr txBox="1"/>
            <p:nvPr/>
          </p:nvSpPr>
          <p:spPr>
            <a:xfrm>
              <a:off x="3048000" y="3429000"/>
              <a:ext cx="533400" cy="369332"/>
            </a:xfrm>
            <a:prstGeom prst="rect">
              <a:avLst/>
            </a:prstGeom>
            <a:noFill/>
          </p:spPr>
          <p:txBody>
            <a:bodyPr wrap="square" rtlCol="0">
              <a:spAutoFit/>
            </a:bodyPr>
            <a:lstStyle/>
            <a:p>
              <a:r>
                <a:rPr lang="en-US" dirty="0"/>
                <a:t>4</a:t>
              </a:r>
            </a:p>
          </p:txBody>
        </p:sp>
        <p:sp>
          <p:nvSpPr>
            <p:cNvPr id="12" name="TextBox 11"/>
            <p:cNvSpPr txBox="1"/>
            <p:nvPr/>
          </p:nvSpPr>
          <p:spPr>
            <a:xfrm>
              <a:off x="3048000" y="4114800"/>
              <a:ext cx="533400" cy="369332"/>
            </a:xfrm>
            <a:prstGeom prst="rect">
              <a:avLst/>
            </a:prstGeom>
            <a:noFill/>
          </p:spPr>
          <p:txBody>
            <a:bodyPr wrap="square" rtlCol="0">
              <a:spAutoFit/>
            </a:bodyPr>
            <a:lstStyle/>
            <a:p>
              <a:r>
                <a:rPr lang="en-US" dirty="0"/>
                <a:t>3</a:t>
              </a:r>
            </a:p>
          </p:txBody>
        </p:sp>
        <p:sp>
          <p:nvSpPr>
            <p:cNvPr id="13" name="TextBox 12"/>
            <p:cNvSpPr txBox="1"/>
            <p:nvPr/>
          </p:nvSpPr>
          <p:spPr>
            <a:xfrm>
              <a:off x="3048000" y="4724400"/>
              <a:ext cx="533400" cy="369332"/>
            </a:xfrm>
            <a:prstGeom prst="rect">
              <a:avLst/>
            </a:prstGeom>
            <a:noFill/>
          </p:spPr>
          <p:txBody>
            <a:bodyPr wrap="square" rtlCol="0">
              <a:spAutoFit/>
            </a:bodyPr>
            <a:lstStyle/>
            <a:p>
              <a:r>
                <a:rPr lang="en-US" dirty="0"/>
                <a:t>2</a:t>
              </a:r>
            </a:p>
          </p:txBody>
        </p:sp>
        <p:sp>
          <p:nvSpPr>
            <p:cNvPr id="14" name="TextBox 13"/>
            <p:cNvSpPr txBox="1"/>
            <p:nvPr/>
          </p:nvSpPr>
          <p:spPr>
            <a:xfrm>
              <a:off x="3048000" y="6019800"/>
              <a:ext cx="533400" cy="369332"/>
            </a:xfrm>
            <a:prstGeom prst="rect">
              <a:avLst/>
            </a:prstGeom>
            <a:noFill/>
          </p:spPr>
          <p:txBody>
            <a:bodyPr wrap="square" rtlCol="0">
              <a:spAutoFit/>
            </a:bodyPr>
            <a:lstStyle/>
            <a:p>
              <a:r>
                <a:rPr lang="en-US" dirty="0"/>
                <a:t>0</a:t>
              </a:r>
            </a:p>
          </p:txBody>
        </p:sp>
      </p:grpSp>
      <p:sp>
        <p:nvSpPr>
          <p:cNvPr id="15" name="TextBox 14"/>
          <p:cNvSpPr txBox="1"/>
          <p:nvPr/>
        </p:nvSpPr>
        <p:spPr>
          <a:xfrm>
            <a:off x="1981200" y="1752601"/>
            <a:ext cx="1828800" cy="584775"/>
          </a:xfrm>
          <a:prstGeom prst="rect">
            <a:avLst/>
          </a:prstGeom>
          <a:noFill/>
        </p:spPr>
        <p:txBody>
          <a:bodyPr wrap="square" rtlCol="0">
            <a:spAutoFit/>
          </a:bodyPr>
          <a:lstStyle/>
          <a:p>
            <a:r>
              <a:rPr lang="en-US" sz="3200" b="1" dirty="0"/>
              <a:t>Pop () </a:t>
            </a:r>
          </a:p>
        </p:txBody>
      </p:sp>
      <p:sp>
        <p:nvSpPr>
          <p:cNvPr id="16" name="TextBox 15"/>
          <p:cNvSpPr txBox="1"/>
          <p:nvPr/>
        </p:nvSpPr>
        <p:spPr>
          <a:xfrm>
            <a:off x="1981200" y="2438401"/>
            <a:ext cx="1828800" cy="584775"/>
          </a:xfrm>
          <a:prstGeom prst="rect">
            <a:avLst/>
          </a:prstGeom>
          <a:noFill/>
        </p:spPr>
        <p:txBody>
          <a:bodyPr wrap="square" rtlCol="0">
            <a:spAutoFit/>
          </a:bodyPr>
          <a:lstStyle/>
          <a:p>
            <a:r>
              <a:rPr lang="en-US" sz="3200" b="1" dirty="0"/>
              <a:t>Pop () </a:t>
            </a:r>
          </a:p>
        </p:txBody>
      </p:sp>
      <p:sp>
        <p:nvSpPr>
          <p:cNvPr id="17" name="TextBox 16"/>
          <p:cNvSpPr txBox="1"/>
          <p:nvPr/>
        </p:nvSpPr>
        <p:spPr>
          <a:xfrm>
            <a:off x="1981200" y="3200401"/>
            <a:ext cx="1828800" cy="584775"/>
          </a:xfrm>
          <a:prstGeom prst="rect">
            <a:avLst/>
          </a:prstGeom>
          <a:noFill/>
        </p:spPr>
        <p:txBody>
          <a:bodyPr wrap="square" rtlCol="0">
            <a:spAutoFit/>
          </a:bodyPr>
          <a:lstStyle/>
          <a:p>
            <a:r>
              <a:rPr lang="en-US" sz="3200" b="1" dirty="0"/>
              <a:t>Pop () </a:t>
            </a:r>
          </a:p>
        </p:txBody>
      </p:sp>
      <p:sp>
        <p:nvSpPr>
          <p:cNvPr id="18" name="TextBox 17"/>
          <p:cNvSpPr txBox="1"/>
          <p:nvPr/>
        </p:nvSpPr>
        <p:spPr>
          <a:xfrm>
            <a:off x="1981200" y="3962401"/>
            <a:ext cx="1828800" cy="584775"/>
          </a:xfrm>
          <a:prstGeom prst="rect">
            <a:avLst/>
          </a:prstGeom>
          <a:noFill/>
        </p:spPr>
        <p:txBody>
          <a:bodyPr wrap="square" rtlCol="0">
            <a:spAutoFit/>
          </a:bodyPr>
          <a:lstStyle/>
          <a:p>
            <a:r>
              <a:rPr lang="en-US" sz="3200" b="1" dirty="0"/>
              <a:t>Pop () </a:t>
            </a:r>
          </a:p>
        </p:txBody>
      </p:sp>
      <p:sp>
        <p:nvSpPr>
          <p:cNvPr id="19" name="TextBox 18"/>
          <p:cNvSpPr txBox="1"/>
          <p:nvPr/>
        </p:nvSpPr>
        <p:spPr>
          <a:xfrm>
            <a:off x="1981200" y="4648201"/>
            <a:ext cx="1828800" cy="584775"/>
          </a:xfrm>
          <a:prstGeom prst="rect">
            <a:avLst/>
          </a:prstGeom>
          <a:noFill/>
        </p:spPr>
        <p:txBody>
          <a:bodyPr wrap="square" rtlCol="0">
            <a:spAutoFit/>
          </a:bodyPr>
          <a:lstStyle/>
          <a:p>
            <a:r>
              <a:rPr lang="en-US" sz="3200" b="1" dirty="0"/>
              <a:t>Pop () </a:t>
            </a:r>
          </a:p>
        </p:txBody>
      </p:sp>
      <p:sp>
        <p:nvSpPr>
          <p:cNvPr id="20" name="TextBox 19"/>
          <p:cNvSpPr txBox="1"/>
          <p:nvPr/>
        </p:nvSpPr>
        <p:spPr>
          <a:xfrm>
            <a:off x="7315200" y="5943600"/>
            <a:ext cx="609600" cy="400110"/>
          </a:xfrm>
          <a:prstGeom prst="rect">
            <a:avLst/>
          </a:prstGeom>
          <a:noFill/>
        </p:spPr>
        <p:txBody>
          <a:bodyPr wrap="square" rtlCol="0">
            <a:spAutoFit/>
          </a:bodyPr>
          <a:lstStyle/>
          <a:p>
            <a:r>
              <a:rPr lang="en-US" sz="2000" dirty="0"/>
              <a:t>-1</a:t>
            </a:r>
          </a:p>
        </p:txBody>
      </p:sp>
      <p:sp>
        <p:nvSpPr>
          <p:cNvPr id="21" name="TextBox 20"/>
          <p:cNvSpPr txBox="1"/>
          <p:nvPr/>
        </p:nvSpPr>
        <p:spPr>
          <a:xfrm>
            <a:off x="8305800" y="2438401"/>
            <a:ext cx="762000" cy="646331"/>
          </a:xfrm>
          <a:prstGeom prst="rect">
            <a:avLst/>
          </a:prstGeom>
          <a:noFill/>
        </p:spPr>
        <p:txBody>
          <a:bodyPr wrap="square" rtlCol="0">
            <a:spAutoFit/>
          </a:bodyPr>
          <a:lstStyle/>
          <a:p>
            <a:r>
              <a:rPr lang="en-US" sz="3600" b="1" dirty="0">
                <a:solidFill>
                  <a:srgbClr val="C00000"/>
                </a:solidFill>
              </a:rPr>
              <a:t>50</a:t>
            </a:r>
          </a:p>
        </p:txBody>
      </p:sp>
      <p:sp>
        <p:nvSpPr>
          <p:cNvPr id="22" name="TextBox 21"/>
          <p:cNvSpPr txBox="1"/>
          <p:nvPr/>
        </p:nvSpPr>
        <p:spPr>
          <a:xfrm>
            <a:off x="8305800" y="3048001"/>
            <a:ext cx="762000" cy="646331"/>
          </a:xfrm>
          <a:prstGeom prst="rect">
            <a:avLst/>
          </a:prstGeom>
          <a:noFill/>
        </p:spPr>
        <p:txBody>
          <a:bodyPr wrap="square" rtlCol="0">
            <a:spAutoFit/>
          </a:bodyPr>
          <a:lstStyle/>
          <a:p>
            <a:r>
              <a:rPr lang="en-US" sz="3600" b="1" dirty="0">
                <a:solidFill>
                  <a:srgbClr val="C00000"/>
                </a:solidFill>
              </a:rPr>
              <a:t>40</a:t>
            </a:r>
          </a:p>
        </p:txBody>
      </p:sp>
      <p:sp>
        <p:nvSpPr>
          <p:cNvPr id="23" name="TextBox 22"/>
          <p:cNvSpPr txBox="1"/>
          <p:nvPr/>
        </p:nvSpPr>
        <p:spPr>
          <a:xfrm>
            <a:off x="8305800" y="3733801"/>
            <a:ext cx="762000" cy="646331"/>
          </a:xfrm>
          <a:prstGeom prst="rect">
            <a:avLst/>
          </a:prstGeom>
          <a:noFill/>
        </p:spPr>
        <p:txBody>
          <a:bodyPr wrap="square" rtlCol="0">
            <a:spAutoFit/>
          </a:bodyPr>
          <a:lstStyle/>
          <a:p>
            <a:r>
              <a:rPr lang="en-US" sz="3600" b="1" dirty="0">
                <a:solidFill>
                  <a:srgbClr val="C00000"/>
                </a:solidFill>
              </a:rPr>
              <a:t>30</a:t>
            </a:r>
          </a:p>
        </p:txBody>
      </p:sp>
      <p:sp>
        <p:nvSpPr>
          <p:cNvPr id="24" name="TextBox 23"/>
          <p:cNvSpPr txBox="1"/>
          <p:nvPr/>
        </p:nvSpPr>
        <p:spPr>
          <a:xfrm>
            <a:off x="8305800" y="4343401"/>
            <a:ext cx="762000" cy="646331"/>
          </a:xfrm>
          <a:prstGeom prst="rect">
            <a:avLst/>
          </a:prstGeom>
          <a:noFill/>
        </p:spPr>
        <p:txBody>
          <a:bodyPr wrap="square" rtlCol="0">
            <a:spAutoFit/>
          </a:bodyPr>
          <a:lstStyle/>
          <a:p>
            <a:r>
              <a:rPr lang="en-US" sz="3600" b="1" dirty="0">
                <a:solidFill>
                  <a:srgbClr val="C00000"/>
                </a:solidFill>
              </a:rPr>
              <a:t>20</a:t>
            </a:r>
          </a:p>
        </p:txBody>
      </p:sp>
      <p:sp>
        <p:nvSpPr>
          <p:cNvPr id="25" name="TextBox 24"/>
          <p:cNvSpPr txBox="1"/>
          <p:nvPr/>
        </p:nvSpPr>
        <p:spPr>
          <a:xfrm>
            <a:off x="8305800" y="4953001"/>
            <a:ext cx="762000" cy="646331"/>
          </a:xfrm>
          <a:prstGeom prst="rect">
            <a:avLst/>
          </a:prstGeom>
          <a:noFill/>
        </p:spPr>
        <p:txBody>
          <a:bodyPr wrap="square" rtlCol="0">
            <a:spAutoFit/>
          </a:bodyPr>
          <a:lstStyle/>
          <a:p>
            <a:r>
              <a:rPr lang="en-US" sz="3600" b="1" dirty="0">
                <a:solidFill>
                  <a:srgbClr val="C00000"/>
                </a:solidFill>
              </a:rPr>
              <a:t>10</a:t>
            </a:r>
          </a:p>
        </p:txBody>
      </p:sp>
      <p:sp>
        <p:nvSpPr>
          <p:cNvPr id="26" name="TextBox 25"/>
          <p:cNvSpPr txBox="1"/>
          <p:nvPr/>
        </p:nvSpPr>
        <p:spPr>
          <a:xfrm>
            <a:off x="1752600" y="5486401"/>
            <a:ext cx="1828800" cy="584775"/>
          </a:xfrm>
          <a:prstGeom prst="rect">
            <a:avLst/>
          </a:prstGeom>
          <a:noFill/>
        </p:spPr>
        <p:txBody>
          <a:bodyPr wrap="square" rtlCol="0">
            <a:spAutoFit/>
          </a:bodyPr>
          <a:lstStyle/>
          <a:p>
            <a:r>
              <a:rPr lang="en-US" sz="3200" b="1" dirty="0"/>
              <a:t>Pop () </a:t>
            </a:r>
          </a:p>
        </p:txBody>
      </p:sp>
      <p:sp>
        <p:nvSpPr>
          <p:cNvPr id="27" name="TextBox 26"/>
          <p:cNvSpPr txBox="1"/>
          <p:nvPr/>
        </p:nvSpPr>
        <p:spPr>
          <a:xfrm>
            <a:off x="7924800" y="5791200"/>
            <a:ext cx="3657600" cy="861774"/>
          </a:xfrm>
          <a:prstGeom prst="rect">
            <a:avLst/>
          </a:prstGeom>
          <a:noFill/>
        </p:spPr>
        <p:txBody>
          <a:bodyPr wrap="square" rtlCol="0">
            <a:spAutoFit/>
          </a:bodyPr>
          <a:lstStyle/>
          <a:p>
            <a:r>
              <a:rPr lang="en-US" sz="2000" dirty="0">
                <a:latin typeface="Arial Rounded MT Bold" pitchFamily="34" charset="0"/>
              </a:rPr>
              <a:t>Stack is empty</a:t>
            </a:r>
            <a:r>
              <a:rPr lang="en-US" sz="2400" dirty="0"/>
              <a:t>, so</a:t>
            </a:r>
          </a:p>
          <a:p>
            <a:r>
              <a:rPr lang="en-US" sz="2400" b="1" dirty="0">
                <a:solidFill>
                  <a:schemeClr val="accent3">
                    <a:lumMod val="50000"/>
                  </a:schemeClr>
                </a:solidFill>
              </a:rPr>
              <a:t>“underflow occurs”</a:t>
            </a:r>
          </a:p>
        </p:txBody>
      </p:sp>
      <p:sp>
        <p:nvSpPr>
          <p:cNvPr id="28" name="Up Arrow 27"/>
          <p:cNvSpPr/>
          <p:nvPr/>
        </p:nvSpPr>
        <p:spPr>
          <a:xfrm>
            <a:off x="7848601" y="5867400"/>
            <a:ext cx="45719" cy="4572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Date Placeholder 28"/>
          <p:cNvSpPr>
            <a:spLocks noGrp="1"/>
          </p:cNvSpPr>
          <p:nvPr>
            <p:ph type="dt" sz="half" idx="10"/>
          </p:nvPr>
        </p:nvSpPr>
        <p:spPr/>
        <p:txBody>
          <a:bodyPr/>
          <a:lstStyle/>
          <a:p>
            <a:fld id="{BD9F3E3B-B2FA-4C4B-83FF-450A16B5B80A}" type="datetime1">
              <a:rPr lang="en-US" smtClean="0"/>
              <a:pPr/>
              <a:t>9/30/2024</a:t>
            </a:fld>
            <a:endParaRPr lang="en-US" dirty="0"/>
          </a:p>
        </p:txBody>
      </p:sp>
      <p:sp>
        <p:nvSpPr>
          <p:cNvPr id="30" name="Slide Number Placeholder 29"/>
          <p:cNvSpPr>
            <a:spLocks noGrp="1"/>
          </p:cNvSpPr>
          <p:nvPr>
            <p:ph type="sldNum" sz="quarter" idx="12"/>
          </p:nvPr>
        </p:nvSpPr>
        <p:spPr/>
        <p:txBody>
          <a:bodyPr/>
          <a:lstStyle/>
          <a:p>
            <a:fld id="{D57F1E4F-1CFF-5643-939E-217C01CDF565}" type="slidenum">
              <a:rPr lang="en-US" smtClean="0"/>
              <a:pPr/>
              <a:t>14</a:t>
            </a:fld>
            <a:endParaRPr lang="en-US" dirty="0"/>
          </a:p>
        </p:txBody>
      </p:sp>
      <p:sp>
        <p:nvSpPr>
          <p:cNvPr id="31" name="Footer Placeholder 30"/>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3571379521"/>
      </p:ext>
    </p:extLst>
  </p:cSld>
  <p:clrMapOvr>
    <a:masterClrMapping/>
  </p:clrMapOvr>
  <p:transition spd="med">
    <p:cover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0" nodeType="clickEffect">
                                  <p:stCondLst>
                                    <p:cond delay="0"/>
                                  </p:stCondLst>
                                  <p:childTnLst>
                                    <p:anim calcmode="lin" valueType="num">
                                      <p:cBhvr additive="base">
                                        <p:cTn id="12" dur="500"/>
                                        <p:tgtEl>
                                          <p:spTgt spid="21"/>
                                        </p:tgtEl>
                                        <p:attrNameLst>
                                          <p:attrName>ppt_x</p:attrName>
                                        </p:attrNameLst>
                                      </p:cBhvr>
                                      <p:tavLst>
                                        <p:tav tm="0">
                                          <p:val>
                                            <p:strVal val="ppt_x"/>
                                          </p:val>
                                        </p:tav>
                                        <p:tav tm="100000">
                                          <p:val>
                                            <p:strVal val="ppt_x"/>
                                          </p:val>
                                        </p:tav>
                                      </p:tavLst>
                                    </p:anim>
                                    <p:anim calcmode="lin" valueType="num">
                                      <p:cBhvr additive="base">
                                        <p:cTn id="13" dur="500"/>
                                        <p:tgtEl>
                                          <p:spTgt spid="21"/>
                                        </p:tgtEl>
                                        <p:attrNameLst>
                                          <p:attrName>ppt_y</p:attrName>
                                        </p:attrNameLst>
                                      </p:cBhvr>
                                      <p:tavLst>
                                        <p:tav tm="0">
                                          <p:val>
                                            <p:strVal val="ppt_y"/>
                                          </p:val>
                                        </p:tav>
                                        <p:tav tm="100000">
                                          <p:val>
                                            <p:strVal val="1+ppt_h/2"/>
                                          </p:val>
                                        </p:tav>
                                      </p:tavLst>
                                    </p:anim>
                                    <p:set>
                                      <p:cBhvr>
                                        <p:cTn id="14" dur="1" fill="hold">
                                          <p:stCondLst>
                                            <p:cond delay="499"/>
                                          </p:stCondLst>
                                        </p:cTn>
                                        <p:tgtEl>
                                          <p:spTgt spid="21"/>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grpId="0" nodeType="clickEffect">
                                  <p:stCondLst>
                                    <p:cond delay="0"/>
                                  </p:stCondLst>
                                  <p:childTnLst>
                                    <p:animMotion origin="layout" path="M -3.33333E-6 1.69288E-6 L -3.33333E-6 0.11101 " pathEditMode="relative" rAng="0" ptsTypes="AA">
                                      <p:cBhvr>
                                        <p:cTn id="18" dur="500" fill="hold"/>
                                        <p:tgtEl>
                                          <p:spTgt spid="36892"/>
                                        </p:tgtEl>
                                        <p:attrNameLst>
                                          <p:attrName>ppt_x</p:attrName>
                                          <p:attrName>ppt_y</p:attrName>
                                        </p:attrNameLst>
                                      </p:cBhvr>
                                      <p:rCtr x="0" y="56"/>
                                    </p:animMotion>
                                  </p:childTnLst>
                                </p:cTn>
                              </p:par>
                              <p:par>
                                <p:cTn id="19" presetID="42" presetClass="path" presetSubtype="0" accel="50000" decel="50000" fill="hold" grpId="0" nodeType="withEffect">
                                  <p:stCondLst>
                                    <p:cond delay="0"/>
                                  </p:stCondLst>
                                  <p:childTnLst>
                                    <p:animMotion origin="layout" path="M 0 3.11748E-6 L 0.00417 0.09667 " pathEditMode="relative" rAng="0" ptsTypes="AA">
                                      <p:cBhvr>
                                        <p:cTn id="20" dur="500" fill="hold"/>
                                        <p:tgtEl>
                                          <p:spTgt spid="36893"/>
                                        </p:tgtEl>
                                        <p:attrNameLst>
                                          <p:attrName>ppt_x</p:attrName>
                                          <p:attrName>ppt_y</p:attrName>
                                        </p:attrNameLst>
                                      </p:cBhvr>
                                      <p:rCtr x="2" y="48"/>
                                    </p:animMotion>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ppt_x"/>
                                          </p:val>
                                        </p:tav>
                                        <p:tav tm="100000">
                                          <p:val>
                                            <p:strVal val="#ppt_x"/>
                                          </p:val>
                                        </p:tav>
                                      </p:tavLst>
                                    </p:anim>
                                    <p:anim calcmode="lin" valueType="num">
                                      <p:cBhvr additive="base">
                                        <p:cTn id="2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xit" presetSubtype="4" fill="hold" grpId="0" nodeType="clickEffect">
                                  <p:stCondLst>
                                    <p:cond delay="0"/>
                                  </p:stCondLst>
                                  <p:childTnLst>
                                    <p:anim calcmode="lin" valueType="num">
                                      <p:cBhvr additive="base">
                                        <p:cTn id="30" dur="500"/>
                                        <p:tgtEl>
                                          <p:spTgt spid="22"/>
                                        </p:tgtEl>
                                        <p:attrNameLst>
                                          <p:attrName>ppt_x</p:attrName>
                                        </p:attrNameLst>
                                      </p:cBhvr>
                                      <p:tavLst>
                                        <p:tav tm="0">
                                          <p:val>
                                            <p:strVal val="ppt_x"/>
                                          </p:val>
                                        </p:tav>
                                        <p:tav tm="100000">
                                          <p:val>
                                            <p:strVal val="ppt_x"/>
                                          </p:val>
                                        </p:tav>
                                      </p:tavLst>
                                    </p:anim>
                                    <p:anim calcmode="lin" valueType="num">
                                      <p:cBhvr additive="base">
                                        <p:cTn id="31" dur="500"/>
                                        <p:tgtEl>
                                          <p:spTgt spid="22"/>
                                        </p:tgtEl>
                                        <p:attrNameLst>
                                          <p:attrName>ppt_y</p:attrName>
                                        </p:attrNameLst>
                                      </p:cBhvr>
                                      <p:tavLst>
                                        <p:tav tm="0">
                                          <p:val>
                                            <p:strVal val="ppt_y"/>
                                          </p:val>
                                        </p:tav>
                                        <p:tav tm="100000">
                                          <p:val>
                                            <p:strVal val="1+ppt_h/2"/>
                                          </p:val>
                                        </p:tav>
                                      </p:tavLst>
                                    </p:anim>
                                    <p:set>
                                      <p:cBhvr>
                                        <p:cTn id="32" dur="1" fill="hold">
                                          <p:stCondLst>
                                            <p:cond delay="499"/>
                                          </p:stCondLst>
                                        </p:cTn>
                                        <p:tgtEl>
                                          <p:spTgt spid="2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42" presetClass="path" presetSubtype="0" accel="50000" decel="50000" fill="hold" grpId="1" nodeType="clickEffect">
                                  <p:stCondLst>
                                    <p:cond delay="0"/>
                                  </p:stCondLst>
                                  <p:childTnLst>
                                    <p:animMotion origin="layout" path="M -3.33333E-6 1.69288E-6 L -3.33333E-6 0.22201 " pathEditMode="relative" rAng="0" ptsTypes="AA">
                                      <p:cBhvr>
                                        <p:cTn id="36" dur="500" fill="hold"/>
                                        <p:tgtEl>
                                          <p:spTgt spid="36892"/>
                                        </p:tgtEl>
                                        <p:attrNameLst>
                                          <p:attrName>ppt_x</p:attrName>
                                          <p:attrName>ppt_y</p:attrName>
                                        </p:attrNameLst>
                                      </p:cBhvr>
                                      <p:rCtr x="0" y="111"/>
                                    </p:animMotion>
                                  </p:childTnLst>
                                </p:cTn>
                              </p:par>
                              <p:par>
                                <p:cTn id="37" presetID="42" presetClass="path" presetSubtype="0" accel="50000" decel="50000" fill="hold" grpId="1" nodeType="withEffect">
                                  <p:stCondLst>
                                    <p:cond delay="0"/>
                                  </p:stCondLst>
                                  <p:childTnLst>
                                    <p:animMotion origin="layout" path="M 0 3.11748E-6 L -0.00417 0.20767 " pathEditMode="relative" rAng="0" ptsTypes="AA">
                                      <p:cBhvr>
                                        <p:cTn id="38" dur="500" fill="hold"/>
                                        <p:tgtEl>
                                          <p:spTgt spid="36893"/>
                                        </p:tgtEl>
                                        <p:attrNameLst>
                                          <p:attrName>ppt_x</p:attrName>
                                          <p:attrName>ppt_y</p:attrName>
                                        </p:attrNameLst>
                                      </p:cBhvr>
                                      <p:rCtr x="-2" y="104"/>
                                    </p:animMotion>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additive="base">
                                        <p:cTn id="43" dur="500" fill="hold"/>
                                        <p:tgtEl>
                                          <p:spTgt spid="17"/>
                                        </p:tgtEl>
                                        <p:attrNameLst>
                                          <p:attrName>ppt_x</p:attrName>
                                        </p:attrNameLst>
                                      </p:cBhvr>
                                      <p:tavLst>
                                        <p:tav tm="0">
                                          <p:val>
                                            <p:strVal val="#ppt_x"/>
                                          </p:val>
                                        </p:tav>
                                        <p:tav tm="100000">
                                          <p:val>
                                            <p:strVal val="#ppt_x"/>
                                          </p:val>
                                        </p:tav>
                                      </p:tavLst>
                                    </p:anim>
                                    <p:anim calcmode="lin" valueType="num">
                                      <p:cBhvr additive="base">
                                        <p:cTn id="4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xit" presetSubtype="4" fill="hold" grpId="0" nodeType="clickEffect">
                                  <p:stCondLst>
                                    <p:cond delay="0"/>
                                  </p:stCondLst>
                                  <p:childTnLst>
                                    <p:anim calcmode="lin" valueType="num">
                                      <p:cBhvr additive="base">
                                        <p:cTn id="48" dur="500"/>
                                        <p:tgtEl>
                                          <p:spTgt spid="23"/>
                                        </p:tgtEl>
                                        <p:attrNameLst>
                                          <p:attrName>ppt_x</p:attrName>
                                        </p:attrNameLst>
                                      </p:cBhvr>
                                      <p:tavLst>
                                        <p:tav tm="0">
                                          <p:val>
                                            <p:strVal val="ppt_x"/>
                                          </p:val>
                                        </p:tav>
                                        <p:tav tm="100000">
                                          <p:val>
                                            <p:strVal val="ppt_x"/>
                                          </p:val>
                                        </p:tav>
                                      </p:tavLst>
                                    </p:anim>
                                    <p:anim calcmode="lin" valueType="num">
                                      <p:cBhvr additive="base">
                                        <p:cTn id="49" dur="500"/>
                                        <p:tgtEl>
                                          <p:spTgt spid="23"/>
                                        </p:tgtEl>
                                        <p:attrNameLst>
                                          <p:attrName>ppt_y</p:attrName>
                                        </p:attrNameLst>
                                      </p:cBhvr>
                                      <p:tavLst>
                                        <p:tav tm="0">
                                          <p:val>
                                            <p:strVal val="ppt_y"/>
                                          </p:val>
                                        </p:tav>
                                        <p:tav tm="100000">
                                          <p:val>
                                            <p:strVal val="1+ppt_h/2"/>
                                          </p:val>
                                        </p:tav>
                                      </p:tavLst>
                                    </p:anim>
                                    <p:set>
                                      <p:cBhvr>
                                        <p:cTn id="50" dur="1" fill="hold">
                                          <p:stCondLst>
                                            <p:cond delay="499"/>
                                          </p:stCondLst>
                                        </p:cTn>
                                        <p:tgtEl>
                                          <p:spTgt spid="23"/>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42" presetClass="path" presetSubtype="0" accel="50000" decel="50000" fill="hold" grpId="2" nodeType="clickEffect">
                                  <p:stCondLst>
                                    <p:cond delay="0"/>
                                  </p:stCondLst>
                                  <p:childTnLst>
                                    <p:animMotion origin="layout" path="M -3.33333E-6 0.0111 L -3.33333E-6 0.31082 " pathEditMode="relative" rAng="0" ptsTypes="AA">
                                      <p:cBhvr>
                                        <p:cTn id="54" dur="500" fill="hold"/>
                                        <p:tgtEl>
                                          <p:spTgt spid="36892"/>
                                        </p:tgtEl>
                                        <p:attrNameLst>
                                          <p:attrName>ppt_x</p:attrName>
                                          <p:attrName>ppt_y</p:attrName>
                                        </p:attrNameLst>
                                      </p:cBhvr>
                                      <p:rCtr x="0" y="150"/>
                                    </p:animMotion>
                                  </p:childTnLst>
                                </p:cTn>
                              </p:par>
                              <p:par>
                                <p:cTn id="55" presetID="42" presetClass="path" presetSubtype="0" accel="50000" decel="50000" fill="hold" grpId="2" nodeType="withEffect">
                                  <p:stCondLst>
                                    <p:cond delay="0"/>
                                  </p:stCondLst>
                                  <p:childTnLst>
                                    <p:animMotion origin="layout" path="M 0 3.11748E-6 L 0.00417 0.29648 " pathEditMode="relative" rAng="0" ptsTypes="AA">
                                      <p:cBhvr>
                                        <p:cTn id="56" dur="500" fill="hold"/>
                                        <p:tgtEl>
                                          <p:spTgt spid="36893"/>
                                        </p:tgtEl>
                                        <p:attrNameLst>
                                          <p:attrName>ppt_x</p:attrName>
                                          <p:attrName>ppt_y</p:attrName>
                                        </p:attrNameLst>
                                      </p:cBhvr>
                                      <p:rCtr x="2" y="148"/>
                                    </p:animMotion>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8"/>
                                        </p:tgtEl>
                                        <p:attrNameLst>
                                          <p:attrName>style.visibility</p:attrName>
                                        </p:attrNameLst>
                                      </p:cBhvr>
                                      <p:to>
                                        <p:strVal val="visible"/>
                                      </p:to>
                                    </p:set>
                                    <p:anim calcmode="lin" valueType="num">
                                      <p:cBhvr additive="base">
                                        <p:cTn id="61" dur="500" fill="hold"/>
                                        <p:tgtEl>
                                          <p:spTgt spid="18"/>
                                        </p:tgtEl>
                                        <p:attrNameLst>
                                          <p:attrName>ppt_x</p:attrName>
                                        </p:attrNameLst>
                                      </p:cBhvr>
                                      <p:tavLst>
                                        <p:tav tm="0">
                                          <p:val>
                                            <p:strVal val="#ppt_x"/>
                                          </p:val>
                                        </p:tav>
                                        <p:tav tm="100000">
                                          <p:val>
                                            <p:strVal val="#ppt_x"/>
                                          </p:val>
                                        </p:tav>
                                      </p:tavLst>
                                    </p:anim>
                                    <p:anim calcmode="lin" valueType="num">
                                      <p:cBhvr additive="base">
                                        <p:cTn id="6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xit" presetSubtype="4" fill="hold" grpId="0" nodeType="clickEffect">
                                  <p:stCondLst>
                                    <p:cond delay="0"/>
                                  </p:stCondLst>
                                  <p:childTnLst>
                                    <p:anim calcmode="lin" valueType="num">
                                      <p:cBhvr additive="base">
                                        <p:cTn id="66" dur="500"/>
                                        <p:tgtEl>
                                          <p:spTgt spid="24"/>
                                        </p:tgtEl>
                                        <p:attrNameLst>
                                          <p:attrName>ppt_x</p:attrName>
                                        </p:attrNameLst>
                                      </p:cBhvr>
                                      <p:tavLst>
                                        <p:tav tm="0">
                                          <p:val>
                                            <p:strVal val="ppt_x"/>
                                          </p:val>
                                        </p:tav>
                                        <p:tav tm="100000">
                                          <p:val>
                                            <p:strVal val="ppt_x"/>
                                          </p:val>
                                        </p:tav>
                                      </p:tavLst>
                                    </p:anim>
                                    <p:anim calcmode="lin" valueType="num">
                                      <p:cBhvr additive="base">
                                        <p:cTn id="67" dur="500"/>
                                        <p:tgtEl>
                                          <p:spTgt spid="24"/>
                                        </p:tgtEl>
                                        <p:attrNameLst>
                                          <p:attrName>ppt_y</p:attrName>
                                        </p:attrNameLst>
                                      </p:cBhvr>
                                      <p:tavLst>
                                        <p:tav tm="0">
                                          <p:val>
                                            <p:strVal val="ppt_y"/>
                                          </p:val>
                                        </p:tav>
                                        <p:tav tm="100000">
                                          <p:val>
                                            <p:strVal val="1+ppt_h/2"/>
                                          </p:val>
                                        </p:tav>
                                      </p:tavLst>
                                    </p:anim>
                                    <p:set>
                                      <p:cBhvr>
                                        <p:cTn id="68" dur="1" fill="hold">
                                          <p:stCondLst>
                                            <p:cond delay="499"/>
                                          </p:stCondLst>
                                        </p:cTn>
                                        <p:tgtEl>
                                          <p:spTgt spid="24"/>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42" presetClass="path" presetSubtype="0" accel="50000" decel="50000" fill="hold" grpId="3" nodeType="clickEffect">
                                  <p:stCondLst>
                                    <p:cond delay="0"/>
                                  </p:stCondLst>
                                  <p:childTnLst>
                                    <p:animMotion origin="layout" path="M -3.33333E-6 1.69288E-6 L -3.33333E-6 0.39963 " pathEditMode="relative" rAng="0" ptsTypes="AA">
                                      <p:cBhvr>
                                        <p:cTn id="72" dur="500" fill="hold"/>
                                        <p:tgtEl>
                                          <p:spTgt spid="36892"/>
                                        </p:tgtEl>
                                        <p:attrNameLst>
                                          <p:attrName>ppt_x</p:attrName>
                                          <p:attrName>ppt_y</p:attrName>
                                        </p:attrNameLst>
                                      </p:cBhvr>
                                      <p:rCtr x="0" y="200"/>
                                    </p:animMotion>
                                  </p:childTnLst>
                                </p:cTn>
                              </p:par>
                              <p:par>
                                <p:cTn id="73" presetID="42" presetClass="path" presetSubtype="0" accel="50000" decel="50000" fill="hold" grpId="3" nodeType="withEffect">
                                  <p:stCondLst>
                                    <p:cond delay="0"/>
                                  </p:stCondLst>
                                  <p:childTnLst>
                                    <p:animMotion origin="layout" path="M 0 3.11748E-6 L -0.00417 0.38529 " pathEditMode="relative" rAng="0" ptsTypes="AA">
                                      <p:cBhvr>
                                        <p:cTn id="74" dur="500" fill="hold"/>
                                        <p:tgtEl>
                                          <p:spTgt spid="36893"/>
                                        </p:tgtEl>
                                        <p:attrNameLst>
                                          <p:attrName>ppt_x</p:attrName>
                                          <p:attrName>ppt_y</p:attrName>
                                        </p:attrNameLst>
                                      </p:cBhvr>
                                      <p:rCtr x="-2" y="193"/>
                                    </p:animMotion>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19"/>
                                        </p:tgtEl>
                                        <p:attrNameLst>
                                          <p:attrName>style.visibility</p:attrName>
                                        </p:attrNameLst>
                                      </p:cBhvr>
                                      <p:to>
                                        <p:strVal val="visible"/>
                                      </p:to>
                                    </p:set>
                                    <p:anim calcmode="lin" valueType="num">
                                      <p:cBhvr additive="base">
                                        <p:cTn id="79" dur="500" fill="hold"/>
                                        <p:tgtEl>
                                          <p:spTgt spid="19"/>
                                        </p:tgtEl>
                                        <p:attrNameLst>
                                          <p:attrName>ppt_x</p:attrName>
                                        </p:attrNameLst>
                                      </p:cBhvr>
                                      <p:tavLst>
                                        <p:tav tm="0">
                                          <p:val>
                                            <p:strVal val="#ppt_x"/>
                                          </p:val>
                                        </p:tav>
                                        <p:tav tm="100000">
                                          <p:val>
                                            <p:strVal val="#ppt_x"/>
                                          </p:val>
                                        </p:tav>
                                      </p:tavLst>
                                    </p:anim>
                                    <p:anim calcmode="lin" valueType="num">
                                      <p:cBhvr additive="base">
                                        <p:cTn id="8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xit" presetSubtype="4" fill="hold" grpId="0" nodeType="clickEffect">
                                  <p:stCondLst>
                                    <p:cond delay="0"/>
                                  </p:stCondLst>
                                  <p:childTnLst>
                                    <p:anim calcmode="lin" valueType="num">
                                      <p:cBhvr additive="base">
                                        <p:cTn id="84" dur="500"/>
                                        <p:tgtEl>
                                          <p:spTgt spid="25"/>
                                        </p:tgtEl>
                                        <p:attrNameLst>
                                          <p:attrName>ppt_x</p:attrName>
                                        </p:attrNameLst>
                                      </p:cBhvr>
                                      <p:tavLst>
                                        <p:tav tm="0">
                                          <p:val>
                                            <p:strVal val="ppt_x"/>
                                          </p:val>
                                        </p:tav>
                                        <p:tav tm="100000">
                                          <p:val>
                                            <p:strVal val="ppt_x"/>
                                          </p:val>
                                        </p:tav>
                                      </p:tavLst>
                                    </p:anim>
                                    <p:anim calcmode="lin" valueType="num">
                                      <p:cBhvr additive="base">
                                        <p:cTn id="85" dur="500"/>
                                        <p:tgtEl>
                                          <p:spTgt spid="25"/>
                                        </p:tgtEl>
                                        <p:attrNameLst>
                                          <p:attrName>ppt_y</p:attrName>
                                        </p:attrNameLst>
                                      </p:cBhvr>
                                      <p:tavLst>
                                        <p:tav tm="0">
                                          <p:val>
                                            <p:strVal val="ppt_y"/>
                                          </p:val>
                                        </p:tav>
                                        <p:tav tm="100000">
                                          <p:val>
                                            <p:strVal val="1+ppt_h/2"/>
                                          </p:val>
                                        </p:tav>
                                      </p:tavLst>
                                    </p:anim>
                                    <p:set>
                                      <p:cBhvr>
                                        <p:cTn id="86" dur="1" fill="hold">
                                          <p:stCondLst>
                                            <p:cond delay="499"/>
                                          </p:stCondLst>
                                        </p:cTn>
                                        <p:tgtEl>
                                          <p:spTgt spid="25"/>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42" presetClass="path" presetSubtype="0" accel="50000" decel="50000" fill="hold" grpId="4" nodeType="clickEffect">
                                  <p:stCondLst>
                                    <p:cond delay="0"/>
                                  </p:stCondLst>
                                  <p:childTnLst>
                                    <p:animMotion origin="layout" path="M -3.33333E-6 1.69288E-6 L -3.33333E-6 0.52174 " pathEditMode="relative" rAng="0" ptsTypes="AA">
                                      <p:cBhvr>
                                        <p:cTn id="90" dur="500" fill="hold"/>
                                        <p:tgtEl>
                                          <p:spTgt spid="36892"/>
                                        </p:tgtEl>
                                        <p:attrNameLst>
                                          <p:attrName>ppt_x</p:attrName>
                                          <p:attrName>ppt_y</p:attrName>
                                        </p:attrNameLst>
                                      </p:cBhvr>
                                      <p:rCtr x="0" y="261"/>
                                    </p:animMotion>
                                  </p:childTnLst>
                                </p:cTn>
                              </p:par>
                              <p:par>
                                <p:cTn id="91" presetID="42" presetClass="path" presetSubtype="0" accel="50000" decel="50000" fill="hold" grpId="4" nodeType="withEffect">
                                  <p:stCondLst>
                                    <p:cond delay="0"/>
                                  </p:stCondLst>
                                  <p:childTnLst>
                                    <p:animMotion origin="layout" path="M 0 3.11748E-6 L 0.00417 0.5185 " pathEditMode="relative" rAng="0" ptsTypes="AA">
                                      <p:cBhvr>
                                        <p:cTn id="92" dur="500" fill="hold"/>
                                        <p:tgtEl>
                                          <p:spTgt spid="36893"/>
                                        </p:tgtEl>
                                        <p:attrNameLst>
                                          <p:attrName>ppt_x</p:attrName>
                                          <p:attrName>ppt_y</p:attrName>
                                        </p:attrNameLst>
                                      </p:cBhvr>
                                      <p:rCtr x="2" y="259"/>
                                    </p:animMotion>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ppt_x"/>
                                          </p:val>
                                        </p:tav>
                                        <p:tav tm="100000">
                                          <p:val>
                                            <p:strVal val="#ppt_x"/>
                                          </p:val>
                                        </p:tav>
                                      </p:tavLst>
                                    </p:anim>
                                    <p:anim calcmode="lin" valueType="num">
                                      <p:cBhvr additive="base">
                                        <p:cTn id="98" dur="500" fill="hold"/>
                                        <p:tgtEl>
                                          <p:spTgt spid="26"/>
                                        </p:tgtEl>
                                        <p:attrNameLst>
                                          <p:attrName>ppt_y</p:attrName>
                                        </p:attrNameLst>
                                      </p:cBhvr>
                                      <p:tavLst>
                                        <p:tav tm="0">
                                          <p:val>
                                            <p:strVal val="1+#ppt_h/2"/>
                                          </p:val>
                                        </p:tav>
                                        <p:tav tm="100000">
                                          <p:val>
                                            <p:strVal val="#ppt_y"/>
                                          </p:val>
                                        </p:tav>
                                      </p:tavLst>
                                    </p:anim>
                                  </p:childTnLst>
                                </p:cTn>
                              </p:par>
                              <p:par>
                                <p:cTn id="99" presetID="37" presetClass="entr" presetSubtype="0" fill="hold" grpId="0" nodeType="withEffect">
                                  <p:stCondLst>
                                    <p:cond delay="0"/>
                                  </p:stCondLst>
                                  <p:childTnLst>
                                    <p:set>
                                      <p:cBhvr>
                                        <p:cTn id="100" dur="1" fill="hold">
                                          <p:stCondLst>
                                            <p:cond delay="0"/>
                                          </p:stCondLst>
                                        </p:cTn>
                                        <p:tgtEl>
                                          <p:spTgt spid="28"/>
                                        </p:tgtEl>
                                        <p:attrNameLst>
                                          <p:attrName>style.visibility</p:attrName>
                                        </p:attrNameLst>
                                      </p:cBhvr>
                                      <p:to>
                                        <p:strVal val="visible"/>
                                      </p:to>
                                    </p:set>
                                    <p:animEffect transition="in" filter="fade">
                                      <p:cBhvr>
                                        <p:cTn id="101" dur="1000"/>
                                        <p:tgtEl>
                                          <p:spTgt spid="28"/>
                                        </p:tgtEl>
                                      </p:cBhvr>
                                    </p:animEffect>
                                    <p:anim calcmode="lin" valueType="num">
                                      <p:cBhvr>
                                        <p:cTn id="102" dur="1000" fill="hold"/>
                                        <p:tgtEl>
                                          <p:spTgt spid="28"/>
                                        </p:tgtEl>
                                        <p:attrNameLst>
                                          <p:attrName>ppt_x</p:attrName>
                                        </p:attrNameLst>
                                      </p:cBhvr>
                                      <p:tavLst>
                                        <p:tav tm="0">
                                          <p:val>
                                            <p:strVal val="#ppt_x"/>
                                          </p:val>
                                        </p:tav>
                                        <p:tav tm="100000">
                                          <p:val>
                                            <p:strVal val="#ppt_x"/>
                                          </p:val>
                                        </p:tav>
                                      </p:tavLst>
                                    </p:anim>
                                    <p:anim calcmode="lin" valueType="num">
                                      <p:cBhvr>
                                        <p:cTn id="103" dur="900" decel="100000" fill="hold"/>
                                        <p:tgtEl>
                                          <p:spTgt spid="28"/>
                                        </p:tgtEl>
                                        <p:attrNameLst>
                                          <p:attrName>ppt_y</p:attrName>
                                        </p:attrNameLst>
                                      </p:cBhvr>
                                      <p:tavLst>
                                        <p:tav tm="0">
                                          <p:val>
                                            <p:strVal val="#ppt_y+1"/>
                                          </p:val>
                                        </p:tav>
                                        <p:tav tm="100000">
                                          <p:val>
                                            <p:strVal val="#ppt_y-.03"/>
                                          </p:val>
                                        </p:tav>
                                      </p:tavLst>
                                    </p:anim>
                                    <p:anim calcmode="lin" valueType="num">
                                      <p:cBhvr>
                                        <p:cTn id="104" dur="100" accel="100000" fill="hold">
                                          <p:stCondLst>
                                            <p:cond delay="900"/>
                                          </p:stCondLst>
                                        </p:cTn>
                                        <p:tgtEl>
                                          <p:spTgt spid="28"/>
                                        </p:tgtEl>
                                        <p:attrNameLst>
                                          <p:attrName>ppt_y</p:attrName>
                                        </p:attrNameLst>
                                      </p:cBhvr>
                                      <p:tavLst>
                                        <p:tav tm="0">
                                          <p:val>
                                            <p:strVal val="#ppt_y-.03"/>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9" presetClass="entr" presetSubtype="0" fill="hold" grpId="0" nodeType="clickEffect">
                                  <p:stCondLst>
                                    <p:cond delay="0"/>
                                  </p:stCondLst>
                                  <p:childTnLst>
                                    <p:set>
                                      <p:cBhvr>
                                        <p:cTn id="108" dur="1" fill="hold">
                                          <p:stCondLst>
                                            <p:cond delay="0"/>
                                          </p:stCondLst>
                                        </p:cTn>
                                        <p:tgtEl>
                                          <p:spTgt spid="27"/>
                                        </p:tgtEl>
                                        <p:attrNameLst>
                                          <p:attrName>style.visibility</p:attrName>
                                        </p:attrNameLst>
                                      </p:cBhvr>
                                      <p:to>
                                        <p:strVal val="visible"/>
                                      </p:to>
                                    </p:set>
                                    <p:animEffect transition="in" filter="dissolve">
                                      <p:cBhvr>
                                        <p:cTn id="109"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92" grpId="0" animBg="1"/>
      <p:bldP spid="36892" grpId="1" animBg="1"/>
      <p:bldP spid="36892" grpId="2" animBg="1"/>
      <p:bldP spid="36892" grpId="3" animBg="1"/>
      <p:bldP spid="36892" grpId="4" animBg="1"/>
      <p:bldP spid="36893" grpId="0" animBg="1"/>
      <p:bldP spid="36893" grpId="1" animBg="1"/>
      <p:bldP spid="36893" grpId="2" animBg="1"/>
      <p:bldP spid="36893" grpId="3" animBg="1"/>
      <p:bldP spid="36893" grpId="4" animBg="1"/>
      <p:bldP spid="15" grpId="0"/>
      <p:bldP spid="16" grpId="0"/>
      <p:bldP spid="17" grpId="0"/>
      <p:bldP spid="18" grpId="0"/>
      <p:bldP spid="19" grpId="0"/>
      <p:bldP spid="21" grpId="0"/>
      <p:bldP spid="22" grpId="0"/>
      <p:bldP spid="23" grpId="0"/>
      <p:bldP spid="24" grpId="0"/>
      <p:bldP spid="25" grpId="0"/>
      <p:bldP spid="26" grpId="0"/>
      <p:bldP spid="27" grpId="0"/>
      <p:bldP spid="2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Underflow in stack</a:t>
            </a:r>
          </a:p>
        </p:txBody>
      </p:sp>
      <p:sp>
        <p:nvSpPr>
          <p:cNvPr id="3" name="Content Placeholder 2"/>
          <p:cNvSpPr>
            <a:spLocks noGrp="1"/>
          </p:cNvSpPr>
          <p:nvPr>
            <p:ph idx="1"/>
          </p:nvPr>
        </p:nvSpPr>
        <p:spPr>
          <a:xfrm>
            <a:off x="1981200" y="1600200"/>
            <a:ext cx="8077200" cy="4873752"/>
          </a:xfrm>
        </p:spPr>
        <p:txBody>
          <a:bodyPr>
            <a:normAutofit/>
          </a:bodyPr>
          <a:lstStyle/>
          <a:p>
            <a:pPr algn="just">
              <a:buNone/>
            </a:pPr>
            <a:endParaRPr lang="en-US" sz="2000" dirty="0"/>
          </a:p>
          <a:p>
            <a:pPr algn="just">
              <a:buNone/>
            </a:pPr>
            <a:r>
              <a:rPr lang="en-US" sz="2400" b="1" dirty="0"/>
              <a:t>Underflow: </a:t>
            </a:r>
            <a:r>
              <a:rPr lang="en-US" sz="2400" dirty="0"/>
              <a:t>when stack is empty, no more elements are be deleted, the status of stack is called underflow.</a:t>
            </a:r>
          </a:p>
          <a:p>
            <a:pPr algn="just">
              <a:buNone/>
            </a:pPr>
            <a:endParaRPr lang="en-US" sz="2400" dirty="0"/>
          </a:p>
          <a:p>
            <a:pPr algn="just">
              <a:buNone/>
            </a:pPr>
            <a:r>
              <a:rPr lang="en-US" sz="2400" b="1" dirty="0"/>
              <a:t>For ex:  </a:t>
            </a:r>
            <a:r>
              <a:rPr lang="en-US" sz="2400" dirty="0"/>
              <a:t>If (</a:t>
            </a:r>
            <a:r>
              <a:rPr lang="en-US" sz="2400" dirty="0">
                <a:solidFill>
                  <a:srgbClr val="FF0000"/>
                </a:solidFill>
              </a:rPr>
              <a:t>Top == -1</a:t>
            </a:r>
            <a:r>
              <a:rPr lang="en-US" sz="2400" dirty="0"/>
              <a:t>)</a:t>
            </a:r>
          </a:p>
          <a:p>
            <a:pPr algn="just">
              <a:buNone/>
            </a:pPr>
            <a:r>
              <a:rPr lang="en-US" sz="2400" dirty="0"/>
              <a:t>		   then print “underflow”</a:t>
            </a:r>
          </a:p>
        </p:txBody>
      </p:sp>
      <p:sp>
        <p:nvSpPr>
          <p:cNvPr id="4" name="Date Placeholder 3"/>
          <p:cNvSpPr>
            <a:spLocks noGrp="1"/>
          </p:cNvSpPr>
          <p:nvPr>
            <p:ph type="dt" sz="half" idx="10"/>
          </p:nvPr>
        </p:nvSpPr>
        <p:spPr/>
        <p:txBody>
          <a:bodyPr/>
          <a:lstStyle/>
          <a:p>
            <a:fld id="{406CA250-C615-4630-AD26-4AD83FDF3B0C}" type="datetime1">
              <a:rPr lang="en-US" smtClean="0"/>
              <a:pPr/>
              <a:t>9/30/2024</a:t>
            </a:fld>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15</a:t>
            </a:fld>
            <a:endParaRPr lang="en-US" dirty="0"/>
          </a:p>
        </p:txBody>
      </p:sp>
      <p:sp>
        <p:nvSpPr>
          <p:cNvPr id="6" name="Footer Placeholder 5"/>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26957256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Applications of stack</a:t>
            </a:r>
          </a:p>
        </p:txBody>
      </p:sp>
      <p:sp>
        <p:nvSpPr>
          <p:cNvPr id="3" name="Content Placeholder 2"/>
          <p:cNvSpPr>
            <a:spLocks noGrp="1"/>
          </p:cNvSpPr>
          <p:nvPr>
            <p:ph idx="1"/>
          </p:nvPr>
        </p:nvSpPr>
        <p:spPr>
          <a:xfrm>
            <a:off x="1981200" y="1600200"/>
            <a:ext cx="8153400" cy="4873752"/>
          </a:xfrm>
        </p:spPr>
        <p:txBody>
          <a:bodyPr>
            <a:normAutofit/>
          </a:bodyPr>
          <a:lstStyle/>
          <a:p>
            <a:pPr algn="just">
              <a:lnSpc>
                <a:spcPct val="210000"/>
              </a:lnSpc>
            </a:pPr>
            <a:r>
              <a:rPr lang="en-US" i="1" dirty="0"/>
              <a:t>Recursion</a:t>
            </a:r>
          </a:p>
          <a:p>
            <a:pPr algn="just">
              <a:lnSpc>
                <a:spcPct val="210000"/>
              </a:lnSpc>
            </a:pPr>
            <a:r>
              <a:rPr lang="en-US" i="1" dirty="0"/>
              <a:t>Handling the order of  function calls</a:t>
            </a:r>
          </a:p>
          <a:p>
            <a:pPr algn="just">
              <a:lnSpc>
                <a:spcPct val="210000"/>
              </a:lnSpc>
            </a:pPr>
            <a:r>
              <a:rPr lang="en-US" i="1" dirty="0"/>
              <a:t>Evaluation of postfix expression</a:t>
            </a:r>
          </a:p>
          <a:p>
            <a:pPr algn="just">
              <a:lnSpc>
                <a:spcPct val="210000"/>
              </a:lnSpc>
            </a:pPr>
            <a:r>
              <a:rPr lang="en-US" i="1" dirty="0"/>
              <a:t>Reverse the string</a:t>
            </a:r>
          </a:p>
          <a:p>
            <a:pPr algn="just">
              <a:lnSpc>
                <a:spcPct val="210000"/>
              </a:lnSpc>
            </a:pPr>
            <a:r>
              <a:rPr lang="en-US" i="1" dirty="0"/>
              <a:t>Checking for balanced braces</a:t>
            </a:r>
          </a:p>
          <a:p>
            <a:pPr algn="just">
              <a:lnSpc>
                <a:spcPct val="210000"/>
              </a:lnSpc>
            </a:pPr>
            <a:r>
              <a:rPr lang="en-US" i="1" dirty="0"/>
              <a:t>Transformation of infix expression postfix expression</a:t>
            </a:r>
          </a:p>
          <a:p>
            <a:pPr algn="just">
              <a:lnSpc>
                <a:spcPct val="150000"/>
              </a:lnSpc>
            </a:pPr>
            <a:endParaRPr lang="en-US" dirty="0"/>
          </a:p>
        </p:txBody>
      </p:sp>
      <p:sp>
        <p:nvSpPr>
          <p:cNvPr id="4" name="Date Placeholder 3"/>
          <p:cNvSpPr>
            <a:spLocks noGrp="1"/>
          </p:cNvSpPr>
          <p:nvPr>
            <p:ph type="dt" sz="half" idx="10"/>
          </p:nvPr>
        </p:nvSpPr>
        <p:spPr/>
        <p:txBody>
          <a:bodyPr/>
          <a:lstStyle/>
          <a:p>
            <a:fld id="{F7598CDE-9220-446B-A114-06070CB167DC}" type="datetime1">
              <a:rPr lang="en-US" smtClean="0"/>
              <a:pPr/>
              <a:t>9/30/2024</a:t>
            </a:fld>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16</a:t>
            </a:fld>
            <a:endParaRPr lang="en-US" dirty="0"/>
          </a:p>
        </p:txBody>
      </p:sp>
      <p:sp>
        <p:nvSpPr>
          <p:cNvPr id="6" name="Footer Placeholder 5"/>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13256362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Recursion</a:t>
            </a:r>
          </a:p>
        </p:txBody>
      </p:sp>
      <p:sp>
        <p:nvSpPr>
          <p:cNvPr id="3" name="Content Placeholder 2"/>
          <p:cNvSpPr>
            <a:spLocks noGrp="1"/>
          </p:cNvSpPr>
          <p:nvPr>
            <p:ph idx="1"/>
          </p:nvPr>
        </p:nvSpPr>
        <p:spPr>
          <a:xfrm>
            <a:off x="2592925" y="1657082"/>
            <a:ext cx="8915400" cy="3777622"/>
          </a:xfrm>
        </p:spPr>
        <p:txBody>
          <a:bodyPr>
            <a:normAutofit/>
          </a:bodyPr>
          <a:lstStyle/>
          <a:p>
            <a:pPr>
              <a:lnSpc>
                <a:spcPct val="150000"/>
              </a:lnSpc>
            </a:pPr>
            <a:r>
              <a:rPr lang="en-US" sz="2000" spc="5" dirty="0">
                <a:latin typeface="Arial"/>
                <a:cs typeface="Arial"/>
              </a:rPr>
              <a:t>The</a:t>
            </a:r>
            <a:r>
              <a:rPr lang="en-US" sz="2000" dirty="0">
                <a:latin typeface="Arial"/>
                <a:cs typeface="Arial"/>
              </a:rPr>
              <a:t> </a:t>
            </a:r>
            <a:r>
              <a:rPr lang="en-US" sz="2000" spc="5" dirty="0">
                <a:latin typeface="Arial"/>
                <a:cs typeface="Arial"/>
              </a:rPr>
              <a:t>function</a:t>
            </a:r>
            <a:r>
              <a:rPr lang="en-US" sz="2000" dirty="0">
                <a:latin typeface="Arial"/>
                <a:cs typeface="Arial"/>
              </a:rPr>
              <a:t> </a:t>
            </a:r>
            <a:r>
              <a:rPr lang="en-US" sz="2000" spc="5" dirty="0">
                <a:latin typeface="Arial"/>
                <a:cs typeface="Arial"/>
              </a:rPr>
              <a:t>which</a:t>
            </a:r>
            <a:r>
              <a:rPr lang="en-US" sz="2000" dirty="0">
                <a:latin typeface="Arial"/>
                <a:cs typeface="Arial"/>
              </a:rPr>
              <a:t> </a:t>
            </a:r>
            <a:r>
              <a:rPr lang="en-US" sz="2000" spc="5" dirty="0">
                <a:latin typeface="Arial"/>
                <a:cs typeface="Arial"/>
              </a:rPr>
              <a:t>call</a:t>
            </a:r>
            <a:r>
              <a:rPr lang="en-US" sz="2000" dirty="0">
                <a:latin typeface="Arial"/>
                <a:cs typeface="Arial"/>
              </a:rPr>
              <a:t> itself </a:t>
            </a:r>
            <a:r>
              <a:rPr lang="en-US" sz="2000" spc="5" dirty="0">
                <a:latin typeface="Arial"/>
                <a:cs typeface="Arial"/>
              </a:rPr>
              <a:t>(In</a:t>
            </a:r>
            <a:r>
              <a:rPr lang="en-US" sz="2000" dirty="0">
                <a:latin typeface="Arial"/>
                <a:cs typeface="Arial"/>
              </a:rPr>
              <a:t> </a:t>
            </a:r>
            <a:r>
              <a:rPr lang="en-US" sz="2000" spc="5" dirty="0">
                <a:latin typeface="Arial"/>
                <a:cs typeface="Arial"/>
              </a:rPr>
              <a:t>function</a:t>
            </a:r>
            <a:r>
              <a:rPr lang="en-US" sz="2000" dirty="0">
                <a:latin typeface="Arial"/>
                <a:cs typeface="Arial"/>
              </a:rPr>
              <a:t> </a:t>
            </a:r>
            <a:r>
              <a:rPr lang="en-US" sz="2000" spc="5" dirty="0">
                <a:latin typeface="Arial"/>
                <a:cs typeface="Arial"/>
              </a:rPr>
              <a:t>body</a:t>
            </a:r>
            <a:r>
              <a:rPr lang="en-US" sz="2000" dirty="0">
                <a:latin typeface="Arial"/>
                <a:cs typeface="Arial"/>
              </a:rPr>
              <a:t> </a:t>
            </a:r>
            <a:r>
              <a:rPr lang="en-US" sz="2000" spc="5" dirty="0">
                <a:latin typeface="Arial"/>
                <a:cs typeface="Arial"/>
              </a:rPr>
              <a:t>)</a:t>
            </a:r>
            <a:r>
              <a:rPr lang="en-US" sz="2000" dirty="0">
                <a:latin typeface="Arial"/>
                <a:cs typeface="Arial"/>
              </a:rPr>
              <a:t> </a:t>
            </a:r>
            <a:r>
              <a:rPr lang="en-US" sz="2000" spc="5" dirty="0">
                <a:latin typeface="Arial"/>
                <a:cs typeface="Arial"/>
              </a:rPr>
              <a:t>again</a:t>
            </a:r>
            <a:r>
              <a:rPr lang="en-US" sz="2000" dirty="0">
                <a:latin typeface="Arial"/>
                <a:cs typeface="Arial"/>
              </a:rPr>
              <a:t> </a:t>
            </a:r>
            <a:r>
              <a:rPr lang="en-US" sz="2000" spc="5" dirty="0">
                <a:latin typeface="Arial"/>
                <a:cs typeface="Arial"/>
              </a:rPr>
              <a:t>and again, as long as base condition is satisfied,</a:t>
            </a:r>
            <a:r>
              <a:rPr lang="en-US" sz="2000" dirty="0">
                <a:latin typeface="Arial"/>
                <a:cs typeface="Arial"/>
              </a:rPr>
              <a:t> </a:t>
            </a:r>
            <a:r>
              <a:rPr lang="en-US" sz="2000" spc="5" dirty="0">
                <a:latin typeface="Arial"/>
                <a:cs typeface="Arial"/>
              </a:rPr>
              <a:t>is</a:t>
            </a:r>
            <a:r>
              <a:rPr lang="en-US" sz="2000" dirty="0">
                <a:latin typeface="Arial"/>
                <a:cs typeface="Arial"/>
              </a:rPr>
              <a:t> </a:t>
            </a:r>
            <a:r>
              <a:rPr lang="en-US" sz="2000" spc="5" dirty="0">
                <a:latin typeface="Arial"/>
                <a:cs typeface="Arial"/>
              </a:rPr>
              <a:t>known</a:t>
            </a:r>
            <a:r>
              <a:rPr lang="en-US" sz="2000" dirty="0">
                <a:latin typeface="Arial"/>
                <a:cs typeface="Arial"/>
              </a:rPr>
              <a:t> </a:t>
            </a:r>
            <a:r>
              <a:rPr lang="en-US" sz="2000" spc="5" dirty="0">
                <a:latin typeface="Arial"/>
                <a:cs typeface="Arial"/>
              </a:rPr>
              <a:t>as</a:t>
            </a:r>
            <a:r>
              <a:rPr lang="en-US" sz="2000" dirty="0">
                <a:latin typeface="Arial"/>
                <a:cs typeface="Arial"/>
              </a:rPr>
              <a:t> </a:t>
            </a:r>
            <a:r>
              <a:rPr lang="en-US" sz="2000" spc="5" dirty="0">
                <a:latin typeface="Arial"/>
                <a:cs typeface="Arial"/>
              </a:rPr>
              <a:t>recursive</a:t>
            </a:r>
            <a:r>
              <a:rPr lang="en-US" sz="2000" dirty="0">
                <a:latin typeface="Arial"/>
                <a:cs typeface="Arial"/>
              </a:rPr>
              <a:t> </a:t>
            </a:r>
            <a:r>
              <a:rPr lang="en-US" sz="2000" spc="5" dirty="0">
                <a:latin typeface="Arial"/>
                <a:cs typeface="Arial"/>
              </a:rPr>
              <a:t>function.</a:t>
            </a:r>
          </a:p>
          <a:p>
            <a:pPr>
              <a:lnSpc>
                <a:spcPct val="150000"/>
              </a:lnSpc>
              <a:buNone/>
            </a:pPr>
            <a:endParaRPr lang="en-US" sz="2000" b="1" u="sng" dirty="0">
              <a:solidFill>
                <a:srgbClr val="C00000"/>
              </a:solidFill>
            </a:endParaRPr>
          </a:p>
          <a:p>
            <a:pPr>
              <a:lnSpc>
                <a:spcPct val="150000"/>
              </a:lnSpc>
              <a:buNone/>
            </a:pPr>
            <a:r>
              <a:rPr lang="en-US" sz="2000" b="1" u="sng" dirty="0">
                <a:solidFill>
                  <a:srgbClr val="C00000"/>
                </a:solidFill>
              </a:rPr>
              <a:t>Factorial function using recursion</a:t>
            </a:r>
          </a:p>
          <a:p>
            <a:pPr>
              <a:lnSpc>
                <a:spcPct val="150000"/>
              </a:lnSpc>
            </a:pPr>
            <a:endParaRPr lang="en-US" sz="2000" dirty="0"/>
          </a:p>
        </p:txBody>
      </p:sp>
      <p:sp>
        <p:nvSpPr>
          <p:cNvPr id="4" name="Content Placeholder 2"/>
          <p:cNvSpPr txBox="1">
            <a:spLocks/>
          </p:cNvSpPr>
          <p:nvPr/>
        </p:nvSpPr>
        <p:spPr>
          <a:xfrm>
            <a:off x="2515340" y="3957072"/>
            <a:ext cx="2971800" cy="3124200"/>
          </a:xfrm>
          <a:prstGeom prst="rect">
            <a:avLst/>
          </a:prstGeom>
        </p:spPr>
        <p:txBody>
          <a:bodyPr vert="horz" lIns="54864" tIns="91440" rtlCol="0">
            <a:normAutofit/>
          </a:bodyPr>
          <a:lstStyle/>
          <a:p>
            <a:pPr marL="12700" indent="-320040" defTabSz="914400">
              <a:buClr>
                <a:schemeClr val="accent1"/>
              </a:buClr>
              <a:buSzPct val="80000"/>
              <a:defRPr/>
            </a:pPr>
            <a:r>
              <a:rPr lang="en-US" sz="2000" spc="5" dirty="0">
                <a:latin typeface="Arial"/>
                <a:cs typeface="Arial"/>
              </a:rPr>
              <a:t>int</a:t>
            </a:r>
            <a:r>
              <a:rPr lang="en-US" sz="2000" spc="5" dirty="0">
                <a:solidFill>
                  <a:srgbClr val="FF0000"/>
                </a:solidFill>
                <a:latin typeface="Arial"/>
                <a:cs typeface="Arial"/>
              </a:rPr>
              <a:t> fact(int n)</a:t>
            </a:r>
            <a:endParaRPr lang="en-US" sz="2000" dirty="0">
              <a:solidFill>
                <a:srgbClr val="FF0000"/>
              </a:solidFill>
              <a:latin typeface="Arial"/>
              <a:cs typeface="Arial"/>
            </a:endParaRPr>
          </a:p>
          <a:p>
            <a:pPr marL="12700" indent="-320040" defTabSz="914400">
              <a:spcBef>
                <a:spcPts val="1190"/>
              </a:spcBef>
              <a:buClr>
                <a:schemeClr val="accent1"/>
              </a:buClr>
              <a:buSzPct val="80000"/>
              <a:defRPr/>
            </a:pPr>
            <a:r>
              <a:rPr lang="en-US" sz="2000" dirty="0">
                <a:latin typeface="Arial"/>
                <a:cs typeface="Arial"/>
              </a:rPr>
              <a:t>{</a:t>
            </a:r>
          </a:p>
          <a:p>
            <a:pPr marL="12700" indent="-320040" defTabSz="914400">
              <a:spcBef>
                <a:spcPts val="1190"/>
              </a:spcBef>
              <a:buClr>
                <a:schemeClr val="accent1"/>
              </a:buClr>
              <a:buSzPct val="80000"/>
              <a:defRPr/>
            </a:pPr>
            <a:r>
              <a:rPr lang="en-US" sz="2000" spc="5" dirty="0">
                <a:latin typeface="Arial"/>
                <a:cs typeface="Arial"/>
              </a:rPr>
              <a:t>if(n==1)    </a:t>
            </a:r>
            <a:r>
              <a:rPr lang="en-US" sz="2000" spc="5" dirty="0">
                <a:solidFill>
                  <a:srgbClr val="FF0000"/>
                </a:solidFill>
                <a:latin typeface="Arial"/>
                <a:cs typeface="Arial"/>
              </a:rPr>
              <a:t>// base case</a:t>
            </a:r>
            <a:endParaRPr lang="en-US" sz="2000" dirty="0">
              <a:solidFill>
                <a:srgbClr val="FF0000"/>
              </a:solidFill>
              <a:latin typeface="Arial"/>
              <a:cs typeface="Arial"/>
            </a:endParaRPr>
          </a:p>
          <a:p>
            <a:pPr marL="12700" indent="-320040" defTabSz="914400">
              <a:spcBef>
                <a:spcPts val="1190"/>
              </a:spcBef>
              <a:buClr>
                <a:schemeClr val="accent1"/>
              </a:buClr>
              <a:buSzPct val="80000"/>
              <a:defRPr/>
            </a:pPr>
            <a:r>
              <a:rPr lang="en-US" sz="2000" dirty="0">
                <a:latin typeface="Arial"/>
                <a:cs typeface="Arial"/>
              </a:rPr>
              <a:t>{</a:t>
            </a:r>
          </a:p>
          <a:p>
            <a:pPr marL="12700" indent="-320040" defTabSz="914400">
              <a:spcBef>
                <a:spcPts val="1190"/>
              </a:spcBef>
              <a:buClr>
                <a:schemeClr val="accent1"/>
              </a:buClr>
              <a:buSzPct val="80000"/>
              <a:defRPr/>
            </a:pPr>
            <a:r>
              <a:rPr lang="en-US" sz="2000" spc="5" dirty="0">
                <a:latin typeface="Arial"/>
                <a:cs typeface="Arial"/>
              </a:rPr>
              <a:t>return 1;</a:t>
            </a:r>
            <a:endParaRPr lang="en-US" sz="2000" dirty="0">
              <a:latin typeface="Arial"/>
              <a:cs typeface="Arial"/>
            </a:endParaRPr>
          </a:p>
          <a:p>
            <a:pPr marL="12700" indent="-320040" defTabSz="914400">
              <a:spcBef>
                <a:spcPts val="1190"/>
              </a:spcBef>
              <a:buClr>
                <a:schemeClr val="accent1"/>
              </a:buClr>
              <a:buSzPct val="80000"/>
              <a:defRPr/>
            </a:pPr>
            <a:r>
              <a:rPr lang="en-US" sz="2000" dirty="0">
                <a:latin typeface="Arial"/>
                <a:cs typeface="Arial"/>
              </a:rPr>
              <a:t>}</a:t>
            </a:r>
          </a:p>
        </p:txBody>
      </p:sp>
      <p:sp>
        <p:nvSpPr>
          <p:cNvPr id="5" name="TextBox 4"/>
          <p:cNvSpPr txBox="1"/>
          <p:nvPr/>
        </p:nvSpPr>
        <p:spPr>
          <a:xfrm>
            <a:off x="7775910" y="4026456"/>
            <a:ext cx="3810000" cy="2831544"/>
          </a:xfrm>
          <a:prstGeom prst="rect">
            <a:avLst/>
          </a:prstGeom>
          <a:noFill/>
        </p:spPr>
        <p:txBody>
          <a:bodyPr wrap="square" rtlCol="0">
            <a:spAutoFit/>
          </a:bodyPr>
          <a:lstStyle/>
          <a:p>
            <a:pPr marL="12700">
              <a:spcBef>
                <a:spcPts val="1190"/>
              </a:spcBef>
            </a:pPr>
            <a:r>
              <a:rPr lang="en-US" sz="2000" spc="5" dirty="0">
                <a:latin typeface="Arial"/>
                <a:cs typeface="Arial"/>
              </a:rPr>
              <a:t>else</a:t>
            </a:r>
            <a:endParaRPr lang="en-US" sz="2000" dirty="0">
              <a:latin typeface="Arial"/>
              <a:cs typeface="Arial"/>
            </a:endParaRPr>
          </a:p>
          <a:p>
            <a:pPr marL="12700">
              <a:spcBef>
                <a:spcPts val="1190"/>
              </a:spcBef>
            </a:pPr>
            <a:r>
              <a:rPr lang="en-US" sz="2000" dirty="0">
                <a:latin typeface="Arial"/>
                <a:cs typeface="Arial"/>
              </a:rPr>
              <a:t>{</a:t>
            </a:r>
          </a:p>
          <a:p>
            <a:pPr marL="12700">
              <a:spcBef>
                <a:spcPts val="1190"/>
              </a:spcBef>
            </a:pPr>
            <a:r>
              <a:rPr lang="en-US" sz="2000" spc="5" dirty="0">
                <a:latin typeface="Arial"/>
                <a:cs typeface="Arial"/>
              </a:rPr>
              <a:t>return( </a:t>
            </a:r>
            <a:r>
              <a:rPr lang="en-US" sz="2000" spc="5" dirty="0">
                <a:solidFill>
                  <a:srgbClr val="FF0000"/>
                </a:solidFill>
                <a:latin typeface="Arial"/>
                <a:cs typeface="Arial"/>
              </a:rPr>
              <a:t>n</a:t>
            </a:r>
            <a:r>
              <a:rPr lang="en-US" sz="2000" spc="5" dirty="0">
                <a:latin typeface="Arial"/>
                <a:cs typeface="Arial"/>
              </a:rPr>
              <a:t> * </a:t>
            </a:r>
            <a:r>
              <a:rPr lang="en-US" sz="2000" spc="5" dirty="0">
                <a:solidFill>
                  <a:srgbClr val="FF0000"/>
                </a:solidFill>
                <a:latin typeface="Arial"/>
                <a:cs typeface="Arial"/>
              </a:rPr>
              <a:t>fact(n-1)</a:t>
            </a:r>
            <a:r>
              <a:rPr lang="en-US" sz="2000" spc="5" dirty="0">
                <a:latin typeface="Arial"/>
                <a:cs typeface="Arial"/>
              </a:rPr>
              <a:t> ); </a:t>
            </a:r>
          </a:p>
          <a:p>
            <a:pPr marL="12700">
              <a:spcBef>
                <a:spcPts val="1190"/>
              </a:spcBef>
            </a:pPr>
            <a:r>
              <a:rPr lang="en-US" sz="2000" spc="5" dirty="0">
                <a:latin typeface="Arial"/>
                <a:cs typeface="Arial"/>
              </a:rPr>
              <a:t> </a:t>
            </a:r>
            <a:r>
              <a:rPr lang="en-US" sz="2000" spc="5" dirty="0">
                <a:solidFill>
                  <a:srgbClr val="FF0000"/>
                </a:solidFill>
                <a:latin typeface="Arial"/>
                <a:cs typeface="Arial"/>
              </a:rPr>
              <a:t>// recursive case</a:t>
            </a:r>
            <a:endParaRPr lang="en-US" sz="2000" dirty="0">
              <a:solidFill>
                <a:srgbClr val="FF0000"/>
              </a:solidFill>
              <a:latin typeface="Arial"/>
              <a:cs typeface="Arial"/>
            </a:endParaRPr>
          </a:p>
          <a:p>
            <a:pPr marL="12700">
              <a:spcBef>
                <a:spcPts val="1190"/>
              </a:spcBef>
            </a:pPr>
            <a:r>
              <a:rPr lang="en-US" sz="2000" dirty="0">
                <a:latin typeface="Arial"/>
                <a:cs typeface="Arial"/>
              </a:rPr>
              <a:t>}</a:t>
            </a:r>
          </a:p>
          <a:p>
            <a:pPr>
              <a:buNone/>
            </a:pPr>
            <a:r>
              <a:rPr lang="en-US" sz="2000" dirty="0">
                <a:latin typeface="Arial"/>
                <a:cs typeface="Arial"/>
              </a:rPr>
              <a:t>}</a:t>
            </a:r>
            <a:endParaRPr lang="en-US" sz="2000" dirty="0"/>
          </a:p>
          <a:p>
            <a:endParaRPr lang="en-US" dirty="0"/>
          </a:p>
        </p:txBody>
      </p:sp>
      <p:sp>
        <p:nvSpPr>
          <p:cNvPr id="6" name="Date Placeholder 5"/>
          <p:cNvSpPr>
            <a:spLocks noGrp="1"/>
          </p:cNvSpPr>
          <p:nvPr>
            <p:ph type="dt" sz="half" idx="10"/>
          </p:nvPr>
        </p:nvSpPr>
        <p:spPr/>
        <p:txBody>
          <a:bodyPr/>
          <a:lstStyle/>
          <a:p>
            <a:fld id="{241F0A84-05A5-4C98-B818-45F356CE14CE}" type="datetime1">
              <a:rPr lang="en-US" smtClean="0"/>
              <a:pPr/>
              <a:t>9/30/2024</a:t>
            </a:fld>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17</a:t>
            </a:fld>
            <a:endParaRPr lang="en-US" dirty="0"/>
          </a:p>
        </p:txBody>
      </p:sp>
      <p:sp>
        <p:nvSpPr>
          <p:cNvPr id="8" name="Footer Placeholder 7"/>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2398107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 frame: factorial function</a:t>
            </a:r>
          </a:p>
        </p:txBody>
      </p:sp>
      <p:pic>
        <p:nvPicPr>
          <p:cNvPr id="1026" name="Picture 2"/>
          <p:cNvPicPr>
            <a:picLocks noGrp="1" noChangeAspect="1" noChangeArrowheads="1"/>
          </p:cNvPicPr>
          <p:nvPr>
            <p:ph idx="1"/>
          </p:nvPr>
        </p:nvPicPr>
        <p:blipFill>
          <a:blip r:embed="rId2">
            <a:duotone>
              <a:schemeClr val="bg2">
                <a:shade val="45000"/>
                <a:satMod val="135000"/>
              </a:schemeClr>
              <a:prstClr val="white"/>
            </a:duotone>
            <a:lum bright="100000" contrast="-30000"/>
          </a:blip>
          <a:srcRect/>
          <a:stretch>
            <a:fillRect/>
          </a:stretch>
        </p:blipFill>
        <p:spPr bwMode="auto">
          <a:xfrm>
            <a:off x="3024188" y="2106612"/>
            <a:ext cx="6143625" cy="3962400"/>
          </a:xfrm>
          <a:prstGeom prst="rect">
            <a:avLst/>
          </a:prstGeom>
          <a:noFill/>
          <a:ln w="9525">
            <a:noFill/>
            <a:miter lim="800000"/>
            <a:headEnd/>
            <a:tailEnd/>
          </a:ln>
          <a:effectLst/>
        </p:spPr>
      </p:pic>
      <p:graphicFrame>
        <p:nvGraphicFramePr>
          <p:cNvPr id="5" name="object 5"/>
          <p:cNvGraphicFramePr>
            <a:graphicFrameLocks noGrp="1"/>
          </p:cNvGraphicFramePr>
          <p:nvPr/>
        </p:nvGraphicFramePr>
        <p:xfrm>
          <a:off x="2971801" y="2133601"/>
          <a:ext cx="5552553" cy="3829403"/>
        </p:xfrm>
        <a:graphic>
          <a:graphicData uri="http://schemas.openxmlformats.org/drawingml/2006/table">
            <a:tbl>
              <a:tblPr firstRow="1" bandRow="1">
                <a:tableStyleId>{2D5ABB26-0587-4C30-8999-92F81FD0307C}</a:tableStyleId>
              </a:tblPr>
              <a:tblGrid>
                <a:gridCol w="1309319">
                  <a:extLst>
                    <a:ext uri="{9D8B030D-6E8A-4147-A177-3AD203B41FA5}">
                      <a16:colId xmlns:a16="http://schemas.microsoft.com/office/drawing/2014/main" val="20000"/>
                    </a:ext>
                  </a:extLst>
                </a:gridCol>
                <a:gridCol w="2330634">
                  <a:extLst>
                    <a:ext uri="{9D8B030D-6E8A-4147-A177-3AD203B41FA5}">
                      <a16:colId xmlns:a16="http://schemas.microsoft.com/office/drawing/2014/main" val="20001"/>
                    </a:ext>
                  </a:extLst>
                </a:gridCol>
                <a:gridCol w="1912600">
                  <a:extLst>
                    <a:ext uri="{9D8B030D-6E8A-4147-A177-3AD203B41FA5}">
                      <a16:colId xmlns:a16="http://schemas.microsoft.com/office/drawing/2014/main" val="20002"/>
                    </a:ext>
                  </a:extLst>
                </a:gridCol>
              </a:tblGrid>
              <a:tr h="1538560">
                <a:tc>
                  <a:txBody>
                    <a:bodyPr/>
                    <a:lstStyle/>
                    <a:p>
                      <a:pPr marL="22225">
                        <a:lnSpc>
                          <a:spcPct val="100000"/>
                        </a:lnSpc>
                        <a:spcBef>
                          <a:spcPts val="120"/>
                        </a:spcBef>
                      </a:pPr>
                      <a:r>
                        <a:rPr sz="2000" dirty="0">
                          <a:solidFill>
                            <a:schemeClr val="tx1"/>
                          </a:solidFill>
                          <a:latin typeface="Arial"/>
                          <a:cs typeface="Arial"/>
                        </a:rPr>
                        <a:t>n</a:t>
                      </a:r>
                      <a:r>
                        <a:rPr sz="2000" spc="-5" dirty="0">
                          <a:solidFill>
                            <a:schemeClr val="tx1"/>
                          </a:solidFill>
                          <a:latin typeface="Arial"/>
                          <a:cs typeface="Arial"/>
                        </a:rPr>
                        <a:t> </a:t>
                      </a:r>
                      <a:r>
                        <a:rPr sz="2000" dirty="0">
                          <a:solidFill>
                            <a:schemeClr val="tx1"/>
                          </a:solidFill>
                          <a:latin typeface="Arial"/>
                          <a:cs typeface="Arial"/>
                        </a:rPr>
                        <a:t>=</a:t>
                      </a:r>
                      <a:r>
                        <a:rPr sz="2000" spc="-5" dirty="0">
                          <a:solidFill>
                            <a:schemeClr val="tx1"/>
                          </a:solidFill>
                          <a:latin typeface="Arial"/>
                          <a:cs typeface="Arial"/>
                        </a:rPr>
                        <a:t> </a:t>
                      </a:r>
                      <a:r>
                        <a:rPr sz="2000" dirty="0">
                          <a:solidFill>
                            <a:schemeClr val="tx1"/>
                          </a:solidFill>
                          <a:latin typeface="Arial"/>
                          <a:cs typeface="Arial"/>
                        </a:rPr>
                        <a:t>1</a:t>
                      </a:r>
                      <a:endParaRPr sz="2000">
                        <a:solidFill>
                          <a:schemeClr val="tx1"/>
                        </a:solidFill>
                        <a:latin typeface="Arial"/>
                        <a:cs typeface="Arial"/>
                      </a:endParaRPr>
                    </a:p>
                    <a:p>
                      <a:pPr>
                        <a:lnSpc>
                          <a:spcPct val="100000"/>
                        </a:lnSpc>
                      </a:pPr>
                      <a:endParaRPr sz="2000">
                        <a:solidFill>
                          <a:schemeClr val="tx1"/>
                        </a:solidFill>
                        <a:latin typeface="Times New Roman"/>
                        <a:cs typeface="Times New Roman"/>
                      </a:endParaRPr>
                    </a:p>
                    <a:p>
                      <a:pPr>
                        <a:lnSpc>
                          <a:spcPct val="100000"/>
                        </a:lnSpc>
                        <a:spcBef>
                          <a:spcPts val="18"/>
                        </a:spcBef>
                      </a:pPr>
                      <a:endParaRPr sz="2250">
                        <a:solidFill>
                          <a:schemeClr val="tx1"/>
                        </a:solidFill>
                        <a:latin typeface="Times New Roman"/>
                        <a:cs typeface="Times New Roman"/>
                      </a:endParaRPr>
                    </a:p>
                    <a:p>
                      <a:pPr marL="22225">
                        <a:lnSpc>
                          <a:spcPct val="100000"/>
                        </a:lnSpc>
                      </a:pPr>
                      <a:r>
                        <a:rPr sz="2000" dirty="0">
                          <a:solidFill>
                            <a:schemeClr val="tx1"/>
                          </a:solidFill>
                          <a:latin typeface="Arial"/>
                          <a:cs typeface="Arial"/>
                        </a:rPr>
                        <a:t>n</a:t>
                      </a:r>
                      <a:r>
                        <a:rPr sz="2000" spc="-5" dirty="0">
                          <a:solidFill>
                            <a:schemeClr val="tx1"/>
                          </a:solidFill>
                          <a:latin typeface="Arial"/>
                          <a:cs typeface="Arial"/>
                        </a:rPr>
                        <a:t> </a:t>
                      </a:r>
                      <a:r>
                        <a:rPr sz="2000" dirty="0">
                          <a:solidFill>
                            <a:schemeClr val="tx1"/>
                          </a:solidFill>
                          <a:latin typeface="Arial"/>
                          <a:cs typeface="Arial"/>
                        </a:rPr>
                        <a:t>=</a:t>
                      </a:r>
                      <a:r>
                        <a:rPr sz="2000" spc="-5" dirty="0">
                          <a:solidFill>
                            <a:schemeClr val="tx1"/>
                          </a:solidFill>
                          <a:latin typeface="Arial"/>
                          <a:cs typeface="Arial"/>
                        </a:rPr>
                        <a:t> </a:t>
                      </a:r>
                      <a:r>
                        <a:rPr sz="2000" dirty="0">
                          <a:solidFill>
                            <a:schemeClr val="tx1"/>
                          </a:solidFill>
                          <a:latin typeface="Arial"/>
                          <a:cs typeface="Arial"/>
                        </a:rPr>
                        <a:t>2</a:t>
                      </a:r>
                      <a:endParaRPr sz="2000">
                        <a:solidFill>
                          <a:schemeClr val="tx1"/>
                        </a:solidFill>
                        <a:latin typeface="Arial"/>
                        <a:cs typeface="Arial"/>
                      </a:endParaRPr>
                    </a:p>
                  </a:txBody>
                  <a:tcPr marL="0" marR="0" marT="0" marB="0"/>
                </a:tc>
                <a:tc>
                  <a:txBody>
                    <a:bodyPr/>
                    <a:lstStyle/>
                    <a:p>
                      <a:pPr marL="201930" algn="ctr">
                        <a:lnSpc>
                          <a:spcPct val="100000"/>
                        </a:lnSpc>
                        <a:spcBef>
                          <a:spcPts val="120"/>
                        </a:spcBef>
                      </a:pPr>
                      <a:r>
                        <a:rPr sz="2000" dirty="0">
                          <a:solidFill>
                            <a:schemeClr val="tx1"/>
                          </a:solidFill>
                          <a:latin typeface="Arial"/>
                          <a:cs typeface="Arial"/>
                        </a:rPr>
                        <a:t>1</a:t>
                      </a:r>
                      <a:endParaRPr sz="2000">
                        <a:solidFill>
                          <a:schemeClr val="tx1"/>
                        </a:solidFill>
                        <a:latin typeface="Arial"/>
                        <a:cs typeface="Arial"/>
                      </a:endParaRPr>
                    </a:p>
                    <a:p>
                      <a:pPr>
                        <a:lnSpc>
                          <a:spcPct val="100000"/>
                        </a:lnSpc>
                      </a:pPr>
                      <a:endParaRPr sz="2000">
                        <a:solidFill>
                          <a:schemeClr val="tx1"/>
                        </a:solidFill>
                        <a:latin typeface="Times New Roman"/>
                        <a:cs typeface="Times New Roman"/>
                      </a:endParaRPr>
                    </a:p>
                    <a:p>
                      <a:pPr marL="200660" algn="ctr">
                        <a:lnSpc>
                          <a:spcPct val="100000"/>
                        </a:lnSpc>
                        <a:spcBef>
                          <a:spcPts val="1455"/>
                        </a:spcBef>
                      </a:pPr>
                      <a:r>
                        <a:rPr sz="2000" dirty="0">
                          <a:solidFill>
                            <a:schemeClr val="tx1"/>
                          </a:solidFill>
                          <a:latin typeface="Arial"/>
                          <a:cs typeface="Arial"/>
                        </a:rPr>
                        <a:t>2</a:t>
                      </a:r>
                      <a:r>
                        <a:rPr sz="2000" spc="-5" dirty="0">
                          <a:solidFill>
                            <a:schemeClr val="tx1"/>
                          </a:solidFill>
                          <a:latin typeface="Arial"/>
                          <a:cs typeface="Arial"/>
                        </a:rPr>
                        <a:t> </a:t>
                      </a:r>
                      <a:r>
                        <a:rPr sz="2000" dirty="0">
                          <a:solidFill>
                            <a:schemeClr val="tx1"/>
                          </a:solidFill>
                          <a:latin typeface="Arial"/>
                          <a:cs typeface="Arial"/>
                        </a:rPr>
                        <a:t>*</a:t>
                      </a:r>
                      <a:r>
                        <a:rPr sz="2000" spc="-5" dirty="0">
                          <a:solidFill>
                            <a:schemeClr val="tx1"/>
                          </a:solidFill>
                          <a:latin typeface="Arial"/>
                          <a:cs typeface="Arial"/>
                        </a:rPr>
                        <a:t> </a:t>
                      </a:r>
                      <a:r>
                        <a:rPr sz="2000" dirty="0">
                          <a:solidFill>
                            <a:schemeClr val="tx1"/>
                          </a:solidFill>
                          <a:latin typeface="Arial"/>
                          <a:cs typeface="Arial"/>
                        </a:rPr>
                        <a:t>fact(1)</a:t>
                      </a:r>
                      <a:endParaRPr sz="2000">
                        <a:solidFill>
                          <a:schemeClr val="tx1"/>
                        </a:solidFill>
                        <a:latin typeface="Arial"/>
                        <a:cs typeface="Arial"/>
                      </a:endParaRPr>
                    </a:p>
                  </a:txBody>
                  <a:tcPr marL="0" marR="0" marT="0" marB="0"/>
                </a:tc>
                <a:tc>
                  <a:txBody>
                    <a:bodyPr/>
                    <a:lstStyle/>
                    <a:p>
                      <a:pPr>
                        <a:lnSpc>
                          <a:spcPct val="100000"/>
                        </a:lnSpc>
                      </a:pPr>
                      <a:endParaRPr sz="2000">
                        <a:solidFill>
                          <a:schemeClr val="tx1"/>
                        </a:solidFill>
                        <a:latin typeface="Times New Roman"/>
                        <a:cs typeface="Times New Roman"/>
                      </a:endParaRPr>
                    </a:p>
                    <a:p>
                      <a:pPr>
                        <a:lnSpc>
                          <a:spcPct val="100000"/>
                        </a:lnSpc>
                      </a:pPr>
                      <a:endParaRPr sz="2000">
                        <a:solidFill>
                          <a:schemeClr val="tx1"/>
                        </a:solidFill>
                        <a:latin typeface="Times New Roman"/>
                        <a:cs typeface="Times New Roman"/>
                      </a:endParaRPr>
                    </a:p>
                    <a:p>
                      <a:pPr>
                        <a:lnSpc>
                          <a:spcPct val="100000"/>
                        </a:lnSpc>
                        <a:spcBef>
                          <a:spcPts val="9"/>
                        </a:spcBef>
                      </a:pPr>
                      <a:endParaRPr sz="2450">
                        <a:solidFill>
                          <a:schemeClr val="tx1"/>
                        </a:solidFill>
                        <a:latin typeface="Times New Roman"/>
                        <a:cs typeface="Times New Roman"/>
                      </a:endParaRPr>
                    </a:p>
                    <a:p>
                      <a:pPr marL="492125" algn="ctr">
                        <a:lnSpc>
                          <a:spcPct val="100000"/>
                        </a:lnSpc>
                      </a:pPr>
                      <a:r>
                        <a:rPr sz="2000" dirty="0">
                          <a:solidFill>
                            <a:schemeClr val="tx1"/>
                          </a:solidFill>
                          <a:latin typeface="Arial"/>
                          <a:cs typeface="Arial"/>
                        </a:rPr>
                        <a:t>2</a:t>
                      </a:r>
                      <a:r>
                        <a:rPr sz="2000" spc="-5" dirty="0">
                          <a:solidFill>
                            <a:schemeClr val="tx1"/>
                          </a:solidFill>
                          <a:latin typeface="Arial"/>
                          <a:cs typeface="Arial"/>
                        </a:rPr>
                        <a:t> </a:t>
                      </a:r>
                      <a:r>
                        <a:rPr sz="2000" dirty="0">
                          <a:solidFill>
                            <a:schemeClr val="tx1"/>
                          </a:solidFill>
                          <a:latin typeface="Arial"/>
                          <a:cs typeface="Arial"/>
                        </a:rPr>
                        <a:t>*</a:t>
                      </a:r>
                      <a:r>
                        <a:rPr sz="2000" spc="-5" dirty="0">
                          <a:solidFill>
                            <a:schemeClr val="tx1"/>
                          </a:solidFill>
                          <a:latin typeface="Arial"/>
                          <a:cs typeface="Arial"/>
                        </a:rPr>
                        <a:t> </a:t>
                      </a:r>
                      <a:r>
                        <a:rPr sz="2000" dirty="0">
                          <a:solidFill>
                            <a:schemeClr val="tx1"/>
                          </a:solidFill>
                          <a:latin typeface="Arial"/>
                          <a:cs typeface="Arial"/>
                        </a:rPr>
                        <a:t>1</a:t>
                      </a:r>
                      <a:r>
                        <a:rPr sz="2000" spc="-5" dirty="0">
                          <a:solidFill>
                            <a:schemeClr val="tx1"/>
                          </a:solidFill>
                          <a:latin typeface="Arial"/>
                          <a:cs typeface="Arial"/>
                        </a:rPr>
                        <a:t> </a:t>
                      </a:r>
                      <a:r>
                        <a:rPr sz="2000" dirty="0">
                          <a:solidFill>
                            <a:schemeClr val="tx1"/>
                          </a:solidFill>
                          <a:latin typeface="Arial"/>
                          <a:cs typeface="Arial"/>
                        </a:rPr>
                        <a:t>=</a:t>
                      </a:r>
                      <a:r>
                        <a:rPr sz="2000" spc="-5" dirty="0">
                          <a:solidFill>
                            <a:schemeClr val="tx1"/>
                          </a:solidFill>
                          <a:latin typeface="Arial"/>
                          <a:cs typeface="Arial"/>
                        </a:rPr>
                        <a:t> </a:t>
                      </a:r>
                      <a:r>
                        <a:rPr sz="2000" dirty="0">
                          <a:solidFill>
                            <a:schemeClr val="tx1"/>
                          </a:solidFill>
                          <a:latin typeface="Arial"/>
                          <a:cs typeface="Arial"/>
                        </a:rPr>
                        <a:t>2</a:t>
                      </a:r>
                      <a:endParaRPr sz="2000">
                        <a:solidFill>
                          <a:schemeClr val="tx1"/>
                        </a:solidFill>
                        <a:latin typeface="Arial"/>
                        <a:cs typeface="Arial"/>
                      </a:endParaRPr>
                    </a:p>
                  </a:txBody>
                  <a:tcPr marL="0" marR="0" marT="0" marB="0"/>
                </a:tc>
                <a:extLst>
                  <a:ext uri="{0D108BD9-81ED-4DB2-BD59-A6C34878D82A}">
                    <a16:rowId xmlns:a16="http://schemas.microsoft.com/office/drawing/2014/main" val="10000"/>
                  </a:ext>
                </a:extLst>
              </a:tr>
              <a:tr h="840492">
                <a:tc>
                  <a:txBody>
                    <a:bodyPr/>
                    <a:lstStyle/>
                    <a:p>
                      <a:pPr>
                        <a:lnSpc>
                          <a:spcPct val="100000"/>
                        </a:lnSpc>
                        <a:spcBef>
                          <a:spcPts val="32"/>
                        </a:spcBef>
                      </a:pPr>
                      <a:endParaRPr sz="1650">
                        <a:solidFill>
                          <a:schemeClr val="tx1"/>
                        </a:solidFill>
                        <a:latin typeface="Times New Roman"/>
                        <a:cs typeface="Times New Roman"/>
                      </a:endParaRPr>
                    </a:p>
                    <a:p>
                      <a:pPr marL="22225">
                        <a:lnSpc>
                          <a:spcPct val="100000"/>
                        </a:lnSpc>
                      </a:pPr>
                      <a:r>
                        <a:rPr sz="2000" dirty="0">
                          <a:solidFill>
                            <a:schemeClr val="tx1"/>
                          </a:solidFill>
                          <a:latin typeface="Arial"/>
                          <a:cs typeface="Arial"/>
                        </a:rPr>
                        <a:t>n</a:t>
                      </a:r>
                      <a:r>
                        <a:rPr sz="2000" spc="-5" dirty="0">
                          <a:solidFill>
                            <a:schemeClr val="tx1"/>
                          </a:solidFill>
                          <a:latin typeface="Arial"/>
                          <a:cs typeface="Arial"/>
                        </a:rPr>
                        <a:t> </a:t>
                      </a:r>
                      <a:r>
                        <a:rPr sz="2000" dirty="0">
                          <a:solidFill>
                            <a:schemeClr val="tx1"/>
                          </a:solidFill>
                          <a:latin typeface="Arial"/>
                          <a:cs typeface="Arial"/>
                        </a:rPr>
                        <a:t>=</a:t>
                      </a:r>
                      <a:r>
                        <a:rPr sz="2000" spc="-5" dirty="0">
                          <a:solidFill>
                            <a:schemeClr val="tx1"/>
                          </a:solidFill>
                          <a:latin typeface="Arial"/>
                          <a:cs typeface="Arial"/>
                        </a:rPr>
                        <a:t> </a:t>
                      </a:r>
                      <a:r>
                        <a:rPr sz="2000" dirty="0">
                          <a:solidFill>
                            <a:schemeClr val="tx1"/>
                          </a:solidFill>
                          <a:latin typeface="Arial"/>
                          <a:cs typeface="Arial"/>
                        </a:rPr>
                        <a:t>3</a:t>
                      </a:r>
                      <a:endParaRPr sz="2000">
                        <a:solidFill>
                          <a:schemeClr val="tx1"/>
                        </a:solidFill>
                        <a:latin typeface="Arial"/>
                        <a:cs typeface="Arial"/>
                      </a:endParaRPr>
                    </a:p>
                  </a:txBody>
                  <a:tcPr marL="0" marR="0" marT="0" marB="0"/>
                </a:tc>
                <a:tc>
                  <a:txBody>
                    <a:bodyPr/>
                    <a:lstStyle/>
                    <a:p>
                      <a:pPr marR="506730" algn="r">
                        <a:lnSpc>
                          <a:spcPct val="100000"/>
                        </a:lnSpc>
                        <a:spcBef>
                          <a:spcPts val="780"/>
                        </a:spcBef>
                      </a:pPr>
                      <a:r>
                        <a:rPr sz="2000" dirty="0">
                          <a:solidFill>
                            <a:schemeClr val="tx1"/>
                          </a:solidFill>
                          <a:latin typeface="Arial"/>
                          <a:cs typeface="Arial"/>
                        </a:rPr>
                        <a:t>3</a:t>
                      </a:r>
                      <a:r>
                        <a:rPr sz="2000" spc="-5" dirty="0">
                          <a:solidFill>
                            <a:schemeClr val="tx1"/>
                          </a:solidFill>
                          <a:latin typeface="Arial"/>
                          <a:cs typeface="Arial"/>
                        </a:rPr>
                        <a:t> </a:t>
                      </a:r>
                      <a:r>
                        <a:rPr sz="2000" dirty="0">
                          <a:solidFill>
                            <a:schemeClr val="tx1"/>
                          </a:solidFill>
                          <a:latin typeface="Arial"/>
                          <a:cs typeface="Arial"/>
                        </a:rPr>
                        <a:t>*</a:t>
                      </a:r>
                      <a:r>
                        <a:rPr sz="2000" spc="-5" dirty="0">
                          <a:solidFill>
                            <a:schemeClr val="tx1"/>
                          </a:solidFill>
                          <a:latin typeface="Arial"/>
                          <a:cs typeface="Arial"/>
                        </a:rPr>
                        <a:t> </a:t>
                      </a:r>
                      <a:r>
                        <a:rPr sz="2000" dirty="0">
                          <a:solidFill>
                            <a:schemeClr val="tx1"/>
                          </a:solidFill>
                          <a:latin typeface="Arial"/>
                          <a:cs typeface="Arial"/>
                        </a:rPr>
                        <a:t>fact(2)</a:t>
                      </a:r>
                      <a:endParaRPr sz="2000">
                        <a:solidFill>
                          <a:schemeClr val="tx1"/>
                        </a:solidFill>
                        <a:latin typeface="Arial"/>
                        <a:cs typeface="Arial"/>
                      </a:endParaRPr>
                    </a:p>
                  </a:txBody>
                  <a:tcPr marL="0" marR="0" marT="0" marB="0"/>
                </a:tc>
                <a:tc>
                  <a:txBody>
                    <a:bodyPr/>
                    <a:lstStyle/>
                    <a:p>
                      <a:pPr>
                        <a:lnSpc>
                          <a:spcPct val="100000"/>
                        </a:lnSpc>
                        <a:spcBef>
                          <a:spcPts val="32"/>
                        </a:spcBef>
                      </a:pPr>
                      <a:endParaRPr sz="1650">
                        <a:solidFill>
                          <a:schemeClr val="tx1"/>
                        </a:solidFill>
                        <a:latin typeface="Times New Roman"/>
                        <a:cs typeface="Times New Roman"/>
                      </a:endParaRPr>
                    </a:p>
                    <a:p>
                      <a:pPr marL="492125" algn="ctr">
                        <a:lnSpc>
                          <a:spcPct val="100000"/>
                        </a:lnSpc>
                      </a:pPr>
                      <a:r>
                        <a:rPr sz="2000" dirty="0">
                          <a:solidFill>
                            <a:schemeClr val="tx1"/>
                          </a:solidFill>
                          <a:latin typeface="Arial"/>
                          <a:cs typeface="Arial"/>
                        </a:rPr>
                        <a:t>3</a:t>
                      </a:r>
                      <a:r>
                        <a:rPr sz="2000" spc="-5" dirty="0">
                          <a:solidFill>
                            <a:schemeClr val="tx1"/>
                          </a:solidFill>
                          <a:latin typeface="Arial"/>
                          <a:cs typeface="Arial"/>
                        </a:rPr>
                        <a:t> </a:t>
                      </a:r>
                      <a:r>
                        <a:rPr sz="2000" dirty="0">
                          <a:solidFill>
                            <a:schemeClr val="tx1"/>
                          </a:solidFill>
                          <a:latin typeface="Arial"/>
                          <a:cs typeface="Arial"/>
                        </a:rPr>
                        <a:t>*</a:t>
                      </a:r>
                      <a:r>
                        <a:rPr sz="2000" spc="-5" dirty="0">
                          <a:solidFill>
                            <a:schemeClr val="tx1"/>
                          </a:solidFill>
                          <a:latin typeface="Arial"/>
                          <a:cs typeface="Arial"/>
                        </a:rPr>
                        <a:t> </a:t>
                      </a:r>
                      <a:r>
                        <a:rPr sz="2000" dirty="0">
                          <a:solidFill>
                            <a:schemeClr val="tx1"/>
                          </a:solidFill>
                          <a:latin typeface="Arial"/>
                          <a:cs typeface="Arial"/>
                        </a:rPr>
                        <a:t>2</a:t>
                      </a:r>
                      <a:r>
                        <a:rPr sz="2000" spc="-5" dirty="0">
                          <a:solidFill>
                            <a:schemeClr val="tx1"/>
                          </a:solidFill>
                          <a:latin typeface="Arial"/>
                          <a:cs typeface="Arial"/>
                        </a:rPr>
                        <a:t> </a:t>
                      </a:r>
                      <a:r>
                        <a:rPr sz="2000" dirty="0">
                          <a:solidFill>
                            <a:schemeClr val="tx1"/>
                          </a:solidFill>
                          <a:latin typeface="Arial"/>
                          <a:cs typeface="Arial"/>
                        </a:rPr>
                        <a:t>=</a:t>
                      </a:r>
                      <a:r>
                        <a:rPr sz="2000" spc="-5" dirty="0">
                          <a:solidFill>
                            <a:schemeClr val="tx1"/>
                          </a:solidFill>
                          <a:latin typeface="Arial"/>
                          <a:cs typeface="Arial"/>
                        </a:rPr>
                        <a:t> </a:t>
                      </a:r>
                      <a:r>
                        <a:rPr sz="2000" dirty="0">
                          <a:solidFill>
                            <a:schemeClr val="tx1"/>
                          </a:solidFill>
                          <a:latin typeface="Arial"/>
                          <a:cs typeface="Arial"/>
                        </a:rPr>
                        <a:t>6</a:t>
                      </a:r>
                      <a:endParaRPr sz="2000">
                        <a:solidFill>
                          <a:schemeClr val="tx1"/>
                        </a:solidFill>
                        <a:latin typeface="Arial"/>
                        <a:cs typeface="Arial"/>
                      </a:endParaRPr>
                    </a:p>
                  </a:txBody>
                  <a:tcPr marL="0" marR="0" marT="0" marB="0"/>
                </a:tc>
                <a:extLst>
                  <a:ext uri="{0D108BD9-81ED-4DB2-BD59-A6C34878D82A}">
                    <a16:rowId xmlns:a16="http://schemas.microsoft.com/office/drawing/2014/main" val="10001"/>
                  </a:ext>
                </a:extLst>
              </a:tr>
              <a:tr h="840047">
                <a:tc>
                  <a:txBody>
                    <a:bodyPr/>
                    <a:lstStyle/>
                    <a:p>
                      <a:pPr>
                        <a:lnSpc>
                          <a:spcPct val="100000"/>
                        </a:lnSpc>
                        <a:spcBef>
                          <a:spcPts val="32"/>
                        </a:spcBef>
                      </a:pPr>
                      <a:endParaRPr sz="1650">
                        <a:solidFill>
                          <a:schemeClr val="tx1"/>
                        </a:solidFill>
                        <a:latin typeface="Times New Roman"/>
                        <a:cs typeface="Times New Roman"/>
                      </a:endParaRPr>
                    </a:p>
                    <a:p>
                      <a:pPr marL="22225">
                        <a:lnSpc>
                          <a:spcPct val="100000"/>
                        </a:lnSpc>
                      </a:pPr>
                      <a:r>
                        <a:rPr sz="2000" dirty="0">
                          <a:solidFill>
                            <a:schemeClr val="tx1"/>
                          </a:solidFill>
                          <a:latin typeface="Arial"/>
                          <a:cs typeface="Arial"/>
                        </a:rPr>
                        <a:t>n</a:t>
                      </a:r>
                      <a:r>
                        <a:rPr sz="2000" spc="-5" dirty="0">
                          <a:solidFill>
                            <a:schemeClr val="tx1"/>
                          </a:solidFill>
                          <a:latin typeface="Arial"/>
                          <a:cs typeface="Arial"/>
                        </a:rPr>
                        <a:t> </a:t>
                      </a:r>
                      <a:r>
                        <a:rPr sz="2000" dirty="0">
                          <a:solidFill>
                            <a:schemeClr val="tx1"/>
                          </a:solidFill>
                          <a:latin typeface="Arial"/>
                          <a:cs typeface="Arial"/>
                        </a:rPr>
                        <a:t>=</a:t>
                      </a:r>
                      <a:r>
                        <a:rPr sz="2000" spc="-5" dirty="0">
                          <a:solidFill>
                            <a:schemeClr val="tx1"/>
                          </a:solidFill>
                          <a:latin typeface="Arial"/>
                          <a:cs typeface="Arial"/>
                        </a:rPr>
                        <a:t> </a:t>
                      </a:r>
                      <a:r>
                        <a:rPr sz="2000" dirty="0">
                          <a:solidFill>
                            <a:schemeClr val="tx1"/>
                          </a:solidFill>
                          <a:latin typeface="Arial"/>
                          <a:cs typeface="Arial"/>
                        </a:rPr>
                        <a:t>4</a:t>
                      </a:r>
                      <a:endParaRPr sz="2000">
                        <a:solidFill>
                          <a:schemeClr val="tx1"/>
                        </a:solidFill>
                        <a:latin typeface="Arial"/>
                        <a:cs typeface="Arial"/>
                      </a:endParaRPr>
                    </a:p>
                  </a:txBody>
                  <a:tcPr marL="0" marR="0" marT="0" marB="0"/>
                </a:tc>
                <a:tc>
                  <a:txBody>
                    <a:bodyPr/>
                    <a:lstStyle/>
                    <a:p>
                      <a:pPr marR="506730" algn="r">
                        <a:lnSpc>
                          <a:spcPct val="100000"/>
                        </a:lnSpc>
                        <a:spcBef>
                          <a:spcPts val="780"/>
                        </a:spcBef>
                      </a:pPr>
                      <a:r>
                        <a:rPr sz="2000" dirty="0">
                          <a:solidFill>
                            <a:schemeClr val="tx1"/>
                          </a:solidFill>
                          <a:latin typeface="Arial"/>
                          <a:cs typeface="Arial"/>
                        </a:rPr>
                        <a:t>4</a:t>
                      </a:r>
                      <a:r>
                        <a:rPr sz="2000" spc="-5" dirty="0">
                          <a:solidFill>
                            <a:schemeClr val="tx1"/>
                          </a:solidFill>
                          <a:latin typeface="Arial"/>
                          <a:cs typeface="Arial"/>
                        </a:rPr>
                        <a:t> </a:t>
                      </a:r>
                      <a:r>
                        <a:rPr sz="2000" dirty="0">
                          <a:solidFill>
                            <a:schemeClr val="tx1"/>
                          </a:solidFill>
                          <a:latin typeface="Arial"/>
                          <a:cs typeface="Arial"/>
                        </a:rPr>
                        <a:t>*</a:t>
                      </a:r>
                      <a:r>
                        <a:rPr sz="2000" spc="-5" dirty="0">
                          <a:solidFill>
                            <a:schemeClr val="tx1"/>
                          </a:solidFill>
                          <a:latin typeface="Arial"/>
                          <a:cs typeface="Arial"/>
                        </a:rPr>
                        <a:t> </a:t>
                      </a:r>
                      <a:r>
                        <a:rPr sz="2000" dirty="0">
                          <a:solidFill>
                            <a:schemeClr val="tx1"/>
                          </a:solidFill>
                          <a:latin typeface="Arial"/>
                          <a:cs typeface="Arial"/>
                        </a:rPr>
                        <a:t>fact(3)</a:t>
                      </a:r>
                      <a:endParaRPr sz="2000">
                        <a:solidFill>
                          <a:schemeClr val="tx1"/>
                        </a:solidFill>
                        <a:latin typeface="Arial"/>
                        <a:cs typeface="Arial"/>
                      </a:endParaRPr>
                    </a:p>
                  </a:txBody>
                  <a:tcPr marL="0" marR="0" marT="0" marB="0"/>
                </a:tc>
                <a:tc>
                  <a:txBody>
                    <a:bodyPr/>
                    <a:lstStyle/>
                    <a:p>
                      <a:pPr>
                        <a:lnSpc>
                          <a:spcPct val="100000"/>
                        </a:lnSpc>
                        <a:spcBef>
                          <a:spcPts val="32"/>
                        </a:spcBef>
                      </a:pPr>
                      <a:endParaRPr sz="1650">
                        <a:solidFill>
                          <a:schemeClr val="tx1"/>
                        </a:solidFill>
                        <a:latin typeface="Times New Roman"/>
                        <a:cs typeface="Times New Roman"/>
                      </a:endParaRPr>
                    </a:p>
                    <a:p>
                      <a:pPr marL="492125" algn="ctr">
                        <a:lnSpc>
                          <a:spcPct val="100000"/>
                        </a:lnSpc>
                      </a:pPr>
                      <a:r>
                        <a:rPr sz="2000" dirty="0">
                          <a:solidFill>
                            <a:schemeClr val="tx1"/>
                          </a:solidFill>
                          <a:latin typeface="Arial"/>
                          <a:cs typeface="Arial"/>
                        </a:rPr>
                        <a:t>4</a:t>
                      </a:r>
                      <a:r>
                        <a:rPr sz="2000" spc="-5" dirty="0">
                          <a:solidFill>
                            <a:schemeClr val="tx1"/>
                          </a:solidFill>
                          <a:latin typeface="Arial"/>
                          <a:cs typeface="Arial"/>
                        </a:rPr>
                        <a:t> </a:t>
                      </a:r>
                      <a:r>
                        <a:rPr sz="2000" dirty="0">
                          <a:solidFill>
                            <a:schemeClr val="tx1"/>
                          </a:solidFill>
                          <a:latin typeface="Arial"/>
                          <a:cs typeface="Arial"/>
                        </a:rPr>
                        <a:t>*</a:t>
                      </a:r>
                      <a:r>
                        <a:rPr sz="2000" spc="-5" dirty="0">
                          <a:solidFill>
                            <a:schemeClr val="tx1"/>
                          </a:solidFill>
                          <a:latin typeface="Arial"/>
                          <a:cs typeface="Arial"/>
                        </a:rPr>
                        <a:t> </a:t>
                      </a:r>
                      <a:r>
                        <a:rPr sz="2000" dirty="0">
                          <a:solidFill>
                            <a:schemeClr val="tx1"/>
                          </a:solidFill>
                          <a:latin typeface="Arial"/>
                          <a:cs typeface="Arial"/>
                        </a:rPr>
                        <a:t>6</a:t>
                      </a:r>
                      <a:r>
                        <a:rPr sz="2000" spc="-5" dirty="0">
                          <a:solidFill>
                            <a:schemeClr val="tx1"/>
                          </a:solidFill>
                          <a:latin typeface="Arial"/>
                          <a:cs typeface="Arial"/>
                        </a:rPr>
                        <a:t> </a:t>
                      </a:r>
                      <a:r>
                        <a:rPr sz="2000" dirty="0">
                          <a:solidFill>
                            <a:schemeClr val="tx1"/>
                          </a:solidFill>
                          <a:latin typeface="Arial"/>
                          <a:cs typeface="Arial"/>
                        </a:rPr>
                        <a:t>=</a:t>
                      </a:r>
                      <a:r>
                        <a:rPr sz="2000" spc="-5" dirty="0">
                          <a:solidFill>
                            <a:schemeClr val="tx1"/>
                          </a:solidFill>
                          <a:latin typeface="Arial"/>
                          <a:cs typeface="Arial"/>
                        </a:rPr>
                        <a:t> </a:t>
                      </a:r>
                      <a:r>
                        <a:rPr sz="2000" dirty="0">
                          <a:solidFill>
                            <a:schemeClr val="tx1"/>
                          </a:solidFill>
                          <a:latin typeface="Arial"/>
                          <a:cs typeface="Arial"/>
                        </a:rPr>
                        <a:t>24</a:t>
                      </a:r>
                      <a:endParaRPr sz="2000">
                        <a:solidFill>
                          <a:schemeClr val="tx1"/>
                        </a:solidFill>
                        <a:latin typeface="Arial"/>
                        <a:cs typeface="Arial"/>
                      </a:endParaRPr>
                    </a:p>
                  </a:txBody>
                  <a:tcPr marL="0" marR="0" marT="0" marB="0"/>
                </a:tc>
                <a:extLst>
                  <a:ext uri="{0D108BD9-81ED-4DB2-BD59-A6C34878D82A}">
                    <a16:rowId xmlns:a16="http://schemas.microsoft.com/office/drawing/2014/main" val="10002"/>
                  </a:ext>
                </a:extLst>
              </a:tr>
              <a:tr h="610304">
                <a:tc>
                  <a:txBody>
                    <a:bodyPr/>
                    <a:lstStyle/>
                    <a:p>
                      <a:pPr>
                        <a:lnSpc>
                          <a:spcPct val="100000"/>
                        </a:lnSpc>
                        <a:spcBef>
                          <a:spcPts val="28"/>
                        </a:spcBef>
                      </a:pPr>
                      <a:endParaRPr sz="1650">
                        <a:solidFill>
                          <a:schemeClr val="tx1"/>
                        </a:solidFill>
                        <a:latin typeface="Times New Roman"/>
                        <a:cs typeface="Times New Roman"/>
                      </a:endParaRPr>
                    </a:p>
                    <a:p>
                      <a:pPr marL="22225">
                        <a:lnSpc>
                          <a:spcPct val="100000"/>
                        </a:lnSpc>
                      </a:pPr>
                      <a:r>
                        <a:rPr sz="2000" dirty="0">
                          <a:solidFill>
                            <a:schemeClr val="tx1"/>
                          </a:solidFill>
                          <a:latin typeface="Arial"/>
                          <a:cs typeface="Arial"/>
                        </a:rPr>
                        <a:t>n</a:t>
                      </a:r>
                      <a:r>
                        <a:rPr sz="2000" spc="-5" dirty="0">
                          <a:solidFill>
                            <a:schemeClr val="tx1"/>
                          </a:solidFill>
                          <a:latin typeface="Arial"/>
                          <a:cs typeface="Arial"/>
                        </a:rPr>
                        <a:t> </a:t>
                      </a:r>
                      <a:r>
                        <a:rPr sz="2000" dirty="0">
                          <a:solidFill>
                            <a:schemeClr val="tx1"/>
                          </a:solidFill>
                          <a:latin typeface="Arial"/>
                          <a:cs typeface="Arial"/>
                        </a:rPr>
                        <a:t>=</a:t>
                      </a:r>
                      <a:r>
                        <a:rPr sz="2000" spc="-5" dirty="0">
                          <a:solidFill>
                            <a:schemeClr val="tx1"/>
                          </a:solidFill>
                          <a:latin typeface="Arial"/>
                          <a:cs typeface="Arial"/>
                        </a:rPr>
                        <a:t> </a:t>
                      </a:r>
                      <a:r>
                        <a:rPr sz="2000" dirty="0">
                          <a:solidFill>
                            <a:schemeClr val="tx1"/>
                          </a:solidFill>
                          <a:latin typeface="Arial"/>
                          <a:cs typeface="Arial"/>
                        </a:rPr>
                        <a:t>5</a:t>
                      </a:r>
                      <a:endParaRPr sz="2000">
                        <a:solidFill>
                          <a:schemeClr val="tx1"/>
                        </a:solidFill>
                        <a:latin typeface="Arial"/>
                        <a:cs typeface="Arial"/>
                      </a:endParaRPr>
                    </a:p>
                  </a:txBody>
                  <a:tcPr marL="0" marR="0" marT="0" marB="0"/>
                </a:tc>
                <a:tc>
                  <a:txBody>
                    <a:bodyPr/>
                    <a:lstStyle/>
                    <a:p>
                      <a:pPr>
                        <a:lnSpc>
                          <a:spcPct val="100000"/>
                        </a:lnSpc>
                        <a:spcBef>
                          <a:spcPts val="28"/>
                        </a:spcBef>
                      </a:pPr>
                      <a:endParaRPr sz="1650">
                        <a:solidFill>
                          <a:schemeClr val="tx1"/>
                        </a:solidFill>
                        <a:latin typeface="Times New Roman"/>
                        <a:cs typeface="Times New Roman"/>
                      </a:endParaRPr>
                    </a:p>
                    <a:p>
                      <a:pPr marR="506730" algn="r">
                        <a:lnSpc>
                          <a:spcPct val="100000"/>
                        </a:lnSpc>
                      </a:pPr>
                      <a:r>
                        <a:rPr sz="2000" dirty="0">
                          <a:solidFill>
                            <a:schemeClr val="tx1"/>
                          </a:solidFill>
                          <a:latin typeface="Arial"/>
                          <a:cs typeface="Arial"/>
                        </a:rPr>
                        <a:t>5</a:t>
                      </a:r>
                      <a:r>
                        <a:rPr sz="2000" spc="-5" dirty="0">
                          <a:solidFill>
                            <a:schemeClr val="tx1"/>
                          </a:solidFill>
                          <a:latin typeface="Arial"/>
                          <a:cs typeface="Arial"/>
                        </a:rPr>
                        <a:t> </a:t>
                      </a:r>
                      <a:r>
                        <a:rPr sz="2000" dirty="0">
                          <a:solidFill>
                            <a:schemeClr val="tx1"/>
                          </a:solidFill>
                          <a:latin typeface="Arial"/>
                          <a:cs typeface="Arial"/>
                        </a:rPr>
                        <a:t>*</a:t>
                      </a:r>
                      <a:r>
                        <a:rPr sz="2000" spc="-5" dirty="0">
                          <a:solidFill>
                            <a:schemeClr val="tx1"/>
                          </a:solidFill>
                          <a:latin typeface="Arial"/>
                          <a:cs typeface="Arial"/>
                        </a:rPr>
                        <a:t> </a:t>
                      </a:r>
                      <a:r>
                        <a:rPr sz="2000" dirty="0">
                          <a:solidFill>
                            <a:schemeClr val="tx1"/>
                          </a:solidFill>
                          <a:latin typeface="Arial"/>
                          <a:cs typeface="Arial"/>
                        </a:rPr>
                        <a:t>fact(4)</a:t>
                      </a:r>
                      <a:endParaRPr sz="2000">
                        <a:solidFill>
                          <a:schemeClr val="tx1"/>
                        </a:solidFill>
                        <a:latin typeface="Arial"/>
                        <a:cs typeface="Arial"/>
                      </a:endParaRPr>
                    </a:p>
                  </a:txBody>
                  <a:tcPr marL="0" marR="0" marT="0" marB="0"/>
                </a:tc>
                <a:tc>
                  <a:txBody>
                    <a:bodyPr/>
                    <a:lstStyle/>
                    <a:p>
                      <a:pPr>
                        <a:lnSpc>
                          <a:spcPct val="100000"/>
                        </a:lnSpc>
                        <a:spcBef>
                          <a:spcPts val="28"/>
                        </a:spcBef>
                      </a:pPr>
                      <a:endParaRPr sz="1650">
                        <a:solidFill>
                          <a:schemeClr val="tx1"/>
                        </a:solidFill>
                        <a:latin typeface="Times New Roman"/>
                        <a:cs typeface="Times New Roman"/>
                      </a:endParaRPr>
                    </a:p>
                    <a:p>
                      <a:pPr marL="492125" algn="ctr">
                        <a:lnSpc>
                          <a:spcPct val="100000"/>
                        </a:lnSpc>
                      </a:pPr>
                      <a:r>
                        <a:rPr sz="2000" dirty="0">
                          <a:solidFill>
                            <a:schemeClr val="tx1"/>
                          </a:solidFill>
                          <a:latin typeface="Arial"/>
                          <a:cs typeface="Arial"/>
                        </a:rPr>
                        <a:t>5</a:t>
                      </a:r>
                      <a:r>
                        <a:rPr sz="2000" spc="-5" dirty="0">
                          <a:solidFill>
                            <a:schemeClr val="tx1"/>
                          </a:solidFill>
                          <a:latin typeface="Arial"/>
                          <a:cs typeface="Arial"/>
                        </a:rPr>
                        <a:t> </a:t>
                      </a:r>
                      <a:r>
                        <a:rPr sz="2000" dirty="0">
                          <a:solidFill>
                            <a:schemeClr val="tx1"/>
                          </a:solidFill>
                          <a:latin typeface="Arial"/>
                          <a:cs typeface="Arial"/>
                        </a:rPr>
                        <a:t>*</a:t>
                      </a:r>
                      <a:r>
                        <a:rPr sz="2000" spc="-5" dirty="0">
                          <a:solidFill>
                            <a:schemeClr val="tx1"/>
                          </a:solidFill>
                          <a:latin typeface="Arial"/>
                          <a:cs typeface="Arial"/>
                        </a:rPr>
                        <a:t> </a:t>
                      </a:r>
                      <a:r>
                        <a:rPr sz="2000" dirty="0">
                          <a:solidFill>
                            <a:schemeClr val="tx1"/>
                          </a:solidFill>
                          <a:latin typeface="Arial"/>
                          <a:cs typeface="Arial"/>
                        </a:rPr>
                        <a:t>24</a:t>
                      </a:r>
                      <a:r>
                        <a:rPr sz="2000" spc="-5" dirty="0">
                          <a:solidFill>
                            <a:schemeClr val="tx1"/>
                          </a:solidFill>
                          <a:latin typeface="Arial"/>
                          <a:cs typeface="Arial"/>
                        </a:rPr>
                        <a:t> </a:t>
                      </a:r>
                      <a:r>
                        <a:rPr sz="2000" dirty="0">
                          <a:solidFill>
                            <a:schemeClr val="tx1"/>
                          </a:solidFill>
                          <a:latin typeface="Arial"/>
                          <a:cs typeface="Arial"/>
                        </a:rPr>
                        <a:t>=</a:t>
                      </a:r>
                      <a:r>
                        <a:rPr sz="2000" spc="-5" dirty="0">
                          <a:solidFill>
                            <a:schemeClr val="tx1"/>
                          </a:solidFill>
                          <a:latin typeface="Arial"/>
                          <a:cs typeface="Arial"/>
                        </a:rPr>
                        <a:t> </a:t>
                      </a:r>
                      <a:r>
                        <a:rPr sz="2000" dirty="0">
                          <a:solidFill>
                            <a:schemeClr val="tx1"/>
                          </a:solidFill>
                          <a:latin typeface="Arial"/>
                          <a:cs typeface="Arial"/>
                        </a:rPr>
                        <a:t>120</a:t>
                      </a:r>
                      <a:endParaRPr sz="2000">
                        <a:solidFill>
                          <a:schemeClr val="tx1"/>
                        </a:solidFill>
                        <a:latin typeface="Arial"/>
                        <a:cs typeface="Arial"/>
                      </a:endParaRPr>
                    </a:p>
                  </a:txBody>
                  <a:tcPr marL="0" marR="0" marT="0" marB="0"/>
                </a:tc>
                <a:extLst>
                  <a:ext uri="{0D108BD9-81ED-4DB2-BD59-A6C34878D82A}">
                    <a16:rowId xmlns:a16="http://schemas.microsoft.com/office/drawing/2014/main" val="10003"/>
                  </a:ext>
                </a:extLst>
              </a:tr>
            </a:tbl>
          </a:graphicData>
        </a:graphic>
      </p:graphicFrame>
      <p:sp>
        <p:nvSpPr>
          <p:cNvPr id="6" name="object 4"/>
          <p:cNvSpPr/>
          <p:nvPr/>
        </p:nvSpPr>
        <p:spPr>
          <a:xfrm>
            <a:off x="2438400" y="1676400"/>
            <a:ext cx="6826250" cy="4402670"/>
          </a:xfrm>
          <a:prstGeom prst="rect">
            <a:avLst/>
          </a:prstGeom>
          <a:blipFill dpi="0" rotWithShape="1">
            <a:blip r:embed="rId3"/>
            <a:srcRect/>
            <a:stretch>
              <a:fillRect/>
            </a:stretch>
          </a:blipFill>
          <a:ln>
            <a:solidFill>
              <a:schemeClr val="accent3">
                <a:lumMod val="50000"/>
              </a:schemeClr>
            </a:solidFill>
          </a:ln>
          <a:effectLst>
            <a:outerShdw blurRad="50800" dist="50800" dir="5400000" algn="ctr" rotWithShape="0">
              <a:schemeClr val="tx1"/>
            </a:outerShdw>
          </a:effectLst>
        </p:spPr>
        <p:txBody>
          <a:bodyPr wrap="square" lIns="0" tIns="0" rIns="0" bIns="0" rtlCol="0"/>
          <a:lstStyle/>
          <a:p>
            <a:endParaRPr/>
          </a:p>
        </p:txBody>
      </p:sp>
      <p:sp>
        <p:nvSpPr>
          <p:cNvPr id="7" name="Date Placeholder 6"/>
          <p:cNvSpPr>
            <a:spLocks noGrp="1"/>
          </p:cNvSpPr>
          <p:nvPr>
            <p:ph type="dt" sz="half" idx="10"/>
          </p:nvPr>
        </p:nvSpPr>
        <p:spPr/>
        <p:txBody>
          <a:bodyPr/>
          <a:lstStyle/>
          <a:p>
            <a:fld id="{8D71F165-CA40-45F7-8293-4AE3F76F64E7}" type="datetime1">
              <a:rPr lang="en-US" smtClean="0"/>
              <a:pPr/>
              <a:t>9/30/2024</a:t>
            </a:fld>
            <a:endParaRPr lang="en-US" dirty="0"/>
          </a:p>
        </p:txBody>
      </p:sp>
      <p:sp>
        <p:nvSpPr>
          <p:cNvPr id="8" name="Slide Number Placeholder 7"/>
          <p:cNvSpPr>
            <a:spLocks noGrp="1"/>
          </p:cNvSpPr>
          <p:nvPr>
            <p:ph type="sldNum" sz="quarter" idx="12"/>
          </p:nvPr>
        </p:nvSpPr>
        <p:spPr/>
        <p:txBody>
          <a:bodyPr/>
          <a:lstStyle/>
          <a:p>
            <a:fld id="{D57F1E4F-1CFF-5643-939E-217C01CDF565}" type="slidenum">
              <a:rPr lang="en-US" smtClean="0"/>
              <a:pPr/>
              <a:t>18</a:t>
            </a:fld>
            <a:endParaRPr lang="en-US" dirty="0"/>
          </a:p>
        </p:txBody>
      </p:sp>
      <p:sp>
        <p:nvSpPr>
          <p:cNvPr id="9" name="Footer Placeholder 8"/>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16632437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Handling the order of function calls</a:t>
            </a:r>
          </a:p>
        </p:txBody>
      </p:sp>
      <p:sp>
        <p:nvSpPr>
          <p:cNvPr id="3" name="Content Placeholder 2"/>
          <p:cNvSpPr>
            <a:spLocks noGrp="1"/>
          </p:cNvSpPr>
          <p:nvPr>
            <p:ph sz="half" idx="1"/>
          </p:nvPr>
        </p:nvSpPr>
        <p:spPr>
          <a:xfrm>
            <a:off x="1981200" y="1828800"/>
            <a:ext cx="4038600" cy="4623816"/>
          </a:xfrm>
        </p:spPr>
        <p:txBody>
          <a:bodyPr>
            <a:normAutofit fontScale="40000" lnSpcReduction="20000"/>
          </a:bodyPr>
          <a:lstStyle/>
          <a:p>
            <a:pPr>
              <a:buNone/>
            </a:pPr>
            <a:r>
              <a:rPr lang="en-US" sz="3400" dirty="0">
                <a:solidFill>
                  <a:srgbClr val="FF0000"/>
                </a:solidFill>
              </a:rPr>
              <a:t>Void three()</a:t>
            </a:r>
          </a:p>
          <a:p>
            <a:pPr>
              <a:buNone/>
            </a:pPr>
            <a:r>
              <a:rPr lang="en-US" sz="3400" dirty="0"/>
              <a:t>{</a:t>
            </a:r>
          </a:p>
          <a:p>
            <a:pPr>
              <a:lnSpc>
                <a:spcPct val="120000"/>
              </a:lnSpc>
              <a:buNone/>
            </a:pPr>
            <a:r>
              <a:rPr lang="en-US" sz="3400" dirty="0"/>
              <a:t>printf(“three started \n”);</a:t>
            </a:r>
          </a:p>
          <a:p>
            <a:pPr>
              <a:lnSpc>
                <a:spcPct val="120000"/>
              </a:lnSpc>
              <a:buNone/>
            </a:pPr>
            <a:r>
              <a:rPr lang="en-US" sz="3400" dirty="0"/>
              <a:t>printf(“three ended \n”);</a:t>
            </a:r>
          </a:p>
          <a:p>
            <a:pPr>
              <a:buNone/>
            </a:pPr>
            <a:r>
              <a:rPr lang="en-US" sz="3400" dirty="0"/>
              <a:t>}</a:t>
            </a:r>
          </a:p>
          <a:p>
            <a:pPr>
              <a:buNone/>
            </a:pPr>
            <a:endParaRPr lang="en-US" sz="3400" dirty="0">
              <a:solidFill>
                <a:srgbClr val="FF0000"/>
              </a:solidFill>
            </a:endParaRPr>
          </a:p>
          <a:p>
            <a:pPr>
              <a:buNone/>
            </a:pPr>
            <a:endParaRPr lang="en-US" sz="3400" dirty="0">
              <a:solidFill>
                <a:srgbClr val="FF0000"/>
              </a:solidFill>
            </a:endParaRPr>
          </a:p>
          <a:p>
            <a:pPr>
              <a:buNone/>
            </a:pPr>
            <a:r>
              <a:rPr lang="en-US" sz="3400" dirty="0">
                <a:solidFill>
                  <a:srgbClr val="FF0000"/>
                </a:solidFill>
              </a:rPr>
              <a:t>Void two()</a:t>
            </a:r>
          </a:p>
          <a:p>
            <a:pPr>
              <a:buNone/>
            </a:pPr>
            <a:r>
              <a:rPr lang="en-US" sz="3400" dirty="0"/>
              <a:t>{</a:t>
            </a:r>
          </a:p>
          <a:p>
            <a:pPr>
              <a:lnSpc>
                <a:spcPct val="120000"/>
              </a:lnSpc>
              <a:buNone/>
            </a:pPr>
            <a:r>
              <a:rPr lang="en-US" sz="3400" dirty="0"/>
              <a:t>printf(“two started \n”);</a:t>
            </a:r>
          </a:p>
          <a:p>
            <a:pPr>
              <a:lnSpc>
                <a:spcPct val="120000"/>
              </a:lnSpc>
              <a:buNone/>
            </a:pPr>
            <a:r>
              <a:rPr lang="en-US" sz="3400" dirty="0">
                <a:solidFill>
                  <a:srgbClr val="FF0000"/>
                </a:solidFill>
              </a:rPr>
              <a:t>three();</a:t>
            </a:r>
          </a:p>
          <a:p>
            <a:pPr>
              <a:lnSpc>
                <a:spcPct val="120000"/>
              </a:lnSpc>
              <a:buNone/>
            </a:pPr>
            <a:r>
              <a:rPr lang="en-US" sz="3400" dirty="0"/>
              <a:t>printf(“two ended \n”);</a:t>
            </a:r>
          </a:p>
          <a:p>
            <a:pPr>
              <a:buNone/>
            </a:pPr>
            <a:r>
              <a:rPr lang="en-US" sz="3400" dirty="0"/>
              <a:t>}</a:t>
            </a:r>
          </a:p>
          <a:p>
            <a:endParaRPr lang="en-US" dirty="0"/>
          </a:p>
        </p:txBody>
      </p:sp>
      <p:sp>
        <p:nvSpPr>
          <p:cNvPr id="4" name="Content Placeholder 3"/>
          <p:cNvSpPr>
            <a:spLocks noGrp="1"/>
          </p:cNvSpPr>
          <p:nvPr>
            <p:ph sz="half" idx="2"/>
          </p:nvPr>
        </p:nvSpPr>
        <p:spPr>
          <a:xfrm>
            <a:off x="7048767" y="1828800"/>
            <a:ext cx="4313864" cy="4275786"/>
          </a:xfrm>
        </p:spPr>
        <p:txBody>
          <a:bodyPr>
            <a:normAutofit fontScale="40000" lnSpcReduction="20000"/>
          </a:bodyPr>
          <a:lstStyle/>
          <a:p>
            <a:pPr>
              <a:buNone/>
            </a:pPr>
            <a:r>
              <a:rPr lang="en-US" sz="3400" dirty="0">
                <a:solidFill>
                  <a:srgbClr val="FF0000"/>
                </a:solidFill>
              </a:rPr>
              <a:t>Void one()</a:t>
            </a:r>
          </a:p>
          <a:p>
            <a:pPr>
              <a:buNone/>
            </a:pPr>
            <a:r>
              <a:rPr lang="en-US" sz="3400" dirty="0"/>
              <a:t>{</a:t>
            </a:r>
          </a:p>
          <a:p>
            <a:pPr>
              <a:lnSpc>
                <a:spcPct val="120000"/>
              </a:lnSpc>
              <a:buNone/>
            </a:pPr>
            <a:r>
              <a:rPr lang="en-US" sz="3400" dirty="0"/>
              <a:t>printf(“one started \n”);</a:t>
            </a:r>
          </a:p>
          <a:p>
            <a:pPr>
              <a:lnSpc>
                <a:spcPct val="120000"/>
              </a:lnSpc>
              <a:buNone/>
            </a:pPr>
            <a:r>
              <a:rPr lang="en-US" sz="3400" dirty="0">
                <a:solidFill>
                  <a:srgbClr val="FF0000"/>
                </a:solidFill>
              </a:rPr>
              <a:t>two();</a:t>
            </a:r>
          </a:p>
          <a:p>
            <a:pPr>
              <a:lnSpc>
                <a:spcPct val="120000"/>
              </a:lnSpc>
              <a:buNone/>
            </a:pPr>
            <a:r>
              <a:rPr lang="en-US" sz="3400" dirty="0"/>
              <a:t>printf(“one ended \n”)</a:t>
            </a:r>
          </a:p>
          <a:p>
            <a:pPr>
              <a:buNone/>
            </a:pPr>
            <a:r>
              <a:rPr lang="en-US" sz="3400" dirty="0"/>
              <a:t>}</a:t>
            </a:r>
          </a:p>
          <a:p>
            <a:pPr>
              <a:buNone/>
            </a:pPr>
            <a:endParaRPr lang="en-US" sz="3400" dirty="0"/>
          </a:p>
          <a:p>
            <a:pPr>
              <a:buNone/>
            </a:pPr>
            <a:r>
              <a:rPr lang="en-US" sz="3400" dirty="0">
                <a:solidFill>
                  <a:srgbClr val="FF0000"/>
                </a:solidFill>
              </a:rPr>
              <a:t>Void main()</a:t>
            </a:r>
          </a:p>
          <a:p>
            <a:pPr>
              <a:buNone/>
            </a:pPr>
            <a:r>
              <a:rPr lang="en-US" sz="3400" dirty="0"/>
              <a:t>{</a:t>
            </a:r>
          </a:p>
          <a:p>
            <a:pPr>
              <a:lnSpc>
                <a:spcPct val="120000"/>
              </a:lnSpc>
              <a:buNone/>
            </a:pPr>
            <a:r>
              <a:rPr lang="en-US" sz="3400" dirty="0"/>
              <a:t>printf(“main started \n”);</a:t>
            </a:r>
          </a:p>
          <a:p>
            <a:pPr>
              <a:lnSpc>
                <a:spcPct val="120000"/>
              </a:lnSpc>
              <a:buNone/>
            </a:pPr>
            <a:r>
              <a:rPr lang="en-US" sz="3400" dirty="0">
                <a:solidFill>
                  <a:srgbClr val="FF0000"/>
                </a:solidFill>
              </a:rPr>
              <a:t>one();</a:t>
            </a:r>
          </a:p>
          <a:p>
            <a:pPr>
              <a:lnSpc>
                <a:spcPct val="120000"/>
              </a:lnSpc>
              <a:buNone/>
            </a:pPr>
            <a:r>
              <a:rPr lang="en-US" sz="3400" dirty="0"/>
              <a:t>printf(“main ended \n”);</a:t>
            </a:r>
          </a:p>
          <a:p>
            <a:pPr>
              <a:buNone/>
            </a:pPr>
            <a:r>
              <a:rPr lang="en-US" sz="3400" dirty="0"/>
              <a:t>}</a:t>
            </a:r>
          </a:p>
          <a:p>
            <a:endParaRPr lang="en-US" dirty="0"/>
          </a:p>
          <a:p>
            <a:endParaRPr lang="en-US" dirty="0"/>
          </a:p>
        </p:txBody>
      </p:sp>
      <p:sp>
        <p:nvSpPr>
          <p:cNvPr id="5" name="Date Placeholder 4"/>
          <p:cNvSpPr>
            <a:spLocks noGrp="1"/>
          </p:cNvSpPr>
          <p:nvPr>
            <p:ph type="dt" sz="half" idx="10"/>
          </p:nvPr>
        </p:nvSpPr>
        <p:spPr/>
        <p:txBody>
          <a:bodyPr/>
          <a:lstStyle/>
          <a:p>
            <a:fld id="{7C14D982-2C97-48A2-AABB-D006C909A085}" type="datetime1">
              <a:rPr lang="en-US" smtClean="0"/>
              <a:pPr/>
              <a:t>9/30/2024</a:t>
            </a:fld>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19</a:t>
            </a:fld>
            <a:endParaRPr lang="en-US" dirty="0"/>
          </a:p>
        </p:txBody>
      </p:sp>
      <p:sp>
        <p:nvSpPr>
          <p:cNvPr id="7" name="Footer Placeholder 6"/>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18436197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Stack frame for maintaining the order of function call</a:t>
            </a:r>
          </a:p>
        </p:txBody>
      </p:sp>
      <p:sp>
        <p:nvSpPr>
          <p:cNvPr id="3" name="Content Placeholder 2"/>
          <p:cNvSpPr>
            <a:spLocks noGrp="1"/>
          </p:cNvSpPr>
          <p:nvPr>
            <p:ph idx="1"/>
          </p:nvPr>
        </p:nvSpPr>
        <p:spPr>
          <a:xfrm>
            <a:off x="1981200" y="1775192"/>
            <a:ext cx="3962400" cy="4625609"/>
          </a:xfrm>
        </p:spPr>
        <p:txBody>
          <a:bodyPr>
            <a:normAutofit/>
          </a:bodyPr>
          <a:lstStyle/>
          <a:p>
            <a:endParaRPr lang="en-US" sz="2600" dirty="0"/>
          </a:p>
          <a:p>
            <a:endParaRPr lang="en-US" dirty="0"/>
          </a:p>
        </p:txBody>
      </p:sp>
      <p:graphicFrame>
        <p:nvGraphicFramePr>
          <p:cNvPr id="6" name="Group 26"/>
          <p:cNvGraphicFramePr>
            <a:graphicFrameLocks/>
          </p:cNvGraphicFramePr>
          <p:nvPr/>
        </p:nvGraphicFramePr>
        <p:xfrm>
          <a:off x="1981200" y="2438401"/>
          <a:ext cx="2209800" cy="3429001"/>
        </p:xfrm>
        <a:graphic>
          <a:graphicData uri="http://schemas.openxmlformats.org/drawingml/2006/table">
            <a:tbl>
              <a:tblPr/>
              <a:tblGrid>
                <a:gridCol w="2209800">
                  <a:extLst>
                    <a:ext uri="{9D8B030D-6E8A-4147-A177-3AD203B41FA5}">
                      <a16:colId xmlns:a16="http://schemas.microsoft.com/office/drawing/2014/main" val="20000"/>
                    </a:ext>
                  </a:extLst>
                </a:gridCol>
              </a:tblGrid>
              <a:tr h="856719">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defRPr/>
                      </a:pPr>
                      <a:endParaRPr kumimoji="0" lang="en-US" sz="2600" b="1" i="0" u="none" strike="noStrike" cap="none" normalizeH="0" baseline="0" dirty="0">
                        <a:ln>
                          <a:noFill/>
                        </a:ln>
                        <a:solidFill>
                          <a:schemeClr val="accent3">
                            <a:lumMod val="50000"/>
                          </a:schemeClr>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58844">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defRPr/>
                      </a:pPr>
                      <a:endParaRPr kumimoji="0" lang="en-US" sz="2600" b="1" i="0" u="none" strike="noStrike" cap="none" normalizeH="0" baseline="0" dirty="0">
                        <a:ln>
                          <a:noFill/>
                        </a:ln>
                        <a:solidFill>
                          <a:schemeClr val="accent3">
                            <a:lumMod val="50000"/>
                          </a:schemeClr>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56719">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2600" b="1" i="0" u="none" strike="noStrike" cap="none" normalizeH="0" baseline="0" dirty="0">
                        <a:ln>
                          <a:noFill/>
                        </a:ln>
                        <a:solidFill>
                          <a:schemeClr val="accent3">
                            <a:lumMod val="50000"/>
                          </a:schemeClr>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56719">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2600" b="1" i="0" u="none" strike="noStrike" cap="none" normalizeH="0" baseline="0" dirty="0">
                        <a:ln>
                          <a:noFill/>
                        </a:ln>
                        <a:solidFill>
                          <a:srgbClr val="990000"/>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 name="TextBox 6"/>
          <p:cNvSpPr txBox="1"/>
          <p:nvPr/>
        </p:nvSpPr>
        <p:spPr>
          <a:xfrm>
            <a:off x="4572000" y="5698496"/>
            <a:ext cx="2667000" cy="1477328"/>
          </a:xfrm>
          <a:prstGeom prst="rect">
            <a:avLst/>
          </a:prstGeom>
          <a:noFill/>
        </p:spPr>
        <p:txBody>
          <a:bodyPr wrap="square" rtlCol="0">
            <a:spAutoFit/>
          </a:bodyPr>
          <a:lstStyle/>
          <a:p>
            <a:r>
              <a:rPr lang="en-US" dirty="0"/>
              <a:t>Printf(“main started \n”)</a:t>
            </a:r>
          </a:p>
          <a:p>
            <a:r>
              <a:rPr lang="en-US" dirty="0"/>
              <a:t>one();</a:t>
            </a:r>
          </a:p>
          <a:p>
            <a:r>
              <a:rPr lang="en-US" dirty="0"/>
              <a:t>Printf(“main ended \n”);</a:t>
            </a:r>
          </a:p>
        </p:txBody>
      </p:sp>
      <p:sp>
        <p:nvSpPr>
          <p:cNvPr id="8" name="TextBox 7"/>
          <p:cNvSpPr txBox="1"/>
          <p:nvPr/>
        </p:nvSpPr>
        <p:spPr>
          <a:xfrm>
            <a:off x="4629150" y="4343400"/>
            <a:ext cx="2667000" cy="1477328"/>
          </a:xfrm>
          <a:prstGeom prst="rect">
            <a:avLst/>
          </a:prstGeom>
          <a:noFill/>
        </p:spPr>
        <p:txBody>
          <a:bodyPr wrap="square" rtlCol="0">
            <a:spAutoFit/>
          </a:bodyPr>
          <a:lstStyle/>
          <a:p>
            <a:r>
              <a:rPr lang="en-US" dirty="0"/>
              <a:t>Printf(“one started \n”)</a:t>
            </a:r>
          </a:p>
          <a:p>
            <a:r>
              <a:rPr lang="en-US" dirty="0"/>
              <a:t>two();</a:t>
            </a:r>
          </a:p>
          <a:p>
            <a:r>
              <a:rPr lang="en-US" dirty="0"/>
              <a:t>Printf(“one ended \n”);</a:t>
            </a:r>
          </a:p>
        </p:txBody>
      </p:sp>
      <p:sp>
        <p:nvSpPr>
          <p:cNvPr id="9" name="TextBox 8"/>
          <p:cNvSpPr txBox="1"/>
          <p:nvPr/>
        </p:nvSpPr>
        <p:spPr>
          <a:xfrm>
            <a:off x="4482653" y="2942272"/>
            <a:ext cx="2667000" cy="1477328"/>
          </a:xfrm>
          <a:prstGeom prst="rect">
            <a:avLst/>
          </a:prstGeom>
          <a:noFill/>
        </p:spPr>
        <p:txBody>
          <a:bodyPr wrap="square" rtlCol="0">
            <a:spAutoFit/>
          </a:bodyPr>
          <a:lstStyle/>
          <a:p>
            <a:r>
              <a:rPr lang="en-US" dirty="0"/>
              <a:t>Printf(“two started \n”);</a:t>
            </a:r>
          </a:p>
          <a:p>
            <a:r>
              <a:rPr lang="en-US" dirty="0"/>
              <a:t>three();</a:t>
            </a:r>
          </a:p>
          <a:p>
            <a:r>
              <a:rPr lang="en-US" dirty="0"/>
              <a:t>Printf(“two ended \n”);</a:t>
            </a:r>
          </a:p>
        </p:txBody>
      </p:sp>
      <p:sp>
        <p:nvSpPr>
          <p:cNvPr id="10" name="TextBox 9"/>
          <p:cNvSpPr txBox="1"/>
          <p:nvPr/>
        </p:nvSpPr>
        <p:spPr>
          <a:xfrm>
            <a:off x="4553218" y="1832907"/>
            <a:ext cx="2667000" cy="1200329"/>
          </a:xfrm>
          <a:prstGeom prst="rect">
            <a:avLst/>
          </a:prstGeom>
          <a:noFill/>
        </p:spPr>
        <p:txBody>
          <a:bodyPr wrap="square" rtlCol="0">
            <a:spAutoFit/>
          </a:bodyPr>
          <a:lstStyle/>
          <a:p>
            <a:r>
              <a:rPr lang="en-US" dirty="0"/>
              <a:t>Printf(“three started \n”);</a:t>
            </a:r>
          </a:p>
          <a:p>
            <a:r>
              <a:rPr lang="en-US" dirty="0"/>
              <a:t>Printf(“ three ended \n”);</a:t>
            </a:r>
          </a:p>
        </p:txBody>
      </p:sp>
      <p:cxnSp>
        <p:nvCxnSpPr>
          <p:cNvPr id="12" name="Straight Arrow Connector 11"/>
          <p:cNvCxnSpPr/>
          <p:nvPr/>
        </p:nvCxnSpPr>
        <p:spPr>
          <a:xfrm rot="5400000" flipH="1" flipV="1">
            <a:off x="4152900" y="2628900"/>
            <a:ext cx="381000" cy="3048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endCxn id="9" idx="1"/>
          </p:cNvCxnSpPr>
          <p:nvPr/>
        </p:nvCxnSpPr>
        <p:spPr>
          <a:xfrm>
            <a:off x="4101653" y="3399472"/>
            <a:ext cx="381000" cy="28146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4191000" y="4572000"/>
            <a:ext cx="304800" cy="1524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4191000" y="5486400"/>
            <a:ext cx="304800" cy="1524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391400" y="1325783"/>
            <a:ext cx="2971800" cy="1107996"/>
          </a:xfrm>
          <a:prstGeom prst="rect">
            <a:avLst/>
          </a:prstGeom>
          <a:noFill/>
        </p:spPr>
        <p:txBody>
          <a:bodyPr wrap="square" rtlCol="0">
            <a:spAutoFit/>
          </a:bodyPr>
          <a:lstStyle/>
          <a:p>
            <a:r>
              <a:rPr lang="en-US" sz="2400" dirty="0"/>
              <a:t>Output of program:</a:t>
            </a:r>
          </a:p>
          <a:p>
            <a:endParaRPr lang="en-US" dirty="0"/>
          </a:p>
        </p:txBody>
      </p:sp>
      <p:sp>
        <p:nvSpPr>
          <p:cNvPr id="20" name="TextBox 19"/>
          <p:cNvSpPr txBox="1"/>
          <p:nvPr/>
        </p:nvSpPr>
        <p:spPr>
          <a:xfrm>
            <a:off x="2438400" y="5181600"/>
            <a:ext cx="1600200" cy="738664"/>
          </a:xfrm>
          <a:prstGeom prst="rect">
            <a:avLst/>
          </a:prstGeom>
          <a:noFill/>
        </p:spPr>
        <p:txBody>
          <a:bodyPr wrap="square" rtlCol="0">
            <a:spAutoFit/>
          </a:bodyPr>
          <a:lstStyle/>
          <a:p>
            <a:pPr lvl="0"/>
            <a:r>
              <a:rPr lang="en-US" sz="2400" b="1" dirty="0">
                <a:solidFill>
                  <a:srgbClr val="990000"/>
                </a:solidFill>
                <a:latin typeface="Arial" charset="0"/>
              </a:rPr>
              <a:t>main()</a:t>
            </a:r>
          </a:p>
          <a:p>
            <a:endParaRPr lang="en-US" dirty="0"/>
          </a:p>
        </p:txBody>
      </p:sp>
      <p:sp>
        <p:nvSpPr>
          <p:cNvPr id="21" name="TextBox 20"/>
          <p:cNvSpPr txBox="1"/>
          <p:nvPr/>
        </p:nvSpPr>
        <p:spPr>
          <a:xfrm>
            <a:off x="2438400" y="4343400"/>
            <a:ext cx="1600200" cy="738664"/>
          </a:xfrm>
          <a:prstGeom prst="rect">
            <a:avLst/>
          </a:prstGeom>
          <a:noFill/>
        </p:spPr>
        <p:txBody>
          <a:bodyPr wrap="square" rtlCol="0">
            <a:spAutoFit/>
          </a:bodyPr>
          <a:lstStyle/>
          <a:p>
            <a:pPr lvl="0"/>
            <a:r>
              <a:rPr lang="en-US" sz="2400" b="1" dirty="0">
                <a:solidFill>
                  <a:srgbClr val="990000"/>
                </a:solidFill>
                <a:latin typeface="Arial" charset="0"/>
              </a:rPr>
              <a:t>one()</a:t>
            </a:r>
          </a:p>
          <a:p>
            <a:endParaRPr lang="en-US" dirty="0"/>
          </a:p>
        </p:txBody>
      </p:sp>
      <p:sp>
        <p:nvSpPr>
          <p:cNvPr id="22" name="TextBox 21"/>
          <p:cNvSpPr txBox="1"/>
          <p:nvPr/>
        </p:nvSpPr>
        <p:spPr>
          <a:xfrm>
            <a:off x="2438400" y="3429000"/>
            <a:ext cx="1600200" cy="738664"/>
          </a:xfrm>
          <a:prstGeom prst="rect">
            <a:avLst/>
          </a:prstGeom>
          <a:noFill/>
        </p:spPr>
        <p:txBody>
          <a:bodyPr wrap="square" rtlCol="0">
            <a:spAutoFit/>
          </a:bodyPr>
          <a:lstStyle/>
          <a:p>
            <a:pPr lvl="0"/>
            <a:r>
              <a:rPr lang="en-US" sz="2400" b="1" dirty="0">
                <a:solidFill>
                  <a:srgbClr val="990000"/>
                </a:solidFill>
                <a:latin typeface="Arial" charset="0"/>
              </a:rPr>
              <a:t>two()</a:t>
            </a:r>
          </a:p>
          <a:p>
            <a:endParaRPr lang="en-US" dirty="0"/>
          </a:p>
        </p:txBody>
      </p:sp>
      <p:sp>
        <p:nvSpPr>
          <p:cNvPr id="23" name="TextBox 22"/>
          <p:cNvSpPr txBox="1"/>
          <p:nvPr/>
        </p:nvSpPr>
        <p:spPr>
          <a:xfrm>
            <a:off x="2438400" y="2590800"/>
            <a:ext cx="1600200" cy="738664"/>
          </a:xfrm>
          <a:prstGeom prst="rect">
            <a:avLst/>
          </a:prstGeom>
          <a:noFill/>
        </p:spPr>
        <p:txBody>
          <a:bodyPr wrap="square" rtlCol="0">
            <a:spAutoFit/>
          </a:bodyPr>
          <a:lstStyle/>
          <a:p>
            <a:pPr lvl="0"/>
            <a:r>
              <a:rPr lang="en-US" sz="2400" b="1" dirty="0">
                <a:solidFill>
                  <a:srgbClr val="990000"/>
                </a:solidFill>
                <a:latin typeface="Arial" charset="0"/>
              </a:rPr>
              <a:t>three()</a:t>
            </a:r>
          </a:p>
          <a:p>
            <a:endParaRPr lang="en-US" dirty="0"/>
          </a:p>
        </p:txBody>
      </p:sp>
      <p:sp>
        <p:nvSpPr>
          <p:cNvPr id="27" name="TextBox 26"/>
          <p:cNvSpPr txBox="1"/>
          <p:nvPr/>
        </p:nvSpPr>
        <p:spPr>
          <a:xfrm>
            <a:off x="7620000" y="2155795"/>
            <a:ext cx="1600200" cy="646331"/>
          </a:xfrm>
          <a:prstGeom prst="rect">
            <a:avLst/>
          </a:prstGeom>
          <a:noFill/>
        </p:spPr>
        <p:txBody>
          <a:bodyPr wrap="square" rtlCol="0">
            <a:spAutoFit/>
          </a:bodyPr>
          <a:lstStyle/>
          <a:p>
            <a:r>
              <a:rPr lang="en-US" dirty="0"/>
              <a:t> main started</a:t>
            </a:r>
          </a:p>
        </p:txBody>
      </p:sp>
      <p:sp>
        <p:nvSpPr>
          <p:cNvPr id="28" name="TextBox 27"/>
          <p:cNvSpPr txBox="1"/>
          <p:nvPr/>
        </p:nvSpPr>
        <p:spPr>
          <a:xfrm>
            <a:off x="7658100" y="4213697"/>
            <a:ext cx="1600200" cy="369332"/>
          </a:xfrm>
          <a:prstGeom prst="rect">
            <a:avLst/>
          </a:prstGeom>
          <a:noFill/>
        </p:spPr>
        <p:txBody>
          <a:bodyPr wrap="square" rtlCol="0">
            <a:spAutoFit/>
          </a:bodyPr>
          <a:lstStyle/>
          <a:p>
            <a:r>
              <a:rPr lang="en-US" dirty="0"/>
              <a:t>three ended</a:t>
            </a:r>
          </a:p>
        </p:txBody>
      </p:sp>
      <p:sp>
        <p:nvSpPr>
          <p:cNvPr id="29" name="TextBox 28"/>
          <p:cNvSpPr txBox="1"/>
          <p:nvPr/>
        </p:nvSpPr>
        <p:spPr>
          <a:xfrm>
            <a:off x="7696200" y="4572000"/>
            <a:ext cx="1600200" cy="369332"/>
          </a:xfrm>
          <a:prstGeom prst="rect">
            <a:avLst/>
          </a:prstGeom>
          <a:noFill/>
        </p:spPr>
        <p:txBody>
          <a:bodyPr wrap="square" rtlCol="0">
            <a:spAutoFit/>
          </a:bodyPr>
          <a:lstStyle/>
          <a:p>
            <a:r>
              <a:rPr lang="en-US" dirty="0"/>
              <a:t>two ended</a:t>
            </a:r>
          </a:p>
        </p:txBody>
      </p:sp>
      <p:sp>
        <p:nvSpPr>
          <p:cNvPr id="30" name="TextBox 29"/>
          <p:cNvSpPr txBox="1"/>
          <p:nvPr/>
        </p:nvSpPr>
        <p:spPr>
          <a:xfrm>
            <a:off x="7696200" y="5105400"/>
            <a:ext cx="1600200" cy="369332"/>
          </a:xfrm>
          <a:prstGeom prst="rect">
            <a:avLst/>
          </a:prstGeom>
          <a:noFill/>
        </p:spPr>
        <p:txBody>
          <a:bodyPr wrap="square" rtlCol="0">
            <a:spAutoFit/>
          </a:bodyPr>
          <a:lstStyle/>
          <a:p>
            <a:r>
              <a:rPr lang="en-US" dirty="0"/>
              <a:t> one ended</a:t>
            </a:r>
          </a:p>
        </p:txBody>
      </p:sp>
      <p:sp>
        <p:nvSpPr>
          <p:cNvPr id="31" name="TextBox 30"/>
          <p:cNvSpPr txBox="1"/>
          <p:nvPr/>
        </p:nvSpPr>
        <p:spPr>
          <a:xfrm>
            <a:off x="7810500" y="5597098"/>
            <a:ext cx="1600200" cy="646331"/>
          </a:xfrm>
          <a:prstGeom prst="rect">
            <a:avLst/>
          </a:prstGeom>
          <a:noFill/>
        </p:spPr>
        <p:txBody>
          <a:bodyPr wrap="square" rtlCol="0">
            <a:spAutoFit/>
          </a:bodyPr>
          <a:lstStyle/>
          <a:p>
            <a:r>
              <a:rPr lang="en-US" dirty="0"/>
              <a:t> main ended</a:t>
            </a:r>
          </a:p>
        </p:txBody>
      </p:sp>
      <p:sp>
        <p:nvSpPr>
          <p:cNvPr id="32" name="TextBox 31"/>
          <p:cNvSpPr txBox="1"/>
          <p:nvPr/>
        </p:nvSpPr>
        <p:spPr>
          <a:xfrm>
            <a:off x="7772400" y="3612259"/>
            <a:ext cx="1600200" cy="646331"/>
          </a:xfrm>
          <a:prstGeom prst="rect">
            <a:avLst/>
          </a:prstGeom>
          <a:noFill/>
        </p:spPr>
        <p:txBody>
          <a:bodyPr wrap="square" rtlCol="0">
            <a:spAutoFit/>
          </a:bodyPr>
          <a:lstStyle/>
          <a:p>
            <a:r>
              <a:rPr lang="en-US" dirty="0"/>
              <a:t>three started</a:t>
            </a:r>
          </a:p>
        </p:txBody>
      </p:sp>
      <p:sp>
        <p:nvSpPr>
          <p:cNvPr id="33" name="TextBox 32"/>
          <p:cNvSpPr txBox="1"/>
          <p:nvPr/>
        </p:nvSpPr>
        <p:spPr>
          <a:xfrm>
            <a:off x="7581900" y="3302999"/>
            <a:ext cx="1600200" cy="369332"/>
          </a:xfrm>
          <a:prstGeom prst="rect">
            <a:avLst/>
          </a:prstGeom>
          <a:noFill/>
        </p:spPr>
        <p:txBody>
          <a:bodyPr wrap="square" rtlCol="0">
            <a:spAutoFit/>
          </a:bodyPr>
          <a:lstStyle/>
          <a:p>
            <a:r>
              <a:rPr lang="en-US" dirty="0"/>
              <a:t>two started</a:t>
            </a:r>
          </a:p>
        </p:txBody>
      </p:sp>
      <p:sp>
        <p:nvSpPr>
          <p:cNvPr id="34" name="TextBox 33"/>
          <p:cNvSpPr txBox="1"/>
          <p:nvPr/>
        </p:nvSpPr>
        <p:spPr>
          <a:xfrm>
            <a:off x="7445062" y="2860531"/>
            <a:ext cx="1600200" cy="369332"/>
          </a:xfrm>
          <a:prstGeom prst="rect">
            <a:avLst/>
          </a:prstGeom>
          <a:noFill/>
        </p:spPr>
        <p:txBody>
          <a:bodyPr wrap="square" rtlCol="0">
            <a:spAutoFit/>
          </a:bodyPr>
          <a:lstStyle/>
          <a:p>
            <a:r>
              <a:rPr lang="en-US" dirty="0"/>
              <a:t> one started</a:t>
            </a:r>
          </a:p>
        </p:txBody>
      </p:sp>
      <p:cxnSp>
        <p:nvCxnSpPr>
          <p:cNvPr id="36" name="Straight Arrow Connector 35"/>
          <p:cNvCxnSpPr/>
          <p:nvPr/>
        </p:nvCxnSpPr>
        <p:spPr>
          <a:xfrm rot="16200000" flipH="1">
            <a:off x="6553200" y="3352800"/>
            <a:ext cx="12192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rot="16200000" flipH="1">
            <a:off x="6781800" y="4114800"/>
            <a:ext cx="6858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6858000" y="5029200"/>
            <a:ext cx="6096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V="1">
            <a:off x="7010400" y="5791200"/>
            <a:ext cx="5334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5" name="Date Placeholder 34"/>
          <p:cNvSpPr>
            <a:spLocks noGrp="1"/>
          </p:cNvSpPr>
          <p:nvPr>
            <p:ph type="dt" sz="half" idx="10"/>
          </p:nvPr>
        </p:nvSpPr>
        <p:spPr/>
        <p:txBody>
          <a:bodyPr/>
          <a:lstStyle/>
          <a:p>
            <a:fld id="{40A9266A-61E8-4D9D-BD2D-C6534C37B86B}" type="datetime1">
              <a:rPr lang="en-US" smtClean="0"/>
              <a:pPr/>
              <a:t>9/30/2024</a:t>
            </a:fld>
            <a:endParaRPr lang="en-US" dirty="0"/>
          </a:p>
        </p:txBody>
      </p:sp>
      <p:sp>
        <p:nvSpPr>
          <p:cNvPr id="37" name="Slide Number Placeholder 36"/>
          <p:cNvSpPr>
            <a:spLocks noGrp="1"/>
          </p:cNvSpPr>
          <p:nvPr>
            <p:ph type="sldNum" sz="quarter" idx="12"/>
          </p:nvPr>
        </p:nvSpPr>
        <p:spPr/>
        <p:txBody>
          <a:bodyPr/>
          <a:lstStyle/>
          <a:p>
            <a:fld id="{D57F1E4F-1CFF-5643-939E-217C01CDF565}" type="slidenum">
              <a:rPr lang="en-US" smtClean="0"/>
              <a:pPr/>
              <a:t>20</a:t>
            </a:fld>
            <a:endParaRPr lang="en-US" dirty="0"/>
          </a:p>
        </p:txBody>
      </p:sp>
      <p:sp>
        <p:nvSpPr>
          <p:cNvPr id="39" name="Footer Placeholder 38"/>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1534738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ox(in)">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ox(i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7">
                                            <p:txEl>
                                              <p:pRg st="0" end="0"/>
                                            </p:txEl>
                                          </p:spTgt>
                                        </p:tgtEl>
                                        <p:attrNameLst>
                                          <p:attrName>style.visibility</p:attrName>
                                        </p:attrNameLst>
                                      </p:cBhvr>
                                      <p:to>
                                        <p:strVal val="visible"/>
                                      </p:to>
                                    </p:set>
                                    <p:animEffect transition="in" filter="box(in)">
                                      <p:cBhvr>
                                        <p:cTn id="17" dur="500"/>
                                        <p:tgtEl>
                                          <p:spTgt spid="2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4"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 from="(-#ppt_w/2)" to="(#ppt_x)" calcmode="lin" valueType="num">
                                      <p:cBhvr>
                                        <p:cTn id="22" dur="600" fill="hold">
                                          <p:stCondLst>
                                            <p:cond delay="0"/>
                                          </p:stCondLst>
                                        </p:cTn>
                                        <p:tgtEl>
                                          <p:spTgt spid="21"/>
                                        </p:tgtEl>
                                        <p:attrNameLst>
                                          <p:attrName>ppt_x</p:attrName>
                                        </p:attrNameLst>
                                      </p:cBhvr>
                                    </p:anim>
                                    <p:anim from="0" to="-1.0" calcmode="lin" valueType="num">
                                      <p:cBhvr>
                                        <p:cTn id="23" dur="200" decel="50000" autoRev="1" fill="hold">
                                          <p:stCondLst>
                                            <p:cond delay="600"/>
                                          </p:stCondLst>
                                        </p:cTn>
                                        <p:tgtEl>
                                          <p:spTgt spid="21"/>
                                        </p:tgtEl>
                                        <p:attrNameLst>
                                          <p:attrName>xshear</p:attrName>
                                        </p:attrNameLst>
                                      </p:cBhvr>
                                    </p:anim>
                                    <p:animScale>
                                      <p:cBhvr>
                                        <p:cTn id="24" dur="200" decel="100000" autoRev="1" fill="hold">
                                          <p:stCondLst>
                                            <p:cond delay="600"/>
                                          </p:stCondLst>
                                        </p:cTn>
                                        <p:tgtEl>
                                          <p:spTgt spid="21"/>
                                        </p:tgtEl>
                                      </p:cBhvr>
                                      <p:from x="100000" y="100000"/>
                                      <p:to x="80000" y="100000"/>
                                    </p:animScale>
                                    <p:anim by="(#ppt_h/3+#ppt_w*0.1)" calcmode="lin" valueType="num">
                                      <p:cBhvr additive="sum">
                                        <p:cTn id="25" dur="200" decel="100000" autoRev="1" fill="hold">
                                          <p:stCondLst>
                                            <p:cond delay="600"/>
                                          </p:stCondLst>
                                        </p:cTn>
                                        <p:tgtEl>
                                          <p:spTgt spid="21"/>
                                        </p:tgtEl>
                                        <p:attrNameLst>
                                          <p:attrName>ppt_x</p:attrName>
                                        </p:attrNameLst>
                                      </p:cBhvr>
                                    </p:anim>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box(in)">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nodeType="clickEffect">
                                  <p:stCondLst>
                                    <p:cond delay="0"/>
                                  </p:stCondLst>
                                  <p:childTnLst>
                                    <p:set>
                                      <p:cBhvr>
                                        <p:cTn id="34" dur="1" fill="hold">
                                          <p:stCondLst>
                                            <p:cond delay="0"/>
                                          </p:stCondLst>
                                        </p:cTn>
                                        <p:tgtEl>
                                          <p:spTgt spid="34">
                                            <p:txEl>
                                              <p:pRg st="0" end="0"/>
                                            </p:txEl>
                                          </p:spTgt>
                                        </p:tgtEl>
                                        <p:attrNameLst>
                                          <p:attrName>style.visibility</p:attrName>
                                        </p:attrNameLst>
                                      </p:cBhvr>
                                      <p:to>
                                        <p:strVal val="visible"/>
                                      </p:to>
                                    </p:set>
                                    <p:animEffect transition="in" filter="box(in)">
                                      <p:cBhvr>
                                        <p:cTn id="35" dur="500"/>
                                        <p:tgtEl>
                                          <p:spTgt spid="34">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grpId="0" nodeType="click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box(in)">
                                      <p:cBhvr>
                                        <p:cTn id="40" dur="500"/>
                                        <p:tgtEl>
                                          <p:spTgt spid="22"/>
                                        </p:tgtEl>
                                      </p:cBhvr>
                                    </p:animEffect>
                                  </p:childTnLst>
                                </p:cTn>
                              </p:par>
                            </p:childTnLst>
                          </p:cTn>
                        </p:par>
                      </p:childTnLst>
                    </p:cTn>
                  </p:par>
                  <p:par>
                    <p:cTn id="41" fill="hold">
                      <p:stCondLst>
                        <p:cond delay="indefinite"/>
                      </p:stCondLst>
                      <p:childTnLst>
                        <p:par>
                          <p:cTn id="42" fill="hold">
                            <p:stCondLst>
                              <p:cond delay="0"/>
                            </p:stCondLst>
                            <p:childTnLst>
                              <p:par>
                                <p:cTn id="43" presetID="4" presetClass="entr" presetSubtype="16"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box(in)">
                                      <p:cBhvr>
                                        <p:cTn id="45" dur="500"/>
                                        <p:tgtEl>
                                          <p:spTgt spid="9"/>
                                        </p:tgtEl>
                                      </p:cBhvr>
                                    </p:animEffect>
                                  </p:childTnLst>
                                </p:cTn>
                              </p:par>
                            </p:childTnLst>
                          </p:cTn>
                        </p:par>
                      </p:childTnLst>
                    </p:cTn>
                  </p:par>
                  <p:par>
                    <p:cTn id="46" fill="hold">
                      <p:stCondLst>
                        <p:cond delay="indefinite"/>
                      </p:stCondLst>
                      <p:childTnLst>
                        <p:par>
                          <p:cTn id="47" fill="hold">
                            <p:stCondLst>
                              <p:cond delay="0"/>
                            </p:stCondLst>
                            <p:childTnLst>
                              <p:par>
                                <p:cTn id="48" presetID="4" presetClass="entr" presetSubtype="16" fill="hold" grpId="0" nodeType="click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box(in)">
                                      <p:cBhvr>
                                        <p:cTn id="50" dur="500"/>
                                        <p:tgtEl>
                                          <p:spTgt spid="33"/>
                                        </p:tgtEl>
                                      </p:cBhvr>
                                    </p:animEffect>
                                  </p:childTnLst>
                                </p:cTn>
                              </p:par>
                            </p:childTnLst>
                          </p:cTn>
                        </p:par>
                      </p:childTnLst>
                    </p:cTn>
                  </p:par>
                  <p:par>
                    <p:cTn id="51" fill="hold">
                      <p:stCondLst>
                        <p:cond delay="indefinite"/>
                      </p:stCondLst>
                      <p:childTnLst>
                        <p:par>
                          <p:cTn id="52" fill="hold">
                            <p:stCondLst>
                              <p:cond delay="0"/>
                            </p:stCondLst>
                            <p:childTnLst>
                              <p:par>
                                <p:cTn id="53" presetID="4" presetClass="entr" presetSubtype="16"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box(in)">
                                      <p:cBhvr>
                                        <p:cTn id="55" dur="500"/>
                                        <p:tgtEl>
                                          <p:spTgt spid="23"/>
                                        </p:tgtEl>
                                      </p:cBhvr>
                                    </p:animEffect>
                                  </p:childTnLst>
                                </p:cTn>
                              </p:par>
                            </p:childTnLst>
                          </p:cTn>
                        </p:par>
                      </p:childTnLst>
                    </p:cTn>
                  </p:par>
                  <p:par>
                    <p:cTn id="56" fill="hold">
                      <p:stCondLst>
                        <p:cond delay="indefinite"/>
                      </p:stCondLst>
                      <p:childTnLst>
                        <p:par>
                          <p:cTn id="57" fill="hold">
                            <p:stCondLst>
                              <p:cond delay="0"/>
                            </p:stCondLst>
                            <p:childTnLst>
                              <p:par>
                                <p:cTn id="58" presetID="4" presetClass="entr" presetSubtype="16" fill="hold" grpId="0" nodeType="click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box(in)">
                                      <p:cBhvr>
                                        <p:cTn id="60" dur="500"/>
                                        <p:tgtEl>
                                          <p:spTgt spid="10"/>
                                        </p:tgtEl>
                                      </p:cBhvr>
                                    </p:animEffect>
                                  </p:childTnLst>
                                </p:cTn>
                              </p:par>
                            </p:childTnLst>
                          </p:cTn>
                        </p:par>
                      </p:childTnLst>
                    </p:cTn>
                  </p:par>
                  <p:par>
                    <p:cTn id="61" fill="hold">
                      <p:stCondLst>
                        <p:cond delay="indefinite"/>
                      </p:stCondLst>
                      <p:childTnLst>
                        <p:par>
                          <p:cTn id="62" fill="hold">
                            <p:stCondLst>
                              <p:cond delay="0"/>
                            </p:stCondLst>
                            <p:childTnLst>
                              <p:par>
                                <p:cTn id="63" presetID="4" presetClass="entr" presetSubtype="16" fill="hold" grpId="0" nodeType="click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box(in)">
                                      <p:cBhvr>
                                        <p:cTn id="65" dur="500"/>
                                        <p:tgtEl>
                                          <p:spTgt spid="32"/>
                                        </p:tgtEl>
                                      </p:cBhvr>
                                    </p:animEffect>
                                  </p:childTnLst>
                                </p:cTn>
                              </p:par>
                            </p:childTnLst>
                          </p:cTn>
                        </p:par>
                      </p:childTnLst>
                    </p:cTn>
                  </p:par>
                  <p:par>
                    <p:cTn id="66" fill="hold">
                      <p:stCondLst>
                        <p:cond delay="indefinite"/>
                      </p:stCondLst>
                      <p:childTnLst>
                        <p:par>
                          <p:cTn id="67" fill="hold">
                            <p:stCondLst>
                              <p:cond delay="0"/>
                            </p:stCondLst>
                            <p:childTnLst>
                              <p:par>
                                <p:cTn id="68" presetID="4" presetClass="entr" presetSubtype="16" fill="hold" nodeType="clickEffect">
                                  <p:stCondLst>
                                    <p:cond delay="0"/>
                                  </p:stCondLst>
                                  <p:childTnLst>
                                    <p:set>
                                      <p:cBhvr>
                                        <p:cTn id="69" dur="1" fill="hold">
                                          <p:stCondLst>
                                            <p:cond delay="0"/>
                                          </p:stCondLst>
                                        </p:cTn>
                                        <p:tgtEl>
                                          <p:spTgt spid="36"/>
                                        </p:tgtEl>
                                        <p:attrNameLst>
                                          <p:attrName>style.visibility</p:attrName>
                                        </p:attrNameLst>
                                      </p:cBhvr>
                                      <p:to>
                                        <p:strVal val="visible"/>
                                      </p:to>
                                    </p:set>
                                    <p:animEffect transition="in" filter="box(in)">
                                      <p:cBhvr>
                                        <p:cTn id="70" dur="500"/>
                                        <p:tgtEl>
                                          <p:spTgt spid="36"/>
                                        </p:tgtEl>
                                      </p:cBhvr>
                                    </p:animEffect>
                                  </p:childTnLst>
                                </p:cTn>
                              </p:par>
                              <p:par>
                                <p:cTn id="71" presetID="4" presetClass="entr" presetSubtype="16"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box(in)">
                                      <p:cBhvr>
                                        <p:cTn id="73" dur="500"/>
                                        <p:tgtEl>
                                          <p:spTgt spid="28"/>
                                        </p:tgtEl>
                                      </p:cBhvr>
                                    </p:animEffect>
                                  </p:childTnLst>
                                </p:cTn>
                              </p:par>
                            </p:childTnLst>
                          </p:cTn>
                        </p:par>
                      </p:childTnLst>
                    </p:cTn>
                  </p:par>
                  <p:par>
                    <p:cTn id="74" fill="hold">
                      <p:stCondLst>
                        <p:cond delay="indefinite"/>
                      </p:stCondLst>
                      <p:childTnLst>
                        <p:par>
                          <p:cTn id="75" fill="hold">
                            <p:stCondLst>
                              <p:cond delay="0"/>
                            </p:stCondLst>
                            <p:childTnLst>
                              <p:par>
                                <p:cTn id="76" presetID="4" presetClass="entr" presetSubtype="16" fill="hold" nodeType="clickEffect">
                                  <p:stCondLst>
                                    <p:cond delay="0"/>
                                  </p:stCondLst>
                                  <p:childTnLst>
                                    <p:set>
                                      <p:cBhvr>
                                        <p:cTn id="77" dur="1" fill="hold">
                                          <p:stCondLst>
                                            <p:cond delay="0"/>
                                          </p:stCondLst>
                                        </p:cTn>
                                        <p:tgtEl>
                                          <p:spTgt spid="38"/>
                                        </p:tgtEl>
                                        <p:attrNameLst>
                                          <p:attrName>style.visibility</p:attrName>
                                        </p:attrNameLst>
                                      </p:cBhvr>
                                      <p:to>
                                        <p:strVal val="visible"/>
                                      </p:to>
                                    </p:set>
                                    <p:animEffect transition="in" filter="box(in)">
                                      <p:cBhvr>
                                        <p:cTn id="78" dur="500"/>
                                        <p:tgtEl>
                                          <p:spTgt spid="38"/>
                                        </p:tgtEl>
                                      </p:cBhvr>
                                    </p:animEffect>
                                  </p:childTnLst>
                                </p:cTn>
                              </p:par>
                              <p:par>
                                <p:cTn id="79" presetID="4" presetClass="entr" presetSubtype="16"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box(in)">
                                      <p:cBhvr>
                                        <p:cTn id="81" dur="500"/>
                                        <p:tgtEl>
                                          <p:spTgt spid="29"/>
                                        </p:tgtEl>
                                      </p:cBhvr>
                                    </p:animEffect>
                                  </p:childTnLst>
                                </p:cTn>
                              </p:par>
                            </p:childTnLst>
                          </p:cTn>
                        </p:par>
                      </p:childTnLst>
                    </p:cTn>
                  </p:par>
                  <p:par>
                    <p:cTn id="82" fill="hold">
                      <p:stCondLst>
                        <p:cond delay="indefinite"/>
                      </p:stCondLst>
                      <p:childTnLst>
                        <p:par>
                          <p:cTn id="83" fill="hold">
                            <p:stCondLst>
                              <p:cond delay="0"/>
                            </p:stCondLst>
                            <p:childTnLst>
                              <p:par>
                                <p:cTn id="84" presetID="4" presetClass="entr" presetSubtype="16" fill="hold" nodeType="clickEffect">
                                  <p:stCondLst>
                                    <p:cond delay="0"/>
                                  </p:stCondLst>
                                  <p:childTnLst>
                                    <p:set>
                                      <p:cBhvr>
                                        <p:cTn id="85" dur="1" fill="hold">
                                          <p:stCondLst>
                                            <p:cond delay="0"/>
                                          </p:stCondLst>
                                        </p:cTn>
                                        <p:tgtEl>
                                          <p:spTgt spid="40"/>
                                        </p:tgtEl>
                                        <p:attrNameLst>
                                          <p:attrName>style.visibility</p:attrName>
                                        </p:attrNameLst>
                                      </p:cBhvr>
                                      <p:to>
                                        <p:strVal val="visible"/>
                                      </p:to>
                                    </p:set>
                                    <p:animEffect transition="in" filter="box(in)">
                                      <p:cBhvr>
                                        <p:cTn id="86" dur="500"/>
                                        <p:tgtEl>
                                          <p:spTgt spid="40"/>
                                        </p:tgtEl>
                                      </p:cBhvr>
                                    </p:animEffect>
                                  </p:childTnLst>
                                </p:cTn>
                              </p:par>
                              <p:par>
                                <p:cTn id="87" presetID="4" presetClass="entr" presetSubtype="16" fill="hold"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box(in)">
                                      <p:cBhvr>
                                        <p:cTn id="89" dur="500"/>
                                        <p:tgtEl>
                                          <p:spTgt spid="30"/>
                                        </p:tgtEl>
                                      </p:cBhvr>
                                    </p:animEffect>
                                  </p:childTnLst>
                                </p:cTn>
                              </p:par>
                            </p:childTnLst>
                          </p:cTn>
                        </p:par>
                      </p:childTnLst>
                    </p:cTn>
                  </p:par>
                  <p:par>
                    <p:cTn id="90" fill="hold">
                      <p:stCondLst>
                        <p:cond delay="indefinite"/>
                      </p:stCondLst>
                      <p:childTnLst>
                        <p:par>
                          <p:cTn id="91" fill="hold">
                            <p:stCondLst>
                              <p:cond delay="0"/>
                            </p:stCondLst>
                            <p:childTnLst>
                              <p:par>
                                <p:cTn id="92" presetID="4" presetClass="entr" presetSubtype="16" fill="hold" nodeType="clickEffect">
                                  <p:stCondLst>
                                    <p:cond delay="0"/>
                                  </p:stCondLst>
                                  <p:childTnLst>
                                    <p:set>
                                      <p:cBhvr>
                                        <p:cTn id="93" dur="1" fill="hold">
                                          <p:stCondLst>
                                            <p:cond delay="0"/>
                                          </p:stCondLst>
                                        </p:cTn>
                                        <p:tgtEl>
                                          <p:spTgt spid="42"/>
                                        </p:tgtEl>
                                        <p:attrNameLst>
                                          <p:attrName>style.visibility</p:attrName>
                                        </p:attrNameLst>
                                      </p:cBhvr>
                                      <p:to>
                                        <p:strVal val="visible"/>
                                      </p:to>
                                    </p:set>
                                    <p:animEffect transition="in" filter="box(in)">
                                      <p:cBhvr>
                                        <p:cTn id="94" dur="500"/>
                                        <p:tgtEl>
                                          <p:spTgt spid="42"/>
                                        </p:tgtEl>
                                      </p:cBhvr>
                                    </p:animEffect>
                                  </p:childTnLst>
                                </p:cTn>
                              </p:par>
                              <p:par>
                                <p:cTn id="95" presetID="4" presetClass="entr" presetSubtype="16" fill="hold" grpId="0" nodeType="withEffect">
                                  <p:stCondLst>
                                    <p:cond delay="0"/>
                                  </p:stCondLst>
                                  <p:childTnLst>
                                    <p:set>
                                      <p:cBhvr>
                                        <p:cTn id="96" dur="1" fill="hold">
                                          <p:stCondLst>
                                            <p:cond delay="0"/>
                                          </p:stCondLst>
                                        </p:cTn>
                                        <p:tgtEl>
                                          <p:spTgt spid="31"/>
                                        </p:tgtEl>
                                        <p:attrNameLst>
                                          <p:attrName>style.visibility</p:attrName>
                                        </p:attrNameLst>
                                      </p:cBhvr>
                                      <p:to>
                                        <p:strVal val="visible"/>
                                      </p:to>
                                    </p:set>
                                    <p:animEffect transition="in" filter="box(in)">
                                      <p:cBhvr>
                                        <p:cTn id="9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20" grpId="0"/>
      <p:bldP spid="21" grpId="0"/>
      <p:bldP spid="22" grpId="0"/>
      <p:bldP spid="23" grpId="0"/>
      <p:bldP spid="28" grpId="0"/>
      <p:bldP spid="29" grpId="0"/>
      <p:bldP spid="31" grpId="0"/>
      <p:bldP spid="32" grpId="0"/>
      <p:bldP spid="3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Evaluation of postfix expression</a:t>
            </a:r>
          </a:p>
        </p:txBody>
      </p:sp>
      <p:sp>
        <p:nvSpPr>
          <p:cNvPr id="3" name="Content Placeholder 2"/>
          <p:cNvSpPr>
            <a:spLocks noGrp="1"/>
          </p:cNvSpPr>
          <p:nvPr>
            <p:ph sz="half" idx="1"/>
          </p:nvPr>
        </p:nvSpPr>
        <p:spPr>
          <a:xfrm>
            <a:off x="1752600" y="1600200"/>
            <a:ext cx="8915400" cy="5029200"/>
          </a:xfrm>
        </p:spPr>
        <p:txBody>
          <a:bodyPr>
            <a:normAutofit fontScale="92500"/>
          </a:bodyPr>
          <a:lstStyle/>
          <a:p>
            <a:pPr marL="11430" marR="2023682" algn="just">
              <a:lnSpc>
                <a:spcPct val="143900"/>
              </a:lnSpc>
              <a:buNone/>
            </a:pPr>
            <a:r>
              <a:rPr lang="en-US" sz="2000" b="1" spc="-5" dirty="0">
                <a:solidFill>
                  <a:schemeClr val="accent3">
                    <a:lumMod val="50000"/>
                  </a:schemeClr>
                </a:solidFill>
                <a:latin typeface="Arial"/>
                <a:cs typeface="Arial"/>
              </a:rPr>
              <a:t>Step-1</a:t>
            </a:r>
            <a:r>
              <a:rPr lang="en-US" sz="2000" spc="-5" dirty="0">
                <a:latin typeface="Arial"/>
                <a:cs typeface="Arial"/>
              </a:rPr>
              <a:t> Read the postfix expression from left to right </a:t>
            </a:r>
          </a:p>
          <a:p>
            <a:pPr marL="11430" marR="2023682">
              <a:lnSpc>
                <a:spcPct val="143900"/>
              </a:lnSpc>
              <a:buNone/>
            </a:pPr>
            <a:r>
              <a:rPr lang="en-US" sz="2000" b="1" spc="-5" dirty="0">
                <a:solidFill>
                  <a:schemeClr val="accent3">
                    <a:lumMod val="50000"/>
                  </a:schemeClr>
                </a:solidFill>
                <a:latin typeface="Arial"/>
                <a:cs typeface="Arial"/>
              </a:rPr>
              <a:t>Step-2</a:t>
            </a:r>
            <a:r>
              <a:rPr lang="en-US" sz="2000" spc="-5" dirty="0">
                <a:latin typeface="Arial"/>
                <a:cs typeface="Arial"/>
              </a:rPr>
              <a:t> If element </a:t>
            </a:r>
            <a:r>
              <a:rPr lang="en-US" sz="2000" dirty="0">
                <a:latin typeface="Arial"/>
                <a:cs typeface="Arial"/>
              </a:rPr>
              <a:t>is</a:t>
            </a:r>
            <a:r>
              <a:rPr lang="en-US" sz="2000" spc="-5" dirty="0">
                <a:latin typeface="Arial"/>
                <a:cs typeface="Arial"/>
              </a:rPr>
              <a:t> “</a:t>
            </a:r>
            <a:r>
              <a:rPr lang="en-US" sz="2000" dirty="0">
                <a:solidFill>
                  <a:srgbClr val="0070C0"/>
                </a:solidFill>
                <a:latin typeface="Arial"/>
                <a:cs typeface="Arial"/>
              </a:rPr>
              <a:t>operand”</a:t>
            </a:r>
            <a:r>
              <a:rPr lang="en-US" sz="2000" spc="-5" dirty="0">
                <a:latin typeface="Arial"/>
                <a:cs typeface="Arial"/>
              </a:rPr>
              <a:t> than</a:t>
            </a:r>
            <a:endParaRPr lang="en-US" sz="2000" dirty="0">
              <a:latin typeface="Arial"/>
              <a:cs typeface="Arial"/>
            </a:endParaRPr>
          </a:p>
          <a:p>
            <a:pPr marL="11430">
              <a:spcBef>
                <a:spcPts val="945"/>
              </a:spcBef>
              <a:buNone/>
            </a:pPr>
            <a:r>
              <a:rPr lang="en-US" sz="2000" spc="-5" dirty="0">
                <a:latin typeface="Arial"/>
                <a:cs typeface="Arial"/>
              </a:rPr>
              <a:t>           i. </a:t>
            </a:r>
            <a:r>
              <a:rPr lang="en-US" sz="2000" spc="-5" dirty="0">
                <a:solidFill>
                  <a:srgbClr val="FF0000"/>
                </a:solidFill>
                <a:latin typeface="Arial"/>
                <a:cs typeface="Arial"/>
              </a:rPr>
              <a:t>Push</a:t>
            </a:r>
            <a:r>
              <a:rPr lang="en-US" sz="2000" spc="-5" dirty="0">
                <a:latin typeface="Arial"/>
                <a:cs typeface="Arial"/>
              </a:rPr>
              <a:t> the element </a:t>
            </a:r>
            <a:r>
              <a:rPr lang="en-US" sz="2000" dirty="0">
                <a:latin typeface="Arial"/>
                <a:cs typeface="Arial"/>
              </a:rPr>
              <a:t>in</a:t>
            </a:r>
            <a:r>
              <a:rPr lang="en-US" sz="2000" spc="-5" dirty="0">
                <a:latin typeface="Arial"/>
                <a:cs typeface="Arial"/>
              </a:rPr>
              <a:t> the stack</a:t>
            </a:r>
          </a:p>
          <a:p>
            <a:pPr marL="11430">
              <a:spcBef>
                <a:spcPts val="945"/>
              </a:spcBef>
              <a:buNone/>
            </a:pPr>
            <a:r>
              <a:rPr lang="en-US" sz="2000" b="1" spc="-5" dirty="0">
                <a:solidFill>
                  <a:schemeClr val="accent3">
                    <a:lumMod val="50000"/>
                  </a:schemeClr>
                </a:solidFill>
                <a:latin typeface="Arial"/>
                <a:cs typeface="Arial"/>
              </a:rPr>
              <a:t>Step-3</a:t>
            </a:r>
            <a:r>
              <a:rPr lang="en-US" sz="2000" spc="-5" dirty="0">
                <a:latin typeface="Arial"/>
                <a:cs typeface="Arial"/>
              </a:rPr>
              <a:t> If element </a:t>
            </a:r>
            <a:r>
              <a:rPr lang="en-US" sz="2000" dirty="0">
                <a:latin typeface="Arial"/>
                <a:cs typeface="Arial"/>
              </a:rPr>
              <a:t>is</a:t>
            </a:r>
            <a:r>
              <a:rPr lang="en-US" sz="2000" spc="-5" dirty="0">
                <a:latin typeface="Arial"/>
                <a:cs typeface="Arial"/>
              </a:rPr>
              <a:t> “</a:t>
            </a:r>
            <a:r>
              <a:rPr lang="en-US" sz="2000" spc="-5" dirty="0">
                <a:solidFill>
                  <a:srgbClr val="0070C0"/>
                </a:solidFill>
                <a:latin typeface="Arial"/>
                <a:cs typeface="Arial"/>
              </a:rPr>
              <a:t>operator”</a:t>
            </a:r>
            <a:r>
              <a:rPr lang="en-US" sz="2000" spc="-5" dirty="0">
                <a:latin typeface="Arial"/>
                <a:cs typeface="Arial"/>
              </a:rPr>
              <a:t> then</a:t>
            </a:r>
            <a:endParaRPr lang="en-US" sz="2000" dirty="0">
              <a:latin typeface="Arial"/>
              <a:cs typeface="Arial"/>
            </a:endParaRPr>
          </a:p>
          <a:p>
            <a:pPr marL="188595" indent="-177165">
              <a:lnSpc>
                <a:spcPts val="2115"/>
              </a:lnSpc>
              <a:spcBef>
                <a:spcPts val="945"/>
              </a:spcBef>
              <a:buNone/>
              <a:tabLst>
                <a:tab pos="189167" algn="l"/>
              </a:tabLst>
            </a:pPr>
            <a:r>
              <a:rPr lang="en-US" sz="2000" spc="-5" dirty="0">
                <a:latin typeface="Arial"/>
                <a:cs typeface="Arial"/>
              </a:rPr>
              <a:t>           i. </a:t>
            </a:r>
            <a:r>
              <a:rPr lang="en-US" sz="2000" spc="-5" dirty="0">
                <a:solidFill>
                  <a:srgbClr val="FF0000"/>
                </a:solidFill>
                <a:latin typeface="Arial"/>
                <a:cs typeface="Arial"/>
              </a:rPr>
              <a:t>Pop two </a:t>
            </a:r>
            <a:r>
              <a:rPr lang="en-US" sz="2000" dirty="0">
                <a:solidFill>
                  <a:srgbClr val="FF0000"/>
                </a:solidFill>
                <a:latin typeface="Arial"/>
                <a:cs typeface="Arial"/>
              </a:rPr>
              <a:t>operands</a:t>
            </a:r>
            <a:r>
              <a:rPr lang="en-US" sz="2000" spc="-5" dirty="0">
                <a:solidFill>
                  <a:srgbClr val="FF0000"/>
                </a:solidFill>
                <a:latin typeface="Arial"/>
                <a:cs typeface="Arial"/>
              </a:rPr>
              <a:t> </a:t>
            </a:r>
            <a:r>
              <a:rPr lang="en-US" sz="2000" spc="-5" dirty="0">
                <a:latin typeface="Arial"/>
                <a:cs typeface="Arial"/>
              </a:rPr>
              <a:t>from the stack</a:t>
            </a:r>
          </a:p>
          <a:p>
            <a:pPr marL="239459" indent="-228029">
              <a:spcBef>
                <a:spcPts val="945"/>
              </a:spcBef>
              <a:buNone/>
              <a:tabLst>
                <a:tab pos="240030" algn="l"/>
              </a:tabLst>
            </a:pPr>
            <a:r>
              <a:rPr lang="en-US" sz="2000" spc="-5" dirty="0">
                <a:latin typeface="Arial"/>
                <a:cs typeface="Arial"/>
              </a:rPr>
              <a:t>           ii. </a:t>
            </a:r>
            <a:r>
              <a:rPr lang="en-US" sz="2000" spc="-5" dirty="0">
                <a:solidFill>
                  <a:srgbClr val="FF0000"/>
                </a:solidFill>
                <a:latin typeface="Arial"/>
                <a:cs typeface="Arial"/>
              </a:rPr>
              <a:t>Evaluate</a:t>
            </a:r>
            <a:r>
              <a:rPr lang="en-US" sz="2000" spc="-5" dirty="0">
                <a:latin typeface="Arial"/>
                <a:cs typeface="Arial"/>
              </a:rPr>
              <a:t> the </a:t>
            </a:r>
            <a:r>
              <a:rPr lang="en-US" sz="2000" dirty="0">
                <a:latin typeface="Arial"/>
                <a:cs typeface="Arial"/>
              </a:rPr>
              <a:t>expression</a:t>
            </a:r>
            <a:r>
              <a:rPr lang="en-US" sz="2000" spc="-5" dirty="0">
                <a:latin typeface="Arial"/>
                <a:cs typeface="Arial"/>
              </a:rPr>
              <a:t> formed </a:t>
            </a:r>
            <a:r>
              <a:rPr lang="en-US" sz="2000" dirty="0">
                <a:latin typeface="Arial"/>
                <a:cs typeface="Arial"/>
              </a:rPr>
              <a:t>by</a:t>
            </a:r>
            <a:r>
              <a:rPr lang="en-US" sz="2000" spc="-5" dirty="0">
                <a:latin typeface="Arial"/>
                <a:cs typeface="Arial"/>
              </a:rPr>
              <a:t> the two </a:t>
            </a:r>
            <a:r>
              <a:rPr lang="en-US" sz="2000" dirty="0">
                <a:latin typeface="Arial"/>
                <a:cs typeface="Arial"/>
              </a:rPr>
              <a:t>operands</a:t>
            </a:r>
            <a:r>
              <a:rPr lang="en-US" sz="2000" spc="-5" dirty="0">
                <a:latin typeface="Arial"/>
                <a:cs typeface="Arial"/>
              </a:rPr>
              <a:t> </a:t>
            </a:r>
            <a:r>
              <a:rPr lang="en-US" sz="2000" dirty="0">
                <a:latin typeface="Arial"/>
                <a:cs typeface="Arial"/>
              </a:rPr>
              <a:t>and</a:t>
            </a:r>
            <a:r>
              <a:rPr lang="en-US" sz="2000" spc="-5" dirty="0">
                <a:latin typeface="Arial"/>
                <a:cs typeface="Arial"/>
              </a:rPr>
              <a:t> the   </a:t>
            </a:r>
          </a:p>
          <a:p>
            <a:pPr marL="239459" indent="-228029">
              <a:spcBef>
                <a:spcPts val="945"/>
              </a:spcBef>
              <a:buNone/>
              <a:tabLst>
                <a:tab pos="240030" algn="l"/>
              </a:tabLst>
            </a:pPr>
            <a:r>
              <a:rPr lang="en-US" sz="2000" spc="-5" dirty="0">
                <a:latin typeface="Arial"/>
                <a:cs typeface="Arial"/>
              </a:rPr>
              <a:t>               operator</a:t>
            </a:r>
            <a:endParaRPr lang="en-US" sz="2000" dirty="0">
              <a:latin typeface="Arial"/>
              <a:cs typeface="Arial"/>
            </a:endParaRPr>
          </a:p>
          <a:p>
            <a:pPr marL="290322" indent="-278892">
              <a:spcBef>
                <a:spcPts val="945"/>
              </a:spcBef>
              <a:buNone/>
              <a:tabLst>
                <a:tab pos="290322" algn="l"/>
              </a:tabLst>
            </a:pPr>
            <a:r>
              <a:rPr lang="en-US" sz="2000" spc="-5" dirty="0">
                <a:latin typeface="Arial"/>
                <a:cs typeface="Arial"/>
              </a:rPr>
              <a:t>           iii. </a:t>
            </a:r>
            <a:r>
              <a:rPr lang="en-US" sz="2000" spc="-5" dirty="0">
                <a:solidFill>
                  <a:srgbClr val="FF0000"/>
                </a:solidFill>
                <a:latin typeface="Arial"/>
                <a:cs typeface="Arial"/>
              </a:rPr>
              <a:t>Push the results </a:t>
            </a:r>
            <a:r>
              <a:rPr lang="en-US" sz="2000" spc="-5" dirty="0">
                <a:latin typeface="Arial"/>
                <a:cs typeface="Arial"/>
              </a:rPr>
              <a:t>of the </a:t>
            </a:r>
            <a:r>
              <a:rPr lang="en-US" sz="2000" dirty="0">
                <a:latin typeface="Arial"/>
                <a:cs typeface="Arial"/>
              </a:rPr>
              <a:t>expression</a:t>
            </a:r>
            <a:r>
              <a:rPr lang="en-US" sz="2000" spc="-5" dirty="0">
                <a:latin typeface="Arial"/>
                <a:cs typeface="Arial"/>
              </a:rPr>
              <a:t> </a:t>
            </a:r>
            <a:r>
              <a:rPr lang="en-US" sz="2000" dirty="0">
                <a:latin typeface="Arial"/>
                <a:cs typeface="Arial"/>
              </a:rPr>
              <a:t>in</a:t>
            </a:r>
            <a:r>
              <a:rPr lang="en-US" sz="2000" spc="-5" dirty="0">
                <a:latin typeface="Arial"/>
                <a:cs typeface="Arial"/>
              </a:rPr>
              <a:t> the stack end.</a:t>
            </a:r>
          </a:p>
          <a:p>
            <a:pPr marL="11430">
              <a:spcBef>
                <a:spcPts val="945"/>
              </a:spcBef>
              <a:buNone/>
            </a:pPr>
            <a:r>
              <a:rPr lang="en-US" sz="2000" b="1" spc="-5" dirty="0">
                <a:solidFill>
                  <a:schemeClr val="accent3">
                    <a:lumMod val="50000"/>
                  </a:schemeClr>
                </a:solidFill>
                <a:latin typeface="Arial"/>
                <a:cs typeface="Arial"/>
              </a:rPr>
              <a:t>Step-4</a:t>
            </a:r>
            <a:r>
              <a:rPr lang="en-US" sz="2000" spc="-5" dirty="0">
                <a:latin typeface="Arial"/>
                <a:cs typeface="Arial"/>
              </a:rPr>
              <a:t> If “</a:t>
            </a:r>
            <a:r>
              <a:rPr lang="en-US" sz="2000" dirty="0">
                <a:solidFill>
                  <a:srgbClr val="0070C0"/>
                </a:solidFill>
                <a:latin typeface="Arial"/>
                <a:cs typeface="Arial"/>
              </a:rPr>
              <a:t>no</a:t>
            </a:r>
            <a:r>
              <a:rPr lang="en-US" sz="2000" spc="-5" dirty="0">
                <a:solidFill>
                  <a:srgbClr val="0070C0"/>
                </a:solidFill>
                <a:latin typeface="Arial"/>
                <a:cs typeface="Arial"/>
              </a:rPr>
              <a:t> </a:t>
            </a:r>
            <a:r>
              <a:rPr lang="en-US" sz="2000" dirty="0">
                <a:solidFill>
                  <a:srgbClr val="0070C0"/>
                </a:solidFill>
                <a:latin typeface="Arial"/>
                <a:cs typeface="Arial"/>
              </a:rPr>
              <a:t>more</a:t>
            </a:r>
            <a:r>
              <a:rPr lang="en-US" sz="2000" spc="-5" dirty="0">
                <a:solidFill>
                  <a:srgbClr val="0070C0"/>
                </a:solidFill>
                <a:latin typeface="Arial"/>
                <a:cs typeface="Arial"/>
              </a:rPr>
              <a:t> elements” </a:t>
            </a:r>
            <a:r>
              <a:rPr lang="en-US" sz="2000" spc="-5" dirty="0">
                <a:latin typeface="Arial"/>
                <a:cs typeface="Arial"/>
              </a:rPr>
              <a:t>then</a:t>
            </a:r>
            <a:endParaRPr lang="en-US" sz="2000" dirty="0">
              <a:latin typeface="Arial"/>
              <a:cs typeface="Arial"/>
            </a:endParaRPr>
          </a:p>
          <a:p>
            <a:pPr marL="11430" marR="6467093">
              <a:lnSpc>
                <a:spcPct val="143900"/>
              </a:lnSpc>
              <a:buNone/>
            </a:pPr>
            <a:r>
              <a:rPr lang="en-US" sz="2000" spc="-5" dirty="0">
                <a:latin typeface="Arial"/>
                <a:cs typeface="Arial"/>
              </a:rPr>
              <a:t>          </a:t>
            </a:r>
            <a:r>
              <a:rPr lang="en-US" sz="2000" spc="-5" dirty="0">
                <a:solidFill>
                  <a:srgbClr val="FF0000"/>
                </a:solidFill>
                <a:latin typeface="Arial"/>
                <a:cs typeface="Arial"/>
              </a:rPr>
              <a:t>POP</a:t>
            </a:r>
            <a:r>
              <a:rPr lang="en-US" sz="2000" spc="-5" dirty="0">
                <a:latin typeface="Arial"/>
                <a:cs typeface="Arial"/>
              </a:rPr>
              <a:t> the result     </a:t>
            </a:r>
          </a:p>
          <a:p>
            <a:pPr marL="11430" marR="6467093">
              <a:lnSpc>
                <a:spcPct val="143900"/>
              </a:lnSpc>
              <a:buNone/>
            </a:pPr>
            <a:r>
              <a:rPr lang="en-US" sz="2000" spc="-5" dirty="0">
                <a:latin typeface="Arial"/>
                <a:cs typeface="Arial"/>
              </a:rPr>
              <a:t>         </a:t>
            </a:r>
            <a:r>
              <a:rPr lang="en-US" sz="2000" dirty="0">
                <a:latin typeface="Arial"/>
                <a:cs typeface="Arial"/>
              </a:rPr>
              <a:t>else </a:t>
            </a:r>
            <a:r>
              <a:rPr lang="en-US" sz="2000" spc="-5" dirty="0">
                <a:solidFill>
                  <a:srgbClr val="FF0000"/>
                </a:solidFill>
                <a:latin typeface="Arial"/>
                <a:cs typeface="Arial"/>
              </a:rPr>
              <a:t>goto step</a:t>
            </a:r>
            <a:r>
              <a:rPr lang="en-US" sz="2000" dirty="0">
                <a:solidFill>
                  <a:srgbClr val="FF0000"/>
                </a:solidFill>
                <a:latin typeface="Arial"/>
                <a:cs typeface="Arial"/>
              </a:rPr>
              <a:t>1</a:t>
            </a:r>
          </a:p>
          <a:p>
            <a:pPr marL="290322" indent="-278892">
              <a:spcBef>
                <a:spcPts val="945"/>
              </a:spcBef>
              <a:buNone/>
              <a:tabLst>
                <a:tab pos="290322" algn="l"/>
              </a:tabLst>
            </a:pPr>
            <a:endParaRPr lang="en-US" sz="2000" spc="-5" dirty="0">
              <a:latin typeface="Arial"/>
              <a:cs typeface="Arial"/>
            </a:endParaRPr>
          </a:p>
          <a:p>
            <a:pPr marL="290322" indent="-278892">
              <a:spcBef>
                <a:spcPts val="945"/>
              </a:spcBef>
              <a:buNone/>
              <a:tabLst>
                <a:tab pos="290322" algn="l"/>
              </a:tabLst>
            </a:pPr>
            <a:endParaRPr lang="en-US" sz="2000" dirty="0">
              <a:latin typeface="Arial"/>
              <a:cs typeface="Arial"/>
            </a:endParaRPr>
          </a:p>
          <a:p>
            <a:pPr marL="188595" indent="-177165">
              <a:lnSpc>
                <a:spcPts val="2115"/>
              </a:lnSpc>
              <a:spcBef>
                <a:spcPts val="945"/>
              </a:spcBef>
              <a:buNone/>
              <a:tabLst>
                <a:tab pos="189167" algn="l"/>
              </a:tabLst>
            </a:pPr>
            <a:endParaRPr lang="en-US" sz="2000" dirty="0">
              <a:latin typeface="Arial"/>
              <a:cs typeface="Arial"/>
            </a:endParaRPr>
          </a:p>
          <a:p>
            <a:pPr marL="11430" marR="2023682" algn="just">
              <a:lnSpc>
                <a:spcPct val="143900"/>
              </a:lnSpc>
              <a:buNone/>
            </a:pPr>
            <a:endParaRPr lang="en-US" sz="2000" spc="-5" dirty="0">
              <a:latin typeface="Arial"/>
              <a:cs typeface="Arial"/>
            </a:endParaRPr>
          </a:p>
          <a:p>
            <a:pPr marL="11430" marR="2023682" algn="just">
              <a:lnSpc>
                <a:spcPct val="143900"/>
              </a:lnSpc>
              <a:buNone/>
            </a:pPr>
            <a:endParaRPr lang="en-US" sz="2000" spc="-5" dirty="0">
              <a:latin typeface="Arial"/>
              <a:cs typeface="Arial"/>
            </a:endParaRPr>
          </a:p>
        </p:txBody>
      </p:sp>
      <p:sp>
        <p:nvSpPr>
          <p:cNvPr id="4" name="Date Placeholder 3"/>
          <p:cNvSpPr>
            <a:spLocks noGrp="1"/>
          </p:cNvSpPr>
          <p:nvPr>
            <p:ph type="dt" sz="half" idx="10"/>
          </p:nvPr>
        </p:nvSpPr>
        <p:spPr/>
        <p:txBody>
          <a:bodyPr/>
          <a:lstStyle/>
          <a:p>
            <a:fld id="{CB72E81D-5F49-4FD2-A9EB-B410D943616C}" type="datetime1">
              <a:rPr lang="en-US" smtClean="0"/>
              <a:pPr/>
              <a:t>9/30/2024</a:t>
            </a:fld>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21</a:t>
            </a:fld>
            <a:endParaRPr lang="en-US" dirty="0"/>
          </a:p>
        </p:txBody>
      </p:sp>
      <p:sp>
        <p:nvSpPr>
          <p:cNvPr id="6" name="Footer Placeholder 5"/>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35840118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7" descr="carrano0608"/>
          <p:cNvPicPr preferRelativeResize="0">
            <a:picLocks noGrp="1" noChangeAspect="1" noChangeArrowheads="1"/>
          </p:cNvPicPr>
          <p:nvPr>
            <p:ph/>
          </p:nvPr>
        </p:nvPicPr>
        <p:blipFill>
          <a:blip r:embed="rId3"/>
          <a:srcRect/>
          <a:stretch>
            <a:fillRect/>
          </a:stretch>
        </p:blipFill>
        <p:spPr>
          <a:xfrm>
            <a:off x="1828800" y="1524000"/>
            <a:ext cx="8382000" cy="5105400"/>
          </a:xfrm>
        </p:spPr>
      </p:pic>
      <p:sp>
        <p:nvSpPr>
          <p:cNvPr id="16387" name="Text Box 9"/>
          <p:cNvSpPr txBox="1">
            <a:spLocks noChangeArrowheads="1"/>
          </p:cNvSpPr>
          <p:nvPr/>
        </p:nvSpPr>
        <p:spPr bwMode="auto">
          <a:xfrm>
            <a:off x="1524000" y="-381000"/>
            <a:ext cx="9144000" cy="1169551"/>
          </a:xfrm>
          <a:prstGeom prst="rect">
            <a:avLst/>
          </a:prstGeom>
          <a:solidFill>
            <a:schemeClr val="tx1"/>
          </a:solidFill>
          <a:ln w="9525">
            <a:noFill/>
            <a:miter lim="800000"/>
            <a:headEnd/>
            <a:tailEnd/>
          </a:ln>
        </p:spPr>
        <p:txBody>
          <a:bodyPr>
            <a:spAutoFit/>
          </a:bodyPr>
          <a:lstStyle/>
          <a:p>
            <a:pPr algn="ctr" eaLnBrk="0" hangingPunct="0">
              <a:lnSpc>
                <a:spcPts val="2800"/>
              </a:lnSpc>
            </a:pPr>
            <a:endParaRPr lang="en-US" dirty="0">
              <a:solidFill>
                <a:schemeClr val="hlink"/>
              </a:solidFill>
              <a:latin typeface="Comic Sans MS" pitchFamily="66" charset="0"/>
            </a:endParaRPr>
          </a:p>
          <a:p>
            <a:pPr algn="ctr" eaLnBrk="0" hangingPunct="0">
              <a:lnSpc>
                <a:spcPts val="2800"/>
              </a:lnSpc>
            </a:pPr>
            <a:r>
              <a:rPr lang="en-US" sz="2800" dirty="0">
                <a:solidFill>
                  <a:srgbClr val="FFC000"/>
                </a:solidFill>
                <a:latin typeface="Comic Sans MS" pitchFamily="66" charset="0"/>
              </a:rPr>
              <a:t>The action of a postfix calculator when evaluating</a:t>
            </a:r>
          </a:p>
          <a:p>
            <a:pPr algn="ctr" eaLnBrk="0" hangingPunct="0">
              <a:lnSpc>
                <a:spcPts val="2800"/>
              </a:lnSpc>
            </a:pPr>
            <a:r>
              <a:rPr lang="en-US" sz="2800" dirty="0">
                <a:solidFill>
                  <a:srgbClr val="FFC000"/>
                </a:solidFill>
                <a:latin typeface="Comic Sans MS" pitchFamily="66" charset="0"/>
              </a:rPr>
              <a:t>Postfix Notation:  2 3 4 + *</a:t>
            </a:r>
          </a:p>
        </p:txBody>
      </p:sp>
    </p:spTree>
    <p:extLst>
      <p:ext uri="{BB962C8B-B14F-4D97-AF65-F5344CB8AC3E}">
        <p14:creationId xmlns:p14="http://schemas.microsoft.com/office/powerpoint/2010/main" val="35211847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Reverse the string</a:t>
            </a:r>
          </a:p>
        </p:txBody>
      </p:sp>
      <p:sp>
        <p:nvSpPr>
          <p:cNvPr id="3" name="Content Placeholder 2"/>
          <p:cNvSpPr>
            <a:spLocks noGrp="1"/>
          </p:cNvSpPr>
          <p:nvPr>
            <p:ph idx="1"/>
          </p:nvPr>
        </p:nvSpPr>
        <p:spPr/>
        <p:txBody>
          <a:bodyPr/>
          <a:lstStyle/>
          <a:p>
            <a:pPr marL="233679" marR="5080" indent="-220979">
              <a:lnSpc>
                <a:spcPct val="200000"/>
              </a:lnSpc>
              <a:buFont typeface="Wingdings" pitchFamily="2" charset="2"/>
              <a:buChar char="q"/>
              <a:tabLst>
                <a:tab pos="234315" algn="l"/>
              </a:tabLst>
            </a:pPr>
            <a:r>
              <a:rPr lang="en-US" sz="2000" spc="-5" dirty="0">
                <a:latin typeface="Arial"/>
                <a:cs typeface="Arial"/>
              </a:rPr>
              <a:t>We </a:t>
            </a:r>
            <a:r>
              <a:rPr lang="en-US" sz="2000" dirty="0">
                <a:latin typeface="Arial"/>
                <a:cs typeface="Arial"/>
              </a:rPr>
              <a:t>can</a:t>
            </a:r>
            <a:r>
              <a:rPr lang="en-US" sz="2000" spc="-5" dirty="0">
                <a:latin typeface="Arial"/>
                <a:cs typeface="Arial"/>
              </a:rPr>
              <a:t> </a:t>
            </a:r>
            <a:r>
              <a:rPr lang="en-US" sz="2000" dirty="0">
                <a:latin typeface="Arial"/>
                <a:cs typeface="Arial"/>
              </a:rPr>
              <a:t>accomplish</a:t>
            </a:r>
            <a:r>
              <a:rPr lang="en-US" sz="2000" spc="-5" dirty="0">
                <a:latin typeface="Arial"/>
                <a:cs typeface="Arial"/>
              </a:rPr>
              <a:t> this task </a:t>
            </a:r>
            <a:r>
              <a:rPr lang="en-US" sz="2000" dirty="0">
                <a:latin typeface="Arial"/>
                <a:cs typeface="Arial"/>
              </a:rPr>
              <a:t>by</a:t>
            </a:r>
            <a:r>
              <a:rPr lang="en-US" sz="2000" spc="-5" dirty="0">
                <a:latin typeface="Arial"/>
                <a:cs typeface="Arial"/>
              </a:rPr>
              <a:t> </a:t>
            </a:r>
            <a:r>
              <a:rPr lang="en-US" sz="2000" dirty="0">
                <a:latin typeface="Arial"/>
                <a:cs typeface="Arial"/>
              </a:rPr>
              <a:t>pushing</a:t>
            </a:r>
            <a:r>
              <a:rPr lang="en-US" sz="2000" spc="-5" dirty="0">
                <a:latin typeface="Arial"/>
                <a:cs typeface="Arial"/>
              </a:rPr>
              <a:t> </a:t>
            </a:r>
            <a:r>
              <a:rPr lang="en-US" sz="2000" dirty="0">
                <a:latin typeface="Arial"/>
                <a:cs typeface="Arial"/>
              </a:rPr>
              <a:t>each</a:t>
            </a:r>
            <a:r>
              <a:rPr lang="en-US" sz="2000" spc="-5" dirty="0">
                <a:latin typeface="Arial"/>
                <a:cs typeface="Arial"/>
              </a:rPr>
              <a:t> character </a:t>
            </a:r>
            <a:r>
              <a:rPr lang="en-US" sz="2000" dirty="0">
                <a:latin typeface="Arial"/>
                <a:cs typeface="Arial"/>
              </a:rPr>
              <a:t>or</a:t>
            </a:r>
            <a:r>
              <a:rPr lang="en-US" sz="2000" spc="-5" dirty="0">
                <a:latin typeface="Arial"/>
                <a:cs typeface="Arial"/>
              </a:rPr>
              <a:t> </a:t>
            </a:r>
            <a:r>
              <a:rPr lang="en-US" sz="2000" dirty="0">
                <a:latin typeface="Arial"/>
                <a:cs typeface="Arial"/>
              </a:rPr>
              <a:t>member</a:t>
            </a:r>
            <a:r>
              <a:rPr lang="en-US" sz="2000" spc="-5" dirty="0">
                <a:latin typeface="Arial"/>
                <a:cs typeface="Arial"/>
              </a:rPr>
              <a:t> from the string </a:t>
            </a:r>
            <a:r>
              <a:rPr lang="en-US" sz="2000" dirty="0">
                <a:latin typeface="Arial"/>
                <a:cs typeface="Arial"/>
              </a:rPr>
              <a:t>in</a:t>
            </a:r>
            <a:r>
              <a:rPr lang="en-US" sz="2000" spc="-5" dirty="0">
                <a:latin typeface="Arial"/>
                <a:cs typeface="Arial"/>
              </a:rPr>
              <a:t> the </a:t>
            </a:r>
            <a:r>
              <a:rPr lang="en-US" sz="2000" dirty="0">
                <a:latin typeface="Arial"/>
                <a:cs typeface="Arial"/>
              </a:rPr>
              <a:t>order</a:t>
            </a:r>
            <a:r>
              <a:rPr lang="en-US" sz="2000" spc="-5" dirty="0">
                <a:latin typeface="Arial"/>
                <a:cs typeface="Arial"/>
              </a:rPr>
              <a:t> it </a:t>
            </a:r>
            <a:r>
              <a:rPr lang="en-US" sz="2000" dirty="0">
                <a:latin typeface="Arial"/>
                <a:cs typeface="Arial"/>
              </a:rPr>
              <a:t>appears</a:t>
            </a:r>
          </a:p>
          <a:p>
            <a:pPr marL="233679" indent="-220979">
              <a:lnSpc>
                <a:spcPct val="200000"/>
              </a:lnSpc>
              <a:spcBef>
                <a:spcPts val="325"/>
              </a:spcBef>
              <a:buFont typeface="Wingdings" pitchFamily="2" charset="2"/>
              <a:buChar char="q"/>
              <a:tabLst>
                <a:tab pos="234315" algn="l"/>
              </a:tabLst>
            </a:pPr>
            <a:r>
              <a:rPr lang="en-US" sz="2000" spc="-5" dirty="0">
                <a:latin typeface="Arial"/>
                <a:cs typeface="Arial"/>
              </a:rPr>
              <a:t>When the </a:t>
            </a:r>
            <a:r>
              <a:rPr lang="en-US" sz="2000" dirty="0">
                <a:latin typeface="Arial"/>
                <a:cs typeface="Arial"/>
              </a:rPr>
              <a:t>line</a:t>
            </a:r>
            <a:r>
              <a:rPr lang="en-US" sz="2000" spc="-5" dirty="0">
                <a:latin typeface="Arial"/>
                <a:cs typeface="Arial"/>
              </a:rPr>
              <a:t> </a:t>
            </a:r>
            <a:r>
              <a:rPr lang="en-US" sz="2000" dirty="0">
                <a:latin typeface="Arial"/>
                <a:cs typeface="Arial"/>
              </a:rPr>
              <a:t>is</a:t>
            </a:r>
            <a:r>
              <a:rPr lang="en-US" sz="2000" spc="-5" dirty="0">
                <a:latin typeface="Arial"/>
                <a:cs typeface="Arial"/>
              </a:rPr>
              <a:t> finished, characters </a:t>
            </a:r>
            <a:r>
              <a:rPr lang="en-US" sz="2000" dirty="0">
                <a:latin typeface="Arial"/>
                <a:cs typeface="Arial"/>
              </a:rPr>
              <a:t>are</a:t>
            </a:r>
            <a:r>
              <a:rPr lang="en-US" sz="2000" spc="-5" dirty="0">
                <a:latin typeface="Arial"/>
                <a:cs typeface="Arial"/>
              </a:rPr>
              <a:t> then </a:t>
            </a:r>
            <a:r>
              <a:rPr lang="en-US" sz="2000" dirty="0">
                <a:latin typeface="Arial"/>
                <a:cs typeface="Arial"/>
              </a:rPr>
              <a:t>popped </a:t>
            </a:r>
            <a:r>
              <a:rPr lang="en-US" sz="2000" spc="-5" dirty="0">
                <a:latin typeface="Arial"/>
                <a:cs typeface="Arial"/>
              </a:rPr>
              <a:t>off from the stack</a:t>
            </a:r>
          </a:p>
          <a:p>
            <a:pPr marL="233679" indent="-220979">
              <a:spcBef>
                <a:spcPts val="325"/>
              </a:spcBef>
              <a:buNone/>
              <a:tabLst>
                <a:tab pos="234315" algn="l"/>
              </a:tabLst>
            </a:pPr>
            <a:r>
              <a:rPr lang="en-US" spc="-5" dirty="0">
                <a:latin typeface="Arial"/>
                <a:cs typeface="Arial"/>
              </a:rPr>
              <a:t>    </a:t>
            </a:r>
          </a:p>
          <a:p>
            <a:pPr marL="233679" indent="-220979">
              <a:spcBef>
                <a:spcPts val="325"/>
              </a:spcBef>
              <a:buNone/>
              <a:tabLst>
                <a:tab pos="234315" algn="l"/>
              </a:tabLst>
            </a:pPr>
            <a:r>
              <a:rPr lang="en-US" spc="-5" dirty="0">
                <a:latin typeface="Arial"/>
                <a:cs typeface="Arial"/>
              </a:rPr>
              <a:t>        “They </a:t>
            </a:r>
            <a:r>
              <a:rPr lang="en-US" dirty="0">
                <a:latin typeface="Arial"/>
                <a:cs typeface="Arial"/>
              </a:rPr>
              <a:t>come</a:t>
            </a:r>
            <a:r>
              <a:rPr lang="en-US" spc="-5" dirty="0">
                <a:latin typeface="Arial"/>
                <a:cs typeface="Arial"/>
              </a:rPr>
              <a:t> off </a:t>
            </a:r>
            <a:r>
              <a:rPr lang="en-US" dirty="0">
                <a:latin typeface="Arial"/>
                <a:cs typeface="Arial"/>
              </a:rPr>
              <a:t>in</a:t>
            </a:r>
            <a:r>
              <a:rPr lang="en-US" spc="-5" dirty="0">
                <a:latin typeface="Arial"/>
                <a:cs typeface="Arial"/>
              </a:rPr>
              <a:t> </a:t>
            </a:r>
            <a:r>
              <a:rPr lang="en-US" dirty="0">
                <a:latin typeface="Arial"/>
                <a:cs typeface="Arial"/>
              </a:rPr>
              <a:t>a</a:t>
            </a:r>
            <a:r>
              <a:rPr lang="en-US" spc="-5" dirty="0">
                <a:latin typeface="Arial"/>
                <a:cs typeface="Arial"/>
              </a:rPr>
              <a:t> </a:t>
            </a:r>
            <a:r>
              <a:rPr lang="en-US" dirty="0">
                <a:latin typeface="Arial"/>
                <a:cs typeface="Arial"/>
              </a:rPr>
              <a:t>reverse</a:t>
            </a:r>
            <a:r>
              <a:rPr lang="en-US" spc="-5" dirty="0">
                <a:latin typeface="Arial"/>
                <a:cs typeface="Arial"/>
              </a:rPr>
              <a:t> </a:t>
            </a:r>
            <a:r>
              <a:rPr lang="en-US" dirty="0">
                <a:latin typeface="Arial"/>
                <a:cs typeface="Arial"/>
              </a:rPr>
              <a:t>order”</a:t>
            </a:r>
          </a:p>
          <a:p>
            <a:pPr>
              <a:buFont typeface="Wingdings" pitchFamily="2" charset="2"/>
              <a:buChar char="§"/>
            </a:pPr>
            <a:endParaRPr lang="en-US" dirty="0"/>
          </a:p>
        </p:txBody>
      </p:sp>
      <p:sp>
        <p:nvSpPr>
          <p:cNvPr id="4" name="Date Placeholder 3"/>
          <p:cNvSpPr>
            <a:spLocks noGrp="1"/>
          </p:cNvSpPr>
          <p:nvPr>
            <p:ph type="dt" sz="half" idx="10"/>
          </p:nvPr>
        </p:nvSpPr>
        <p:spPr/>
        <p:txBody>
          <a:bodyPr/>
          <a:lstStyle/>
          <a:p>
            <a:fld id="{0496768F-C404-4A4C-AEC8-26ECCABBCEE3}" type="datetime1">
              <a:rPr lang="en-US" smtClean="0"/>
              <a:pPr/>
              <a:t>9/30/2024</a:t>
            </a:fld>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23</a:t>
            </a:fld>
            <a:endParaRPr lang="en-US" dirty="0"/>
          </a:p>
        </p:txBody>
      </p:sp>
      <p:sp>
        <p:nvSpPr>
          <p:cNvPr id="6" name="Footer Placeholder 5"/>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31974595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905000" y="533401"/>
            <a:ext cx="8382000" cy="615553"/>
          </a:xfrm>
          <a:prstGeom prst="rect">
            <a:avLst/>
          </a:prstGeom>
          <a:ln>
            <a:solidFill>
              <a:schemeClr val="tx1"/>
            </a:solidFill>
          </a:ln>
        </p:spPr>
        <p:txBody>
          <a:bodyPr vert="horz" wrap="square" lIns="0" tIns="0" rIns="0" bIns="0" rtlCol="0" anchor="t">
            <a:spAutoFit/>
          </a:bodyPr>
          <a:lstStyle/>
          <a:p>
            <a:pPr marL="11430"/>
            <a:r>
              <a:rPr lang="en-US" sz="4000" dirty="0">
                <a:solidFill>
                  <a:srgbClr val="FFC000"/>
                </a:solidFill>
              </a:rPr>
              <a:t>Reverse string- name=ANGEL</a:t>
            </a:r>
            <a:endParaRPr sz="4000" dirty="0">
              <a:solidFill>
                <a:srgbClr val="FFC000"/>
              </a:solidFill>
            </a:endParaRPr>
          </a:p>
        </p:txBody>
      </p:sp>
      <p:sp>
        <p:nvSpPr>
          <p:cNvPr id="5" name="object 5"/>
          <p:cNvSpPr txBox="1"/>
          <p:nvPr/>
        </p:nvSpPr>
        <p:spPr>
          <a:xfrm>
            <a:off x="2819401" y="3124200"/>
            <a:ext cx="175451" cy="283464"/>
          </a:xfrm>
          <a:prstGeom prst="rect">
            <a:avLst/>
          </a:prstGeom>
          <a:ln>
            <a:noFill/>
          </a:ln>
        </p:spPr>
        <p:txBody>
          <a:bodyPr vert="horz" wrap="square" lIns="0" tIns="0" rIns="0" bIns="0" rtlCol="0">
            <a:spAutoFit/>
          </a:bodyPr>
          <a:lstStyle/>
          <a:p>
            <a:pPr marL="11430"/>
            <a:r>
              <a:rPr spc="-5" dirty="0">
                <a:solidFill>
                  <a:schemeClr val="accent3">
                    <a:lumMod val="50000"/>
                  </a:schemeClr>
                </a:solidFill>
                <a:latin typeface="Arial"/>
                <a:cs typeface="Arial"/>
              </a:rPr>
              <a:t>A</a:t>
            </a:r>
            <a:endParaRPr>
              <a:solidFill>
                <a:schemeClr val="accent3">
                  <a:lumMod val="50000"/>
                </a:schemeClr>
              </a:solidFill>
              <a:latin typeface="Arial"/>
              <a:cs typeface="Arial"/>
            </a:endParaRPr>
          </a:p>
        </p:txBody>
      </p:sp>
      <p:sp>
        <p:nvSpPr>
          <p:cNvPr id="7" name="object 7"/>
          <p:cNvSpPr txBox="1"/>
          <p:nvPr/>
        </p:nvSpPr>
        <p:spPr>
          <a:xfrm>
            <a:off x="4267200" y="2667001"/>
            <a:ext cx="188024" cy="747897"/>
          </a:xfrm>
          <a:prstGeom prst="rect">
            <a:avLst/>
          </a:prstGeom>
          <a:ln>
            <a:noFill/>
          </a:ln>
        </p:spPr>
        <p:txBody>
          <a:bodyPr vert="horz" wrap="square" lIns="0" tIns="0" rIns="0" bIns="0" rtlCol="0">
            <a:spAutoFit/>
          </a:bodyPr>
          <a:lstStyle/>
          <a:p>
            <a:pPr marL="11430" marR="4572">
              <a:lnSpc>
                <a:spcPct val="134800"/>
              </a:lnSpc>
            </a:pPr>
            <a:r>
              <a:rPr dirty="0">
                <a:solidFill>
                  <a:schemeClr val="accent3">
                    <a:lumMod val="50000"/>
                  </a:schemeClr>
                </a:solidFill>
                <a:latin typeface="Arial"/>
                <a:cs typeface="Arial"/>
              </a:rPr>
              <a:t>N</a:t>
            </a:r>
            <a:r>
              <a:rPr dirty="0">
                <a:latin typeface="Arial"/>
                <a:cs typeface="Arial"/>
              </a:rPr>
              <a:t> </a:t>
            </a:r>
            <a:r>
              <a:rPr spc="-5" dirty="0">
                <a:solidFill>
                  <a:schemeClr val="accent3">
                    <a:lumMod val="50000"/>
                  </a:schemeClr>
                </a:solidFill>
                <a:latin typeface="Arial"/>
                <a:cs typeface="Arial"/>
              </a:rPr>
              <a:t>A</a:t>
            </a:r>
            <a:endParaRPr>
              <a:solidFill>
                <a:schemeClr val="accent3">
                  <a:lumMod val="50000"/>
                </a:schemeClr>
              </a:solidFill>
              <a:latin typeface="Arial"/>
              <a:cs typeface="Arial"/>
            </a:endParaRPr>
          </a:p>
        </p:txBody>
      </p:sp>
      <p:sp>
        <p:nvSpPr>
          <p:cNvPr id="9" name="object 9"/>
          <p:cNvSpPr txBox="1"/>
          <p:nvPr/>
        </p:nvSpPr>
        <p:spPr>
          <a:xfrm>
            <a:off x="5715001" y="2286001"/>
            <a:ext cx="200597" cy="1121283"/>
          </a:xfrm>
          <a:prstGeom prst="rect">
            <a:avLst/>
          </a:prstGeom>
          <a:ln>
            <a:noFill/>
          </a:ln>
        </p:spPr>
        <p:txBody>
          <a:bodyPr vert="horz" wrap="square" lIns="0" tIns="0" rIns="0" bIns="0" rtlCol="0">
            <a:spAutoFit/>
          </a:bodyPr>
          <a:lstStyle/>
          <a:p>
            <a:pPr marL="11430" marR="4572" algn="just">
              <a:lnSpc>
                <a:spcPct val="135100"/>
              </a:lnSpc>
            </a:pPr>
            <a:r>
              <a:rPr spc="-5" dirty="0">
                <a:solidFill>
                  <a:schemeClr val="accent3">
                    <a:lumMod val="50000"/>
                  </a:schemeClr>
                </a:solidFill>
                <a:latin typeface="Arial"/>
                <a:cs typeface="Arial"/>
              </a:rPr>
              <a:t>G N A</a:t>
            </a:r>
            <a:endParaRPr>
              <a:solidFill>
                <a:schemeClr val="accent3">
                  <a:lumMod val="50000"/>
                </a:schemeClr>
              </a:solidFill>
              <a:latin typeface="Arial"/>
              <a:cs typeface="Arial"/>
            </a:endParaRPr>
          </a:p>
        </p:txBody>
      </p:sp>
      <p:sp>
        <p:nvSpPr>
          <p:cNvPr id="11" name="object 11"/>
          <p:cNvSpPr txBox="1"/>
          <p:nvPr/>
        </p:nvSpPr>
        <p:spPr>
          <a:xfrm>
            <a:off x="7162801" y="1905000"/>
            <a:ext cx="200597" cy="1496372"/>
          </a:xfrm>
          <a:prstGeom prst="rect">
            <a:avLst/>
          </a:prstGeom>
          <a:ln>
            <a:noFill/>
          </a:ln>
        </p:spPr>
        <p:txBody>
          <a:bodyPr vert="horz" wrap="square" lIns="0" tIns="572" rIns="0" bIns="0" rtlCol="0">
            <a:spAutoFit/>
          </a:bodyPr>
          <a:lstStyle/>
          <a:p>
            <a:pPr marL="11430" marR="4572">
              <a:lnSpc>
                <a:spcPct val="134800"/>
              </a:lnSpc>
              <a:spcBef>
                <a:spcPts val="5"/>
              </a:spcBef>
            </a:pPr>
            <a:r>
              <a:rPr spc="-5" dirty="0">
                <a:solidFill>
                  <a:schemeClr val="accent3">
                    <a:lumMod val="50000"/>
                  </a:schemeClr>
                </a:solidFill>
                <a:latin typeface="Arial"/>
                <a:cs typeface="Arial"/>
              </a:rPr>
              <a:t>E G</a:t>
            </a:r>
            <a:endParaRPr>
              <a:solidFill>
                <a:schemeClr val="accent3">
                  <a:lumMod val="50000"/>
                </a:schemeClr>
              </a:solidFill>
              <a:latin typeface="Arial"/>
              <a:cs typeface="Arial"/>
            </a:endParaRPr>
          </a:p>
          <a:p>
            <a:pPr marL="11430" marR="17145">
              <a:lnSpc>
                <a:spcPct val="134800"/>
              </a:lnSpc>
              <a:spcBef>
                <a:spcPts val="14"/>
              </a:spcBef>
            </a:pPr>
            <a:r>
              <a:rPr dirty="0">
                <a:solidFill>
                  <a:schemeClr val="accent3">
                    <a:lumMod val="50000"/>
                  </a:schemeClr>
                </a:solidFill>
                <a:latin typeface="Arial"/>
                <a:cs typeface="Arial"/>
              </a:rPr>
              <a:t>N </a:t>
            </a:r>
            <a:r>
              <a:rPr spc="-5" dirty="0">
                <a:solidFill>
                  <a:schemeClr val="accent3">
                    <a:lumMod val="50000"/>
                  </a:schemeClr>
                </a:solidFill>
                <a:latin typeface="Arial"/>
                <a:cs typeface="Arial"/>
              </a:rPr>
              <a:t>A</a:t>
            </a:r>
            <a:endParaRPr>
              <a:solidFill>
                <a:schemeClr val="accent3">
                  <a:lumMod val="50000"/>
                </a:schemeClr>
              </a:solidFill>
              <a:latin typeface="Arial"/>
              <a:cs typeface="Arial"/>
            </a:endParaRPr>
          </a:p>
        </p:txBody>
      </p:sp>
      <p:sp>
        <p:nvSpPr>
          <p:cNvPr id="13" name="object 13"/>
          <p:cNvSpPr txBox="1"/>
          <p:nvPr/>
        </p:nvSpPr>
        <p:spPr>
          <a:xfrm>
            <a:off x="8610601" y="1524001"/>
            <a:ext cx="200597" cy="1869743"/>
          </a:xfrm>
          <a:prstGeom prst="rect">
            <a:avLst/>
          </a:prstGeom>
          <a:ln>
            <a:noFill/>
          </a:ln>
        </p:spPr>
        <p:txBody>
          <a:bodyPr vert="horz" wrap="square" lIns="0" tIns="0" rIns="0" bIns="0" rtlCol="0">
            <a:spAutoFit/>
          </a:bodyPr>
          <a:lstStyle/>
          <a:p>
            <a:pPr marL="11430" marR="4572" algn="just">
              <a:lnSpc>
                <a:spcPct val="135100"/>
              </a:lnSpc>
            </a:pPr>
            <a:r>
              <a:rPr dirty="0">
                <a:solidFill>
                  <a:schemeClr val="accent3">
                    <a:lumMod val="50000"/>
                  </a:schemeClr>
                </a:solidFill>
                <a:latin typeface="Arial"/>
                <a:cs typeface="Arial"/>
              </a:rPr>
              <a:t>L </a:t>
            </a:r>
            <a:r>
              <a:rPr spc="-5" dirty="0">
                <a:solidFill>
                  <a:schemeClr val="accent3">
                    <a:lumMod val="50000"/>
                  </a:schemeClr>
                </a:solidFill>
                <a:latin typeface="Arial"/>
                <a:cs typeface="Arial"/>
              </a:rPr>
              <a:t>E G</a:t>
            </a:r>
            <a:endParaRPr>
              <a:solidFill>
                <a:schemeClr val="accent3">
                  <a:lumMod val="50000"/>
                </a:schemeClr>
              </a:solidFill>
              <a:latin typeface="Arial"/>
              <a:cs typeface="Arial"/>
            </a:endParaRPr>
          </a:p>
          <a:p>
            <a:pPr marL="11430" marR="17145" algn="just">
              <a:lnSpc>
                <a:spcPct val="134800"/>
              </a:lnSpc>
              <a:spcBef>
                <a:spcPts val="14"/>
              </a:spcBef>
            </a:pPr>
            <a:r>
              <a:rPr dirty="0">
                <a:solidFill>
                  <a:schemeClr val="accent3">
                    <a:lumMod val="50000"/>
                  </a:schemeClr>
                </a:solidFill>
                <a:latin typeface="Arial"/>
                <a:cs typeface="Arial"/>
              </a:rPr>
              <a:t>N </a:t>
            </a:r>
            <a:r>
              <a:rPr spc="-5" dirty="0">
                <a:solidFill>
                  <a:schemeClr val="accent3">
                    <a:lumMod val="50000"/>
                  </a:schemeClr>
                </a:solidFill>
                <a:latin typeface="Arial"/>
                <a:cs typeface="Arial"/>
              </a:rPr>
              <a:t>A</a:t>
            </a:r>
            <a:endParaRPr>
              <a:solidFill>
                <a:schemeClr val="accent3">
                  <a:lumMod val="50000"/>
                </a:schemeClr>
              </a:solidFill>
              <a:latin typeface="Arial"/>
              <a:cs typeface="Arial"/>
            </a:endParaRPr>
          </a:p>
        </p:txBody>
      </p:sp>
      <p:sp>
        <p:nvSpPr>
          <p:cNvPr id="15" name="object 15"/>
          <p:cNvSpPr txBox="1"/>
          <p:nvPr/>
        </p:nvSpPr>
        <p:spPr>
          <a:xfrm>
            <a:off x="2496819" y="4032105"/>
            <a:ext cx="759524" cy="2304285"/>
          </a:xfrm>
          <a:prstGeom prst="rect">
            <a:avLst/>
          </a:prstGeom>
          <a:ln>
            <a:noFill/>
          </a:ln>
        </p:spPr>
        <p:txBody>
          <a:bodyPr vert="horz" wrap="square" lIns="0" tIns="572" rIns="0" bIns="0" rtlCol="0">
            <a:spAutoFit/>
          </a:bodyPr>
          <a:lstStyle/>
          <a:p>
            <a:pPr marL="306324" marR="267462" indent="-25718" algn="ctr">
              <a:lnSpc>
                <a:spcPct val="134800"/>
              </a:lnSpc>
              <a:spcBef>
                <a:spcPts val="5"/>
              </a:spcBef>
            </a:pPr>
            <a:r>
              <a:rPr spc="-5" dirty="0">
                <a:solidFill>
                  <a:schemeClr val="accent3">
                    <a:lumMod val="50000"/>
                  </a:schemeClr>
                </a:solidFill>
                <a:latin typeface="Arial"/>
                <a:cs typeface="Arial"/>
              </a:rPr>
              <a:t>E G</a:t>
            </a:r>
            <a:endParaRPr>
              <a:solidFill>
                <a:schemeClr val="accent3">
                  <a:lumMod val="50000"/>
                </a:schemeClr>
              </a:solidFill>
              <a:latin typeface="Arial"/>
              <a:cs typeface="Arial"/>
            </a:endParaRPr>
          </a:p>
          <a:p>
            <a:pPr marL="306324" marR="280035" algn="ctr">
              <a:lnSpc>
                <a:spcPct val="134800"/>
              </a:lnSpc>
              <a:spcBef>
                <a:spcPts val="14"/>
              </a:spcBef>
            </a:pPr>
            <a:r>
              <a:rPr dirty="0">
                <a:solidFill>
                  <a:schemeClr val="accent3">
                    <a:lumMod val="50000"/>
                  </a:schemeClr>
                </a:solidFill>
                <a:latin typeface="Arial"/>
                <a:cs typeface="Arial"/>
              </a:rPr>
              <a:t>N </a:t>
            </a:r>
            <a:r>
              <a:rPr spc="-5" dirty="0">
                <a:solidFill>
                  <a:schemeClr val="accent3">
                    <a:lumMod val="50000"/>
                  </a:schemeClr>
                </a:solidFill>
                <a:latin typeface="Arial"/>
                <a:cs typeface="Arial"/>
              </a:rPr>
              <a:t>A</a:t>
            </a:r>
            <a:endParaRPr>
              <a:solidFill>
                <a:schemeClr val="accent3">
                  <a:lumMod val="50000"/>
                </a:schemeClr>
              </a:solidFill>
              <a:latin typeface="Arial"/>
              <a:cs typeface="Arial"/>
            </a:endParaRPr>
          </a:p>
          <a:p>
            <a:pPr marL="11430" marR="4572">
              <a:lnSpc>
                <a:spcPts val="2070"/>
              </a:lnSpc>
              <a:spcBef>
                <a:spcPts val="1543"/>
              </a:spcBef>
            </a:pPr>
            <a:r>
              <a:rPr dirty="0">
                <a:latin typeface="Arial"/>
                <a:cs typeface="Arial"/>
              </a:rPr>
              <a:t>Name</a:t>
            </a:r>
            <a:r>
              <a:rPr spc="-5" dirty="0">
                <a:latin typeface="Arial"/>
                <a:cs typeface="Arial"/>
              </a:rPr>
              <a:t> : </a:t>
            </a:r>
            <a:r>
              <a:rPr dirty="0">
                <a:latin typeface="Arial"/>
                <a:cs typeface="Arial"/>
              </a:rPr>
              <a:t>“L”</a:t>
            </a:r>
            <a:endParaRPr>
              <a:latin typeface="Arial"/>
              <a:cs typeface="Arial"/>
            </a:endParaRPr>
          </a:p>
        </p:txBody>
      </p:sp>
      <p:sp>
        <p:nvSpPr>
          <p:cNvPr id="17" name="object 17"/>
          <p:cNvSpPr txBox="1"/>
          <p:nvPr/>
        </p:nvSpPr>
        <p:spPr>
          <a:xfrm>
            <a:off x="4008116" y="4409650"/>
            <a:ext cx="759524" cy="1852815"/>
          </a:xfrm>
          <a:prstGeom prst="rect">
            <a:avLst/>
          </a:prstGeom>
          <a:ln>
            <a:noFill/>
          </a:ln>
        </p:spPr>
        <p:txBody>
          <a:bodyPr vert="horz" wrap="square" lIns="0" tIns="0" rIns="0" bIns="0" rtlCol="0">
            <a:spAutoFit/>
          </a:bodyPr>
          <a:lstStyle/>
          <a:p>
            <a:pPr marL="308039" marR="266319" algn="just">
              <a:lnSpc>
                <a:spcPct val="135100"/>
              </a:lnSpc>
            </a:pPr>
            <a:r>
              <a:rPr spc="-5" dirty="0">
                <a:solidFill>
                  <a:schemeClr val="accent3">
                    <a:lumMod val="50000"/>
                  </a:schemeClr>
                </a:solidFill>
                <a:latin typeface="Arial"/>
                <a:cs typeface="Arial"/>
              </a:rPr>
              <a:t>G N A</a:t>
            </a:r>
            <a:endParaRPr>
              <a:solidFill>
                <a:schemeClr val="accent3">
                  <a:lumMod val="50000"/>
                </a:schemeClr>
              </a:solidFill>
              <a:latin typeface="Arial"/>
              <a:cs typeface="Arial"/>
            </a:endParaRPr>
          </a:p>
          <a:p>
            <a:pPr marL="11430" marR="4572">
              <a:lnSpc>
                <a:spcPts val="2070"/>
              </a:lnSpc>
              <a:spcBef>
                <a:spcPts val="1543"/>
              </a:spcBef>
            </a:pPr>
            <a:r>
              <a:rPr dirty="0">
                <a:latin typeface="Arial"/>
                <a:cs typeface="Arial"/>
              </a:rPr>
              <a:t>Name</a:t>
            </a:r>
            <a:r>
              <a:rPr spc="-5" dirty="0">
                <a:latin typeface="Arial"/>
                <a:cs typeface="Arial"/>
              </a:rPr>
              <a:t> : “LE”</a:t>
            </a:r>
            <a:endParaRPr>
              <a:latin typeface="Arial"/>
              <a:cs typeface="Arial"/>
            </a:endParaRPr>
          </a:p>
        </p:txBody>
      </p:sp>
      <p:sp>
        <p:nvSpPr>
          <p:cNvPr id="19" name="object 19"/>
          <p:cNvSpPr txBox="1"/>
          <p:nvPr/>
        </p:nvSpPr>
        <p:spPr>
          <a:xfrm>
            <a:off x="5495605" y="4761314"/>
            <a:ext cx="759524" cy="1478866"/>
          </a:xfrm>
          <a:prstGeom prst="rect">
            <a:avLst/>
          </a:prstGeom>
          <a:ln>
            <a:noFill/>
          </a:ln>
        </p:spPr>
        <p:txBody>
          <a:bodyPr vert="horz" wrap="square" lIns="0" tIns="0" rIns="0" bIns="0" rtlCol="0">
            <a:spAutoFit/>
          </a:bodyPr>
          <a:lstStyle/>
          <a:p>
            <a:pPr marL="306324" marR="280035" algn="ctr">
              <a:lnSpc>
                <a:spcPct val="134800"/>
              </a:lnSpc>
            </a:pPr>
            <a:r>
              <a:rPr dirty="0">
                <a:solidFill>
                  <a:schemeClr val="accent3">
                    <a:lumMod val="50000"/>
                  </a:schemeClr>
                </a:solidFill>
                <a:latin typeface="Arial"/>
                <a:cs typeface="Arial"/>
              </a:rPr>
              <a:t>N </a:t>
            </a:r>
            <a:r>
              <a:rPr spc="-5" dirty="0">
                <a:solidFill>
                  <a:schemeClr val="accent3">
                    <a:lumMod val="50000"/>
                  </a:schemeClr>
                </a:solidFill>
                <a:latin typeface="Arial"/>
                <a:cs typeface="Arial"/>
              </a:rPr>
              <a:t>A</a:t>
            </a:r>
            <a:endParaRPr>
              <a:solidFill>
                <a:schemeClr val="accent3">
                  <a:lumMod val="50000"/>
                </a:schemeClr>
              </a:solidFill>
              <a:latin typeface="Arial"/>
              <a:cs typeface="Arial"/>
            </a:endParaRPr>
          </a:p>
          <a:p>
            <a:pPr marL="11430" marR="4572" algn="ctr">
              <a:lnSpc>
                <a:spcPts val="2070"/>
              </a:lnSpc>
              <a:spcBef>
                <a:spcPts val="1543"/>
              </a:spcBef>
            </a:pPr>
            <a:r>
              <a:rPr dirty="0">
                <a:latin typeface="Arial"/>
                <a:cs typeface="Arial"/>
              </a:rPr>
              <a:t>Name</a:t>
            </a:r>
            <a:r>
              <a:rPr spc="-5" dirty="0">
                <a:latin typeface="Arial"/>
                <a:cs typeface="Arial"/>
              </a:rPr>
              <a:t> : “LEG”</a:t>
            </a:r>
            <a:endParaRPr>
              <a:latin typeface="Arial"/>
              <a:cs typeface="Arial"/>
            </a:endParaRPr>
          </a:p>
        </p:txBody>
      </p:sp>
      <p:sp>
        <p:nvSpPr>
          <p:cNvPr id="21" name="object 21"/>
          <p:cNvSpPr txBox="1"/>
          <p:nvPr/>
        </p:nvSpPr>
        <p:spPr>
          <a:xfrm>
            <a:off x="6864028" y="5234597"/>
            <a:ext cx="797243" cy="1007968"/>
          </a:xfrm>
          <a:prstGeom prst="rect">
            <a:avLst/>
          </a:prstGeom>
          <a:ln>
            <a:noFill/>
          </a:ln>
        </p:spPr>
        <p:txBody>
          <a:bodyPr vert="horz" wrap="square" lIns="0" tIns="0" rIns="0" bIns="0" rtlCol="0">
            <a:spAutoFit/>
          </a:bodyPr>
          <a:lstStyle/>
          <a:p>
            <a:pPr marR="24575" algn="ctr"/>
            <a:r>
              <a:rPr spc="-5" dirty="0">
                <a:solidFill>
                  <a:schemeClr val="accent3">
                    <a:lumMod val="50000"/>
                  </a:schemeClr>
                </a:solidFill>
                <a:latin typeface="Arial"/>
                <a:cs typeface="Arial"/>
              </a:rPr>
              <a:t>A</a:t>
            </a:r>
            <a:endParaRPr>
              <a:solidFill>
                <a:schemeClr val="accent3">
                  <a:lumMod val="50000"/>
                </a:schemeClr>
              </a:solidFill>
              <a:latin typeface="Arial"/>
              <a:cs typeface="Arial"/>
            </a:endParaRPr>
          </a:p>
          <a:p>
            <a:pPr marL="10859" marR="4572" indent="-38291" algn="ctr">
              <a:lnSpc>
                <a:spcPts val="2070"/>
              </a:lnSpc>
              <a:spcBef>
                <a:spcPts val="1543"/>
              </a:spcBef>
            </a:pPr>
            <a:r>
              <a:rPr dirty="0">
                <a:latin typeface="Arial"/>
                <a:cs typeface="Arial"/>
              </a:rPr>
              <a:t>Name</a:t>
            </a:r>
            <a:r>
              <a:rPr spc="-5" dirty="0">
                <a:latin typeface="Arial"/>
                <a:cs typeface="Arial"/>
              </a:rPr>
              <a:t> : “LEGN”</a:t>
            </a:r>
            <a:endParaRPr>
              <a:latin typeface="Arial"/>
              <a:cs typeface="Arial"/>
            </a:endParaRPr>
          </a:p>
        </p:txBody>
      </p:sp>
      <p:sp>
        <p:nvSpPr>
          <p:cNvPr id="23" name="object 23"/>
          <p:cNvSpPr txBox="1"/>
          <p:nvPr/>
        </p:nvSpPr>
        <p:spPr>
          <a:xfrm>
            <a:off x="8318187" y="5689455"/>
            <a:ext cx="949833" cy="538609"/>
          </a:xfrm>
          <a:prstGeom prst="rect">
            <a:avLst/>
          </a:prstGeom>
          <a:ln>
            <a:noFill/>
          </a:ln>
        </p:spPr>
        <p:txBody>
          <a:bodyPr vert="horz" wrap="square" lIns="0" tIns="0" rIns="0" bIns="0" rtlCol="0">
            <a:spAutoFit/>
          </a:bodyPr>
          <a:lstStyle/>
          <a:p>
            <a:pPr marL="11430" marR="4572">
              <a:lnSpc>
                <a:spcPts val="2070"/>
              </a:lnSpc>
            </a:pPr>
            <a:r>
              <a:rPr dirty="0">
                <a:latin typeface="Arial"/>
                <a:cs typeface="Arial"/>
              </a:rPr>
              <a:t>Name</a:t>
            </a:r>
            <a:r>
              <a:rPr spc="-5" dirty="0">
                <a:latin typeface="Arial"/>
                <a:cs typeface="Arial"/>
              </a:rPr>
              <a:t> : “LEGNA”</a:t>
            </a:r>
            <a:endParaRPr>
              <a:latin typeface="Arial"/>
              <a:cs typeface="Arial"/>
            </a:endParaRPr>
          </a:p>
        </p:txBody>
      </p:sp>
      <p:sp>
        <p:nvSpPr>
          <p:cNvPr id="24" name="object 24"/>
          <p:cNvSpPr txBox="1"/>
          <p:nvPr/>
        </p:nvSpPr>
        <p:spPr>
          <a:xfrm>
            <a:off x="1981200" y="2057400"/>
            <a:ext cx="188024" cy="1077218"/>
          </a:xfrm>
          <a:prstGeom prst="rect">
            <a:avLst/>
          </a:prstGeom>
          <a:ln>
            <a:noFill/>
          </a:ln>
        </p:spPr>
        <p:txBody>
          <a:bodyPr vert="horz" wrap="square" lIns="0" tIns="0" rIns="0" bIns="0" rtlCol="0">
            <a:spAutoFit/>
          </a:bodyPr>
          <a:lstStyle/>
          <a:p>
            <a:pPr marL="11430" marR="4572" algn="just">
              <a:lnSpc>
                <a:spcPts val="2070"/>
              </a:lnSpc>
            </a:pPr>
            <a:r>
              <a:rPr b="1" spc="-5" dirty="0">
                <a:solidFill>
                  <a:schemeClr val="accent3">
                    <a:lumMod val="50000"/>
                  </a:schemeClr>
                </a:solidFill>
                <a:latin typeface="Arial"/>
                <a:cs typeface="Arial"/>
              </a:rPr>
              <a:t>P U S H</a:t>
            </a:r>
            <a:endParaRPr b="1">
              <a:solidFill>
                <a:schemeClr val="accent3">
                  <a:lumMod val="50000"/>
                </a:schemeClr>
              </a:solidFill>
              <a:latin typeface="Arial"/>
              <a:cs typeface="Arial"/>
            </a:endParaRPr>
          </a:p>
        </p:txBody>
      </p:sp>
      <p:sp>
        <p:nvSpPr>
          <p:cNvPr id="25" name="object 25"/>
          <p:cNvSpPr txBox="1"/>
          <p:nvPr/>
        </p:nvSpPr>
        <p:spPr>
          <a:xfrm>
            <a:off x="2069784" y="4335320"/>
            <a:ext cx="200597" cy="807913"/>
          </a:xfrm>
          <a:prstGeom prst="rect">
            <a:avLst/>
          </a:prstGeom>
          <a:ln>
            <a:noFill/>
          </a:ln>
        </p:spPr>
        <p:txBody>
          <a:bodyPr vert="horz" wrap="square" lIns="0" tIns="0" rIns="0" bIns="0" rtlCol="0">
            <a:spAutoFit/>
          </a:bodyPr>
          <a:lstStyle/>
          <a:p>
            <a:pPr marL="11430" marR="4572" algn="just">
              <a:lnSpc>
                <a:spcPts val="2070"/>
              </a:lnSpc>
            </a:pPr>
            <a:r>
              <a:rPr b="1" spc="-5" dirty="0">
                <a:solidFill>
                  <a:schemeClr val="accent3">
                    <a:lumMod val="50000"/>
                  </a:schemeClr>
                </a:solidFill>
                <a:latin typeface="Arial"/>
                <a:cs typeface="Arial"/>
              </a:rPr>
              <a:t>P O P</a:t>
            </a:r>
            <a:endParaRPr b="1">
              <a:solidFill>
                <a:schemeClr val="accent3">
                  <a:lumMod val="50000"/>
                </a:schemeClr>
              </a:solidFill>
              <a:latin typeface="Arial"/>
              <a:cs typeface="Arial"/>
            </a:endParaRPr>
          </a:p>
        </p:txBody>
      </p:sp>
      <p:sp>
        <p:nvSpPr>
          <p:cNvPr id="26" name="object 8"/>
          <p:cNvSpPr/>
          <p:nvPr/>
        </p:nvSpPr>
        <p:spPr>
          <a:xfrm>
            <a:off x="2667000" y="1676400"/>
            <a:ext cx="444500" cy="1752600"/>
          </a:xfrm>
          <a:prstGeom prst="rect">
            <a:avLst/>
          </a:prstGeom>
          <a:blipFill>
            <a:blip r:embed="rId2" cstate="print"/>
            <a:stretch>
              <a:fillRect/>
            </a:stretch>
          </a:blipFill>
          <a:ln w="3175">
            <a:solidFill>
              <a:schemeClr val="tx1"/>
            </a:solidFill>
          </a:ln>
          <a:effectLst>
            <a:outerShdw blurRad="50800" dist="50800" dir="5400000" algn="ctr" rotWithShape="0">
              <a:schemeClr val="tx1"/>
            </a:outerShdw>
          </a:effectLst>
        </p:spPr>
        <p:txBody>
          <a:bodyPr wrap="square" lIns="0" tIns="0" rIns="0" bIns="0" rtlCol="0"/>
          <a:lstStyle/>
          <a:p>
            <a:endParaRPr/>
          </a:p>
        </p:txBody>
      </p:sp>
      <p:sp>
        <p:nvSpPr>
          <p:cNvPr id="27" name="object 8"/>
          <p:cNvSpPr/>
          <p:nvPr/>
        </p:nvSpPr>
        <p:spPr>
          <a:xfrm>
            <a:off x="4114800" y="1600200"/>
            <a:ext cx="444500" cy="1752600"/>
          </a:xfrm>
          <a:prstGeom prst="rect">
            <a:avLst/>
          </a:prstGeom>
          <a:blipFill>
            <a:blip r:embed="rId2" cstate="print"/>
            <a:stretch>
              <a:fillRect/>
            </a:stretch>
          </a:blipFill>
          <a:ln w="3175">
            <a:solidFill>
              <a:schemeClr val="tx1"/>
            </a:solidFill>
          </a:ln>
          <a:effectLst>
            <a:outerShdw blurRad="50800" dist="50800" dir="5400000" algn="ctr" rotWithShape="0">
              <a:schemeClr val="tx1"/>
            </a:outerShdw>
          </a:effectLst>
        </p:spPr>
        <p:txBody>
          <a:bodyPr wrap="square" lIns="0" tIns="0" rIns="0" bIns="0" rtlCol="0"/>
          <a:lstStyle/>
          <a:p>
            <a:endParaRPr/>
          </a:p>
        </p:txBody>
      </p:sp>
      <p:sp>
        <p:nvSpPr>
          <p:cNvPr id="28" name="object 8"/>
          <p:cNvSpPr/>
          <p:nvPr/>
        </p:nvSpPr>
        <p:spPr>
          <a:xfrm>
            <a:off x="5562600" y="1600200"/>
            <a:ext cx="444500" cy="1752600"/>
          </a:xfrm>
          <a:prstGeom prst="rect">
            <a:avLst/>
          </a:prstGeom>
          <a:blipFill>
            <a:blip r:embed="rId2" cstate="print"/>
            <a:stretch>
              <a:fillRect/>
            </a:stretch>
          </a:blipFill>
          <a:ln w="3175">
            <a:solidFill>
              <a:schemeClr val="tx1"/>
            </a:solidFill>
          </a:ln>
          <a:effectLst>
            <a:outerShdw blurRad="50800" dist="50800" dir="5400000" algn="ctr" rotWithShape="0">
              <a:schemeClr val="tx1"/>
            </a:outerShdw>
          </a:effectLst>
        </p:spPr>
        <p:txBody>
          <a:bodyPr wrap="square" lIns="0" tIns="0" rIns="0" bIns="0" rtlCol="0"/>
          <a:lstStyle/>
          <a:p>
            <a:endParaRPr/>
          </a:p>
        </p:txBody>
      </p:sp>
      <p:sp>
        <p:nvSpPr>
          <p:cNvPr id="29" name="object 8"/>
          <p:cNvSpPr/>
          <p:nvPr/>
        </p:nvSpPr>
        <p:spPr>
          <a:xfrm>
            <a:off x="7010400" y="1600200"/>
            <a:ext cx="444500" cy="1752600"/>
          </a:xfrm>
          <a:prstGeom prst="rect">
            <a:avLst/>
          </a:prstGeom>
          <a:blipFill>
            <a:blip r:embed="rId2" cstate="print"/>
            <a:stretch>
              <a:fillRect/>
            </a:stretch>
          </a:blipFill>
          <a:ln w="3175">
            <a:solidFill>
              <a:schemeClr val="tx1"/>
            </a:solidFill>
          </a:ln>
          <a:effectLst>
            <a:outerShdw blurRad="50800" dist="50800" dir="5400000" algn="ctr" rotWithShape="0">
              <a:schemeClr val="tx1"/>
            </a:outerShdw>
          </a:effectLst>
        </p:spPr>
        <p:txBody>
          <a:bodyPr wrap="square" lIns="0" tIns="0" rIns="0" bIns="0" rtlCol="0"/>
          <a:lstStyle/>
          <a:p>
            <a:endParaRPr/>
          </a:p>
        </p:txBody>
      </p:sp>
      <p:sp>
        <p:nvSpPr>
          <p:cNvPr id="30" name="object 8"/>
          <p:cNvSpPr/>
          <p:nvPr/>
        </p:nvSpPr>
        <p:spPr>
          <a:xfrm>
            <a:off x="8458200" y="1600200"/>
            <a:ext cx="444500" cy="1752600"/>
          </a:xfrm>
          <a:prstGeom prst="rect">
            <a:avLst/>
          </a:prstGeom>
          <a:blipFill>
            <a:blip r:embed="rId2" cstate="print"/>
            <a:stretch>
              <a:fillRect/>
            </a:stretch>
          </a:blipFill>
          <a:ln w="3175">
            <a:solidFill>
              <a:schemeClr val="tx1"/>
            </a:solidFill>
          </a:ln>
          <a:effectLst>
            <a:outerShdw blurRad="50800" dist="50800" dir="5400000" algn="ctr" rotWithShape="0">
              <a:schemeClr val="tx1"/>
            </a:outerShdw>
          </a:effectLst>
        </p:spPr>
        <p:txBody>
          <a:bodyPr wrap="square" lIns="0" tIns="0" rIns="0" bIns="0" rtlCol="0"/>
          <a:lstStyle/>
          <a:p>
            <a:endParaRPr/>
          </a:p>
        </p:txBody>
      </p:sp>
      <p:sp>
        <p:nvSpPr>
          <p:cNvPr id="31" name="object 8"/>
          <p:cNvSpPr/>
          <p:nvPr/>
        </p:nvSpPr>
        <p:spPr>
          <a:xfrm>
            <a:off x="2667000" y="3733800"/>
            <a:ext cx="444500" cy="1752600"/>
          </a:xfrm>
          <a:prstGeom prst="rect">
            <a:avLst/>
          </a:prstGeom>
          <a:blipFill>
            <a:blip r:embed="rId2" cstate="print"/>
            <a:stretch>
              <a:fillRect/>
            </a:stretch>
          </a:blipFill>
          <a:ln w="3175">
            <a:solidFill>
              <a:schemeClr val="tx1"/>
            </a:solidFill>
          </a:ln>
          <a:effectLst>
            <a:outerShdw blurRad="50800" dist="50800" dir="5400000" algn="ctr" rotWithShape="0">
              <a:schemeClr val="tx1"/>
            </a:outerShdw>
          </a:effectLst>
        </p:spPr>
        <p:txBody>
          <a:bodyPr wrap="square" lIns="0" tIns="0" rIns="0" bIns="0" rtlCol="0"/>
          <a:lstStyle/>
          <a:p>
            <a:endParaRPr/>
          </a:p>
        </p:txBody>
      </p:sp>
      <p:sp>
        <p:nvSpPr>
          <p:cNvPr id="32" name="object 8"/>
          <p:cNvSpPr/>
          <p:nvPr/>
        </p:nvSpPr>
        <p:spPr>
          <a:xfrm>
            <a:off x="8458200" y="3733800"/>
            <a:ext cx="444500" cy="1752600"/>
          </a:xfrm>
          <a:prstGeom prst="rect">
            <a:avLst/>
          </a:prstGeom>
          <a:blipFill>
            <a:blip r:embed="rId2" cstate="print"/>
            <a:stretch>
              <a:fillRect/>
            </a:stretch>
          </a:blipFill>
          <a:ln w="3175">
            <a:solidFill>
              <a:schemeClr val="tx1"/>
            </a:solidFill>
          </a:ln>
          <a:effectLst>
            <a:outerShdw blurRad="50800" dist="50800" dir="5400000" algn="ctr" rotWithShape="0">
              <a:schemeClr val="tx1"/>
            </a:outerShdw>
          </a:effectLst>
        </p:spPr>
        <p:txBody>
          <a:bodyPr wrap="square" lIns="0" tIns="0" rIns="0" bIns="0" rtlCol="0"/>
          <a:lstStyle/>
          <a:p>
            <a:endParaRPr/>
          </a:p>
        </p:txBody>
      </p:sp>
      <p:sp>
        <p:nvSpPr>
          <p:cNvPr id="33" name="object 8"/>
          <p:cNvSpPr/>
          <p:nvPr/>
        </p:nvSpPr>
        <p:spPr>
          <a:xfrm>
            <a:off x="7086600" y="3733800"/>
            <a:ext cx="444500" cy="1752600"/>
          </a:xfrm>
          <a:prstGeom prst="rect">
            <a:avLst/>
          </a:prstGeom>
          <a:blipFill>
            <a:blip r:embed="rId2" cstate="print"/>
            <a:stretch>
              <a:fillRect/>
            </a:stretch>
          </a:blipFill>
          <a:ln w="3175">
            <a:solidFill>
              <a:schemeClr val="tx1"/>
            </a:solidFill>
          </a:ln>
          <a:effectLst>
            <a:outerShdw blurRad="50800" dist="50800" dir="5400000" algn="ctr" rotWithShape="0">
              <a:schemeClr val="tx1"/>
            </a:outerShdw>
          </a:effectLst>
        </p:spPr>
        <p:txBody>
          <a:bodyPr wrap="square" lIns="0" tIns="0" rIns="0" bIns="0" rtlCol="0"/>
          <a:lstStyle/>
          <a:p>
            <a:endParaRPr/>
          </a:p>
        </p:txBody>
      </p:sp>
      <p:sp>
        <p:nvSpPr>
          <p:cNvPr id="34" name="object 8"/>
          <p:cNvSpPr/>
          <p:nvPr/>
        </p:nvSpPr>
        <p:spPr>
          <a:xfrm>
            <a:off x="5638800" y="3657600"/>
            <a:ext cx="444500" cy="1752600"/>
          </a:xfrm>
          <a:prstGeom prst="rect">
            <a:avLst/>
          </a:prstGeom>
          <a:blipFill>
            <a:blip r:embed="rId2" cstate="print"/>
            <a:stretch>
              <a:fillRect/>
            </a:stretch>
          </a:blipFill>
          <a:ln w="3175">
            <a:solidFill>
              <a:schemeClr val="tx1"/>
            </a:solidFill>
          </a:ln>
          <a:effectLst>
            <a:outerShdw blurRad="50800" dist="50800" dir="5400000" algn="ctr" rotWithShape="0">
              <a:schemeClr val="tx1"/>
            </a:outerShdw>
          </a:effectLst>
        </p:spPr>
        <p:txBody>
          <a:bodyPr wrap="square" lIns="0" tIns="0" rIns="0" bIns="0" rtlCol="0"/>
          <a:lstStyle/>
          <a:p>
            <a:endParaRPr/>
          </a:p>
        </p:txBody>
      </p:sp>
      <p:sp>
        <p:nvSpPr>
          <p:cNvPr id="35" name="object 8"/>
          <p:cNvSpPr/>
          <p:nvPr/>
        </p:nvSpPr>
        <p:spPr>
          <a:xfrm>
            <a:off x="4191000" y="3657600"/>
            <a:ext cx="444500" cy="1752600"/>
          </a:xfrm>
          <a:prstGeom prst="rect">
            <a:avLst/>
          </a:prstGeom>
          <a:blipFill>
            <a:blip r:embed="rId2" cstate="print"/>
            <a:stretch>
              <a:fillRect/>
            </a:stretch>
          </a:blipFill>
          <a:ln w="3175">
            <a:solidFill>
              <a:schemeClr val="tx1"/>
            </a:solidFill>
          </a:ln>
          <a:effectLst>
            <a:outerShdw blurRad="50800" dist="50800" dir="5400000" algn="ctr" rotWithShape="0">
              <a:schemeClr val="tx1"/>
            </a:outerShdw>
          </a:effectLst>
        </p:spPr>
        <p:txBody>
          <a:bodyPr wrap="square" lIns="0" tIns="0" rIns="0" bIns="0" rtlCol="0"/>
          <a:lstStyle/>
          <a:p>
            <a:endParaRPr/>
          </a:p>
        </p:txBody>
      </p:sp>
      <p:sp>
        <p:nvSpPr>
          <p:cNvPr id="36" name="Date Placeholder 35"/>
          <p:cNvSpPr>
            <a:spLocks noGrp="1"/>
          </p:cNvSpPr>
          <p:nvPr>
            <p:ph type="dt" sz="half" idx="10"/>
          </p:nvPr>
        </p:nvSpPr>
        <p:spPr/>
        <p:txBody>
          <a:bodyPr/>
          <a:lstStyle/>
          <a:p>
            <a:fld id="{1DAF51E4-E314-46D5-9F08-03625EC9F823}" type="datetime1">
              <a:rPr lang="en-US" smtClean="0"/>
              <a:pPr/>
              <a:t>9/30/2024</a:t>
            </a:fld>
            <a:endParaRPr lang="en-US" dirty="0"/>
          </a:p>
        </p:txBody>
      </p:sp>
      <p:sp>
        <p:nvSpPr>
          <p:cNvPr id="37" name="Slide Number Placeholder 36"/>
          <p:cNvSpPr>
            <a:spLocks noGrp="1"/>
          </p:cNvSpPr>
          <p:nvPr>
            <p:ph type="sldNum" sz="quarter" idx="12"/>
          </p:nvPr>
        </p:nvSpPr>
        <p:spPr/>
        <p:txBody>
          <a:bodyPr/>
          <a:lstStyle/>
          <a:p>
            <a:fld id="{D57F1E4F-1CFF-5643-939E-217C01CDF565}" type="slidenum">
              <a:rPr lang="en-US" smtClean="0"/>
              <a:pPr/>
              <a:t>24</a:t>
            </a:fld>
            <a:endParaRPr lang="en-US" dirty="0"/>
          </a:p>
        </p:txBody>
      </p:sp>
      <p:sp>
        <p:nvSpPr>
          <p:cNvPr id="38" name="Footer Placeholder 37"/>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11285227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a:xfrm>
            <a:off x="1524000" y="1524000"/>
            <a:ext cx="8839200" cy="5334000"/>
          </a:xfrm>
        </p:spPr>
        <p:txBody>
          <a:bodyPr>
            <a:normAutofit lnSpcReduction="10000"/>
          </a:bodyPr>
          <a:lstStyle/>
          <a:p>
            <a:pPr>
              <a:lnSpc>
                <a:spcPct val="200000"/>
              </a:lnSpc>
            </a:pPr>
            <a:r>
              <a:rPr lang="en-US" sz="2400" dirty="0"/>
              <a:t>For ex: ([]({()}[()])) is balanced; ([]({()}[())]) is not</a:t>
            </a:r>
          </a:p>
          <a:p>
            <a:pPr>
              <a:lnSpc>
                <a:spcPct val="200000"/>
              </a:lnSpc>
            </a:pPr>
            <a:r>
              <a:rPr lang="en-US" sz="2400" dirty="0"/>
              <a:t>Simple counting is not enough to check balance</a:t>
            </a:r>
          </a:p>
          <a:p>
            <a:pPr>
              <a:lnSpc>
                <a:spcPct val="200000"/>
              </a:lnSpc>
            </a:pPr>
            <a:r>
              <a:rPr lang="en-US" sz="2400" dirty="0"/>
              <a:t>You can do it with a stack: going left to right,</a:t>
            </a:r>
          </a:p>
          <a:p>
            <a:pPr marL="704088" lvl="2" indent="-320040">
              <a:lnSpc>
                <a:spcPct val="200000"/>
              </a:lnSpc>
              <a:spcBef>
                <a:spcPts val="0"/>
              </a:spcBef>
              <a:buSzPct val="80000"/>
              <a:buNone/>
            </a:pPr>
            <a:r>
              <a:rPr lang="en-US" sz="2000" b="1" dirty="0"/>
              <a:t>Step1:</a:t>
            </a:r>
            <a:r>
              <a:rPr lang="en-US" sz="2000" dirty="0"/>
              <a:t> If you see a </a:t>
            </a:r>
            <a:r>
              <a:rPr lang="en-US" sz="2000" dirty="0">
                <a:solidFill>
                  <a:srgbClr val="FF0000"/>
                </a:solidFill>
              </a:rPr>
              <a:t>”opening bracket” </a:t>
            </a:r>
            <a:r>
              <a:rPr lang="en-US" sz="2000" dirty="0"/>
              <a:t>( i.e.  (, [, or { ), </a:t>
            </a:r>
            <a:r>
              <a:rPr lang="en-US" sz="2000" dirty="0">
                <a:solidFill>
                  <a:srgbClr val="FF0000"/>
                </a:solidFill>
              </a:rPr>
              <a:t>push</a:t>
            </a:r>
            <a:r>
              <a:rPr lang="en-US" sz="2000" dirty="0"/>
              <a:t> it on the stack </a:t>
            </a:r>
          </a:p>
          <a:p>
            <a:pPr marL="704088" lvl="2" indent="-320040">
              <a:lnSpc>
                <a:spcPct val="200000"/>
              </a:lnSpc>
              <a:spcBef>
                <a:spcPts val="0"/>
              </a:spcBef>
              <a:buSzPct val="80000"/>
              <a:buNone/>
            </a:pPr>
            <a:r>
              <a:rPr lang="en-US" sz="2000" b="1" dirty="0"/>
              <a:t>Step2:</a:t>
            </a:r>
            <a:r>
              <a:rPr lang="en-US" sz="2000" dirty="0"/>
              <a:t> If you see a </a:t>
            </a:r>
            <a:r>
              <a:rPr lang="en-US" sz="2000" dirty="0">
                <a:solidFill>
                  <a:srgbClr val="FF0000"/>
                </a:solidFill>
              </a:rPr>
              <a:t>”closing bracket” </a:t>
            </a:r>
            <a:r>
              <a:rPr lang="en-US" sz="2000" dirty="0"/>
              <a:t>( i.e. ), ], or } ), </a:t>
            </a:r>
            <a:r>
              <a:rPr lang="en-US" sz="2000" dirty="0">
                <a:solidFill>
                  <a:srgbClr val="FF0000"/>
                </a:solidFill>
              </a:rPr>
              <a:t>pop</a:t>
            </a:r>
            <a:r>
              <a:rPr lang="en-US" sz="2000" dirty="0"/>
              <a:t> the stack and check whether you got the corresponding (, [, or {</a:t>
            </a:r>
          </a:p>
          <a:p>
            <a:pPr marL="704088" lvl="2" indent="-320040">
              <a:lnSpc>
                <a:spcPct val="200000"/>
              </a:lnSpc>
              <a:spcBef>
                <a:spcPts val="0"/>
              </a:spcBef>
              <a:buSzPct val="80000"/>
              <a:buNone/>
            </a:pPr>
            <a:r>
              <a:rPr lang="en-US" sz="2000" b="1" dirty="0"/>
              <a:t>Step3:</a:t>
            </a:r>
            <a:r>
              <a:rPr lang="en-US" sz="2000" dirty="0"/>
              <a:t> When you reach the end, check the status of stack</a:t>
            </a:r>
          </a:p>
          <a:p>
            <a:endParaRPr lang="en-US" dirty="0"/>
          </a:p>
        </p:txBody>
      </p:sp>
      <p:sp>
        <p:nvSpPr>
          <p:cNvPr id="3" name="TextBox 2"/>
          <p:cNvSpPr txBox="1"/>
          <p:nvPr/>
        </p:nvSpPr>
        <p:spPr>
          <a:xfrm>
            <a:off x="2133600" y="381001"/>
            <a:ext cx="7772400" cy="646331"/>
          </a:xfrm>
          <a:prstGeom prst="rect">
            <a:avLst/>
          </a:prstGeom>
          <a:noFill/>
        </p:spPr>
        <p:txBody>
          <a:bodyPr wrap="square" rtlCol="0">
            <a:spAutoFit/>
          </a:bodyPr>
          <a:lstStyle/>
          <a:p>
            <a:pPr algn="ctr"/>
            <a:r>
              <a:rPr lang="en-US" sz="3600" dirty="0">
                <a:solidFill>
                  <a:srgbClr val="FFC000"/>
                </a:solidFill>
              </a:rPr>
              <a:t>Checking for balanced braces</a:t>
            </a:r>
          </a:p>
        </p:txBody>
      </p:sp>
    </p:spTree>
    <p:extLst>
      <p:ext uri="{BB962C8B-B14F-4D97-AF65-F5344CB8AC3E}">
        <p14:creationId xmlns:p14="http://schemas.microsoft.com/office/powerpoint/2010/main" val="26122866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3"/>
          <p:cNvSpPr>
            <a:spLocks noGrp="1" noChangeArrowheads="1"/>
          </p:cNvSpPr>
          <p:nvPr>
            <p:ph type="title"/>
          </p:nvPr>
        </p:nvSpPr>
        <p:spPr/>
        <p:txBody>
          <a:bodyPr>
            <a:normAutofit/>
          </a:bodyPr>
          <a:lstStyle/>
          <a:p>
            <a:pPr eaLnBrk="1" hangingPunct="1"/>
            <a:r>
              <a:rPr lang="en-US" sz="4000" dirty="0">
                <a:solidFill>
                  <a:srgbClr val="FFC000"/>
                </a:solidFill>
              </a:rPr>
              <a:t>Checking for balanced braces</a:t>
            </a:r>
          </a:p>
        </p:txBody>
      </p:sp>
      <p:graphicFrame>
        <p:nvGraphicFramePr>
          <p:cNvPr id="11267" name="Rectangle 4"/>
          <p:cNvGraphicFramePr>
            <a:graphicFrameLocks noGrp="1"/>
          </p:cNvGraphicFramePr>
          <p:nvPr>
            <p:ph sz="half" idx="1"/>
          </p:nvPr>
        </p:nvGraphicFramePr>
        <p:xfrm>
          <a:off x="3771900" y="2662238"/>
          <a:ext cx="0" cy="0"/>
        </p:xfrm>
        <a:graphic>
          <a:graphicData uri="http://schemas.openxmlformats.org/presentationml/2006/ole">
            <mc:AlternateContent xmlns:mc="http://schemas.openxmlformats.org/markup-compatibility/2006">
              <mc:Choice xmlns:v="urn:schemas-microsoft-com:vml" Requires="v">
                <p:oleObj spid="_x0000_s2065" name="Flash Movie" r:id="rId3" imgW="0" imgH="0" progId="">
                  <p:embed/>
                </p:oleObj>
              </mc:Choice>
              <mc:Fallback>
                <p:oleObj name="Flash Movie" r:id="rId3" imgW="0" imgH="0" progId="">
                  <p:embed/>
                  <p:pic>
                    <p:nvPicPr>
                      <p:cNvPr id="0" name="AutoShape 17"/>
                      <p:cNvPicPr>
                        <a:picLocks noGrp="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3771900" y="2662238"/>
                        <a:ext cx="0" cy="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1268" name="Picture 22"/>
          <p:cNvPicPr>
            <a:picLocks noGrp="1" noChangeAspect="1" noChangeArrowheads="1"/>
          </p:cNvPicPr>
          <p:nvPr>
            <p:ph sz="half" idx="2"/>
          </p:nvPr>
        </p:nvPicPr>
        <p:blipFill>
          <a:blip r:embed="rId4"/>
          <a:srcRect/>
          <a:stretch>
            <a:fillRect/>
          </a:stretch>
        </p:blipFill>
        <p:spPr>
          <a:xfrm>
            <a:off x="1828800" y="1600200"/>
            <a:ext cx="8534400" cy="5029200"/>
          </a:xfrm>
        </p:spPr>
      </p:pic>
      <p:sp>
        <p:nvSpPr>
          <p:cNvPr id="5" name="Date Placeholder 4"/>
          <p:cNvSpPr>
            <a:spLocks noGrp="1"/>
          </p:cNvSpPr>
          <p:nvPr>
            <p:ph type="dt" sz="half" idx="10"/>
          </p:nvPr>
        </p:nvSpPr>
        <p:spPr/>
        <p:txBody>
          <a:bodyPr/>
          <a:lstStyle/>
          <a:p>
            <a:fld id="{C6F0FBA6-E008-416A-A2C5-2E11742B2690}" type="datetime1">
              <a:rPr lang="en-US" smtClean="0"/>
              <a:pPr/>
              <a:t>9/30/2024</a:t>
            </a:fld>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26</a:t>
            </a:fld>
            <a:endParaRPr lang="en-US" dirty="0"/>
          </a:p>
        </p:txBody>
      </p:sp>
      <p:sp>
        <p:nvSpPr>
          <p:cNvPr id="7" name="Footer Placeholder 6"/>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40629223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Tower of Hanoi (based on recursion)</a:t>
            </a:r>
          </a:p>
        </p:txBody>
      </p:sp>
      <p:sp>
        <p:nvSpPr>
          <p:cNvPr id="3" name="Content Placeholder 2"/>
          <p:cNvSpPr>
            <a:spLocks noGrp="1"/>
          </p:cNvSpPr>
          <p:nvPr>
            <p:ph sz="quarter" idx="1"/>
          </p:nvPr>
        </p:nvSpPr>
        <p:spPr>
          <a:xfrm>
            <a:off x="1981200" y="1600200"/>
            <a:ext cx="8153400" cy="4873752"/>
          </a:xfrm>
        </p:spPr>
        <p:txBody>
          <a:bodyPr>
            <a:normAutofit/>
          </a:bodyPr>
          <a:lstStyle/>
          <a:p>
            <a:pPr algn="just">
              <a:lnSpc>
                <a:spcPct val="150000"/>
              </a:lnSpc>
              <a:buNone/>
            </a:pPr>
            <a:r>
              <a:rPr lang="en-US" b="1" dirty="0"/>
              <a:t>The problem is as follows:</a:t>
            </a:r>
          </a:p>
          <a:p>
            <a:pPr algn="just">
              <a:lnSpc>
                <a:spcPct val="150000"/>
              </a:lnSpc>
            </a:pPr>
            <a:r>
              <a:rPr lang="en-US" dirty="0"/>
              <a:t>Given n disks of decreasing size stacked on one tower and two empty tower</a:t>
            </a:r>
          </a:p>
          <a:p>
            <a:pPr algn="just">
              <a:lnSpc>
                <a:spcPct val="150000"/>
              </a:lnSpc>
            </a:pPr>
            <a:r>
              <a:rPr lang="en-US" dirty="0"/>
              <a:t>It is required to stack all the disks onto third tower in decreasing order of size</a:t>
            </a:r>
          </a:p>
          <a:p>
            <a:pPr algn="just">
              <a:lnSpc>
                <a:spcPct val="150000"/>
              </a:lnSpc>
            </a:pPr>
            <a:r>
              <a:rPr lang="en-US" dirty="0"/>
              <a:t>The second tower may be used as temporary storage</a:t>
            </a:r>
          </a:p>
          <a:p>
            <a:pPr algn="just">
              <a:lnSpc>
                <a:spcPct val="150000"/>
              </a:lnSpc>
              <a:buNone/>
            </a:pPr>
            <a:r>
              <a:rPr lang="en-US" b="1" dirty="0"/>
              <a:t>The conditions are:</a:t>
            </a:r>
          </a:p>
          <a:p>
            <a:pPr algn="just">
              <a:lnSpc>
                <a:spcPct val="150000"/>
              </a:lnSpc>
            </a:pPr>
            <a:r>
              <a:rPr lang="en-US" dirty="0"/>
              <a:t>Only one disk may be moved at a time</a:t>
            </a:r>
          </a:p>
          <a:p>
            <a:pPr algn="just">
              <a:lnSpc>
                <a:spcPct val="150000"/>
              </a:lnSpc>
            </a:pPr>
            <a:r>
              <a:rPr lang="en-US" dirty="0"/>
              <a:t>A large disk never rest upon a smaller disk</a:t>
            </a:r>
          </a:p>
          <a:p>
            <a:endParaRPr lang="en-US" dirty="0"/>
          </a:p>
          <a:p>
            <a:endParaRPr lang="en-US" dirty="0"/>
          </a:p>
        </p:txBody>
      </p:sp>
      <p:sp>
        <p:nvSpPr>
          <p:cNvPr id="4" name="Date Placeholder 3"/>
          <p:cNvSpPr>
            <a:spLocks noGrp="1"/>
          </p:cNvSpPr>
          <p:nvPr>
            <p:ph type="dt" sz="half" idx="10"/>
          </p:nvPr>
        </p:nvSpPr>
        <p:spPr/>
        <p:txBody>
          <a:bodyPr/>
          <a:lstStyle/>
          <a:p>
            <a:fld id="{31C515FF-ACCF-4A40-AA00-3E177ABF96FD}" type="datetime1">
              <a:rPr lang="en-US" smtClean="0"/>
              <a:pPr/>
              <a:t>9/30/2024</a:t>
            </a:fld>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27</a:t>
            </a:fld>
            <a:endParaRPr lang="en-US" dirty="0"/>
          </a:p>
        </p:txBody>
      </p:sp>
      <p:sp>
        <p:nvSpPr>
          <p:cNvPr id="6" name="Footer Placeholder 5"/>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32565934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04800"/>
            <a:ext cx="7467600" cy="762000"/>
          </a:xfrm>
        </p:spPr>
        <p:txBody>
          <a:bodyPr/>
          <a:lstStyle/>
          <a:p>
            <a:r>
              <a:rPr lang="en-US" dirty="0"/>
              <a:t>Tower of Hanoi (FOR  N=3  DISKS)</a:t>
            </a:r>
          </a:p>
        </p:txBody>
      </p:sp>
      <p:grpSp>
        <p:nvGrpSpPr>
          <p:cNvPr id="11" name="Content Placeholder 10"/>
          <p:cNvGrpSpPr>
            <a:grpSpLocks noGrp="1"/>
          </p:cNvGrpSpPr>
          <p:nvPr/>
        </p:nvGrpSpPr>
        <p:grpSpPr>
          <a:xfrm>
            <a:off x="2971800" y="4343399"/>
            <a:ext cx="5715000" cy="2057400"/>
            <a:chOff x="2034073" y="2910641"/>
            <a:chExt cx="4140459" cy="868531"/>
          </a:xfrm>
        </p:grpSpPr>
        <p:sp>
          <p:nvSpPr>
            <p:cNvPr id="12" name="Rectangle 11"/>
            <p:cNvSpPr/>
            <p:nvPr/>
          </p:nvSpPr>
          <p:spPr>
            <a:xfrm>
              <a:off x="2034073" y="3733800"/>
              <a:ext cx="4140459" cy="453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flipH="1">
              <a:off x="2751752" y="2910641"/>
              <a:ext cx="33123" cy="8231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4043577" y="2910641"/>
              <a:ext cx="33123" cy="8231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flipH="1">
              <a:off x="5236027" y="2974977"/>
              <a:ext cx="33123" cy="7720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TextBox 17"/>
          <p:cNvSpPr txBox="1"/>
          <p:nvPr/>
        </p:nvSpPr>
        <p:spPr>
          <a:xfrm>
            <a:off x="7239000" y="4038600"/>
            <a:ext cx="304800" cy="369332"/>
          </a:xfrm>
          <a:prstGeom prst="rect">
            <a:avLst/>
          </a:prstGeom>
          <a:noFill/>
        </p:spPr>
        <p:txBody>
          <a:bodyPr wrap="square" rtlCol="0">
            <a:spAutoFit/>
          </a:bodyPr>
          <a:lstStyle/>
          <a:p>
            <a:r>
              <a:rPr lang="en-US" dirty="0"/>
              <a:t>C</a:t>
            </a:r>
          </a:p>
        </p:txBody>
      </p:sp>
      <p:sp>
        <p:nvSpPr>
          <p:cNvPr id="19" name="TextBox 18"/>
          <p:cNvSpPr txBox="1"/>
          <p:nvPr/>
        </p:nvSpPr>
        <p:spPr>
          <a:xfrm>
            <a:off x="5562600" y="3962400"/>
            <a:ext cx="304800" cy="369332"/>
          </a:xfrm>
          <a:prstGeom prst="rect">
            <a:avLst/>
          </a:prstGeom>
          <a:noFill/>
        </p:spPr>
        <p:txBody>
          <a:bodyPr wrap="square" rtlCol="0">
            <a:spAutoFit/>
          </a:bodyPr>
          <a:lstStyle/>
          <a:p>
            <a:r>
              <a:rPr lang="en-US" dirty="0"/>
              <a:t>B</a:t>
            </a:r>
          </a:p>
        </p:txBody>
      </p:sp>
      <p:sp>
        <p:nvSpPr>
          <p:cNvPr id="20" name="TextBox 19"/>
          <p:cNvSpPr txBox="1"/>
          <p:nvPr/>
        </p:nvSpPr>
        <p:spPr>
          <a:xfrm>
            <a:off x="3886200" y="3962400"/>
            <a:ext cx="304800" cy="369332"/>
          </a:xfrm>
          <a:prstGeom prst="rect">
            <a:avLst/>
          </a:prstGeom>
          <a:noFill/>
        </p:spPr>
        <p:txBody>
          <a:bodyPr wrap="square" rtlCol="0">
            <a:spAutoFit/>
          </a:bodyPr>
          <a:lstStyle/>
          <a:p>
            <a:r>
              <a:rPr lang="en-US" dirty="0"/>
              <a:t>A</a:t>
            </a:r>
          </a:p>
        </p:txBody>
      </p:sp>
      <p:grpSp>
        <p:nvGrpSpPr>
          <p:cNvPr id="22" name="Group 21"/>
          <p:cNvGrpSpPr/>
          <p:nvPr/>
        </p:nvGrpSpPr>
        <p:grpSpPr>
          <a:xfrm>
            <a:off x="2895600" y="1371600"/>
            <a:ext cx="5410200" cy="2438400"/>
            <a:chOff x="1371600" y="1371600"/>
            <a:chExt cx="5410200" cy="2438400"/>
          </a:xfrm>
        </p:grpSpPr>
        <p:grpSp>
          <p:nvGrpSpPr>
            <p:cNvPr id="10" name="Group 9"/>
            <p:cNvGrpSpPr/>
            <p:nvPr/>
          </p:nvGrpSpPr>
          <p:grpSpPr>
            <a:xfrm>
              <a:off x="1371600" y="1752600"/>
              <a:ext cx="5410200" cy="2057400"/>
              <a:chOff x="1371600" y="1752600"/>
              <a:chExt cx="5410200" cy="2057400"/>
            </a:xfrm>
          </p:grpSpPr>
          <p:sp>
            <p:nvSpPr>
              <p:cNvPr id="5" name="Rectangle 4"/>
              <p:cNvSpPr/>
              <p:nvPr/>
            </p:nvSpPr>
            <p:spPr>
              <a:xfrm>
                <a:off x="1371600" y="3733800"/>
                <a:ext cx="5410200" cy="7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24384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0386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57150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TextBox 15"/>
            <p:cNvSpPr txBox="1"/>
            <p:nvPr/>
          </p:nvSpPr>
          <p:spPr>
            <a:xfrm>
              <a:off x="2286000" y="1371600"/>
              <a:ext cx="304800" cy="369332"/>
            </a:xfrm>
            <a:prstGeom prst="rect">
              <a:avLst/>
            </a:prstGeom>
            <a:noFill/>
          </p:spPr>
          <p:txBody>
            <a:bodyPr wrap="square" rtlCol="0">
              <a:spAutoFit/>
            </a:bodyPr>
            <a:lstStyle/>
            <a:p>
              <a:r>
                <a:rPr lang="en-US" dirty="0"/>
                <a:t>A</a:t>
              </a:r>
            </a:p>
          </p:txBody>
        </p:sp>
        <p:sp>
          <p:nvSpPr>
            <p:cNvPr id="17" name="TextBox 16"/>
            <p:cNvSpPr txBox="1"/>
            <p:nvPr/>
          </p:nvSpPr>
          <p:spPr>
            <a:xfrm>
              <a:off x="3886200" y="1371600"/>
              <a:ext cx="304800" cy="369332"/>
            </a:xfrm>
            <a:prstGeom prst="rect">
              <a:avLst/>
            </a:prstGeom>
            <a:noFill/>
          </p:spPr>
          <p:txBody>
            <a:bodyPr wrap="square" rtlCol="0">
              <a:spAutoFit/>
            </a:bodyPr>
            <a:lstStyle/>
            <a:p>
              <a:r>
                <a:rPr lang="en-US" dirty="0"/>
                <a:t>B</a:t>
              </a:r>
            </a:p>
          </p:txBody>
        </p:sp>
        <p:sp>
          <p:nvSpPr>
            <p:cNvPr id="21" name="TextBox 20"/>
            <p:cNvSpPr txBox="1"/>
            <p:nvPr/>
          </p:nvSpPr>
          <p:spPr>
            <a:xfrm>
              <a:off x="5638800" y="1371600"/>
              <a:ext cx="304800" cy="369332"/>
            </a:xfrm>
            <a:prstGeom prst="rect">
              <a:avLst/>
            </a:prstGeom>
            <a:noFill/>
          </p:spPr>
          <p:txBody>
            <a:bodyPr wrap="square" rtlCol="0">
              <a:spAutoFit/>
            </a:bodyPr>
            <a:lstStyle/>
            <a:p>
              <a:r>
                <a:rPr lang="en-US" dirty="0"/>
                <a:t>C</a:t>
              </a:r>
            </a:p>
          </p:txBody>
        </p:sp>
      </p:grpSp>
      <p:grpSp>
        <p:nvGrpSpPr>
          <p:cNvPr id="26" name="Group 25"/>
          <p:cNvGrpSpPr/>
          <p:nvPr/>
        </p:nvGrpSpPr>
        <p:grpSpPr>
          <a:xfrm>
            <a:off x="3276600" y="3276600"/>
            <a:ext cx="1447800" cy="457200"/>
            <a:chOff x="1752600" y="3276600"/>
            <a:chExt cx="1447800" cy="457200"/>
          </a:xfrm>
        </p:grpSpPr>
        <p:sp>
          <p:nvSpPr>
            <p:cNvPr id="23" name="Oval 22"/>
            <p:cNvSpPr/>
            <p:nvPr/>
          </p:nvSpPr>
          <p:spPr>
            <a:xfrm>
              <a:off x="1752600" y="3581400"/>
              <a:ext cx="14478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1905000" y="3429000"/>
              <a:ext cx="11430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2133600" y="3276600"/>
              <a:ext cx="6858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p:cNvGrpSpPr/>
          <p:nvPr/>
        </p:nvGrpSpPr>
        <p:grpSpPr>
          <a:xfrm>
            <a:off x="6629400" y="5791200"/>
            <a:ext cx="1447800" cy="457200"/>
            <a:chOff x="1752600" y="3276600"/>
            <a:chExt cx="1447800" cy="457200"/>
          </a:xfrm>
        </p:grpSpPr>
        <p:sp>
          <p:nvSpPr>
            <p:cNvPr id="28" name="Oval 27"/>
            <p:cNvSpPr/>
            <p:nvPr/>
          </p:nvSpPr>
          <p:spPr>
            <a:xfrm>
              <a:off x="1752600" y="3581400"/>
              <a:ext cx="14478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1905000" y="3429000"/>
              <a:ext cx="11430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2133600" y="3276600"/>
              <a:ext cx="6858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TextBox 30"/>
          <p:cNvSpPr txBox="1"/>
          <p:nvPr/>
        </p:nvSpPr>
        <p:spPr>
          <a:xfrm>
            <a:off x="1981200" y="2133600"/>
            <a:ext cx="1676400" cy="369332"/>
          </a:xfrm>
          <a:prstGeom prst="rect">
            <a:avLst/>
          </a:prstGeom>
          <a:noFill/>
        </p:spPr>
        <p:txBody>
          <a:bodyPr wrap="square" rtlCol="0">
            <a:spAutoFit/>
          </a:bodyPr>
          <a:lstStyle/>
          <a:p>
            <a:r>
              <a:rPr lang="en-US" dirty="0"/>
              <a:t>INPUT</a:t>
            </a:r>
          </a:p>
        </p:txBody>
      </p:sp>
      <p:sp>
        <p:nvSpPr>
          <p:cNvPr id="32" name="Right Arrow 31"/>
          <p:cNvSpPr/>
          <p:nvPr/>
        </p:nvSpPr>
        <p:spPr>
          <a:xfrm>
            <a:off x="2057400" y="2514600"/>
            <a:ext cx="9906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2057400" y="4876800"/>
            <a:ext cx="1524000" cy="369332"/>
          </a:xfrm>
          <a:prstGeom prst="rect">
            <a:avLst/>
          </a:prstGeom>
          <a:noFill/>
        </p:spPr>
        <p:txBody>
          <a:bodyPr wrap="square" rtlCol="0">
            <a:spAutoFit/>
          </a:bodyPr>
          <a:lstStyle/>
          <a:p>
            <a:r>
              <a:rPr lang="en-US" dirty="0"/>
              <a:t>OUTPUT</a:t>
            </a:r>
          </a:p>
        </p:txBody>
      </p:sp>
      <p:sp>
        <p:nvSpPr>
          <p:cNvPr id="34" name="Right Arrow 33"/>
          <p:cNvSpPr/>
          <p:nvPr/>
        </p:nvSpPr>
        <p:spPr>
          <a:xfrm>
            <a:off x="2209800" y="5334000"/>
            <a:ext cx="9906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ate Placeholder 34"/>
          <p:cNvSpPr>
            <a:spLocks noGrp="1"/>
          </p:cNvSpPr>
          <p:nvPr>
            <p:ph type="dt" sz="half" idx="10"/>
          </p:nvPr>
        </p:nvSpPr>
        <p:spPr/>
        <p:txBody>
          <a:bodyPr/>
          <a:lstStyle/>
          <a:p>
            <a:fld id="{CF81F11B-33B6-4927-B6EC-5758D2BB8E5E}" type="datetime1">
              <a:rPr lang="en-US" smtClean="0"/>
              <a:pPr/>
              <a:t>9/30/2024</a:t>
            </a:fld>
            <a:endParaRPr lang="en-US" dirty="0"/>
          </a:p>
        </p:txBody>
      </p:sp>
      <p:sp>
        <p:nvSpPr>
          <p:cNvPr id="36" name="Slide Number Placeholder 35"/>
          <p:cNvSpPr>
            <a:spLocks noGrp="1"/>
          </p:cNvSpPr>
          <p:nvPr>
            <p:ph type="sldNum" sz="quarter" idx="12"/>
          </p:nvPr>
        </p:nvSpPr>
        <p:spPr/>
        <p:txBody>
          <a:bodyPr/>
          <a:lstStyle/>
          <a:p>
            <a:fld id="{D57F1E4F-1CFF-5643-939E-217C01CDF565}" type="slidenum">
              <a:rPr lang="en-US" smtClean="0"/>
              <a:pPr/>
              <a:t>28</a:t>
            </a:fld>
            <a:endParaRPr lang="en-US" dirty="0"/>
          </a:p>
        </p:txBody>
      </p:sp>
      <p:sp>
        <p:nvSpPr>
          <p:cNvPr id="37" name="Footer Placeholder 36"/>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37354609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TO THE PROBLEM OF TOWER OF HANOI</a:t>
            </a:r>
          </a:p>
        </p:txBody>
      </p:sp>
      <p:sp>
        <p:nvSpPr>
          <p:cNvPr id="3" name="Content Placeholder 2"/>
          <p:cNvSpPr>
            <a:spLocks noGrp="1"/>
          </p:cNvSpPr>
          <p:nvPr>
            <p:ph sz="quarter" idx="1"/>
          </p:nvPr>
        </p:nvSpPr>
        <p:spPr/>
        <p:txBody>
          <a:bodyPr/>
          <a:lstStyle/>
          <a:p>
            <a:pPr>
              <a:buNone/>
            </a:pPr>
            <a:endParaRPr lang="en-US" dirty="0"/>
          </a:p>
          <a:p>
            <a:r>
              <a:rPr lang="en-US" dirty="0"/>
              <a:t>Formula for finding the minimum number of moves to transfer ‘n’ disks from A to C is 2</a:t>
            </a:r>
            <a:r>
              <a:rPr lang="en-US" baseline="30000" dirty="0"/>
              <a:t>n</a:t>
            </a:r>
            <a:r>
              <a:rPr lang="en-US" dirty="0"/>
              <a:t> – 1</a:t>
            </a:r>
          </a:p>
          <a:p>
            <a:endParaRPr lang="en-US" dirty="0"/>
          </a:p>
        </p:txBody>
      </p:sp>
      <p:graphicFrame>
        <p:nvGraphicFramePr>
          <p:cNvPr id="4" name="Table 3"/>
          <p:cNvGraphicFramePr>
            <a:graphicFrameLocks noGrp="1"/>
          </p:cNvGraphicFramePr>
          <p:nvPr/>
        </p:nvGraphicFramePr>
        <p:xfrm>
          <a:off x="2971800" y="3505200"/>
          <a:ext cx="5410200" cy="2194560"/>
        </p:xfrm>
        <a:graphic>
          <a:graphicData uri="http://schemas.openxmlformats.org/drawingml/2006/table">
            <a:tbl>
              <a:tblPr firstRow="1" bandRow="1">
                <a:tableStyleId>{74C1A8A3-306A-4EB7-A6B1-4F7E0EB9C5D6}</a:tableStyleId>
              </a:tblPr>
              <a:tblGrid>
                <a:gridCol w="2705100">
                  <a:extLst>
                    <a:ext uri="{9D8B030D-6E8A-4147-A177-3AD203B41FA5}">
                      <a16:colId xmlns:a16="http://schemas.microsoft.com/office/drawing/2014/main" val="20000"/>
                    </a:ext>
                  </a:extLst>
                </a:gridCol>
                <a:gridCol w="2705100">
                  <a:extLst>
                    <a:ext uri="{9D8B030D-6E8A-4147-A177-3AD203B41FA5}">
                      <a16:colId xmlns:a16="http://schemas.microsoft.com/office/drawing/2014/main" val="20001"/>
                    </a:ext>
                  </a:extLst>
                </a:gridCol>
              </a:tblGrid>
              <a:tr h="251460">
                <a:tc>
                  <a:txBody>
                    <a:bodyPr/>
                    <a:lstStyle/>
                    <a:p>
                      <a:pPr algn="ctr"/>
                      <a:r>
                        <a:rPr lang="en-US" dirty="0">
                          <a:solidFill>
                            <a:schemeClr val="accent3">
                              <a:lumMod val="50000"/>
                            </a:schemeClr>
                          </a:solidFill>
                        </a:rPr>
                        <a:t>No of disks</a:t>
                      </a:r>
                    </a:p>
                  </a:txBody>
                  <a:tcPr/>
                </a:tc>
                <a:tc>
                  <a:txBody>
                    <a:bodyPr/>
                    <a:lstStyle/>
                    <a:p>
                      <a:pPr algn="ctr"/>
                      <a:r>
                        <a:rPr lang="en-US" dirty="0">
                          <a:solidFill>
                            <a:schemeClr val="accent3">
                              <a:lumMod val="50000"/>
                            </a:schemeClr>
                          </a:solidFill>
                        </a:rPr>
                        <a:t>No. of moves</a:t>
                      </a:r>
                    </a:p>
                  </a:txBody>
                  <a:tcPr/>
                </a:tc>
                <a:extLst>
                  <a:ext uri="{0D108BD9-81ED-4DB2-BD59-A6C34878D82A}">
                    <a16:rowId xmlns:a16="http://schemas.microsoft.com/office/drawing/2014/main" val="10000"/>
                  </a:ext>
                </a:extLst>
              </a:tr>
              <a:tr h="251460">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0001"/>
                  </a:ext>
                </a:extLst>
              </a:tr>
              <a:tr h="251460">
                <a:tc>
                  <a:txBody>
                    <a:bodyPr/>
                    <a:lstStyle/>
                    <a:p>
                      <a:pPr algn="ctr"/>
                      <a:r>
                        <a:rPr lang="en-US" dirty="0"/>
                        <a:t>2</a:t>
                      </a:r>
                    </a:p>
                  </a:txBody>
                  <a:tcPr/>
                </a:tc>
                <a:tc>
                  <a:txBody>
                    <a:bodyPr/>
                    <a:lstStyle/>
                    <a:p>
                      <a:pPr algn="ctr"/>
                      <a:r>
                        <a:rPr lang="en-US" dirty="0"/>
                        <a:t>3</a:t>
                      </a:r>
                    </a:p>
                  </a:txBody>
                  <a:tcPr/>
                </a:tc>
                <a:extLst>
                  <a:ext uri="{0D108BD9-81ED-4DB2-BD59-A6C34878D82A}">
                    <a16:rowId xmlns:a16="http://schemas.microsoft.com/office/drawing/2014/main" val="10002"/>
                  </a:ext>
                </a:extLst>
              </a:tr>
              <a:tr h="251460">
                <a:tc>
                  <a:txBody>
                    <a:bodyPr/>
                    <a:lstStyle/>
                    <a:p>
                      <a:pPr algn="ctr"/>
                      <a:r>
                        <a:rPr lang="en-US" dirty="0"/>
                        <a:t>3</a:t>
                      </a:r>
                    </a:p>
                  </a:txBody>
                  <a:tcPr/>
                </a:tc>
                <a:tc>
                  <a:txBody>
                    <a:bodyPr/>
                    <a:lstStyle/>
                    <a:p>
                      <a:pPr algn="ctr"/>
                      <a:r>
                        <a:rPr lang="en-US" dirty="0"/>
                        <a:t>7</a:t>
                      </a:r>
                    </a:p>
                  </a:txBody>
                  <a:tcPr/>
                </a:tc>
                <a:extLst>
                  <a:ext uri="{0D108BD9-81ED-4DB2-BD59-A6C34878D82A}">
                    <a16:rowId xmlns:a16="http://schemas.microsoft.com/office/drawing/2014/main" val="10003"/>
                  </a:ext>
                </a:extLst>
              </a:tr>
              <a:tr h="251460">
                <a:tc>
                  <a:txBody>
                    <a:bodyPr/>
                    <a:lstStyle/>
                    <a:p>
                      <a:pPr algn="ctr"/>
                      <a:r>
                        <a:rPr lang="en-US" dirty="0"/>
                        <a:t>4</a:t>
                      </a:r>
                    </a:p>
                  </a:txBody>
                  <a:tcPr/>
                </a:tc>
                <a:tc>
                  <a:txBody>
                    <a:bodyPr/>
                    <a:lstStyle/>
                    <a:p>
                      <a:pPr algn="ctr"/>
                      <a:r>
                        <a:rPr lang="en-US" dirty="0"/>
                        <a:t>15</a:t>
                      </a:r>
                    </a:p>
                  </a:txBody>
                  <a:tcPr/>
                </a:tc>
                <a:extLst>
                  <a:ext uri="{0D108BD9-81ED-4DB2-BD59-A6C34878D82A}">
                    <a16:rowId xmlns:a16="http://schemas.microsoft.com/office/drawing/2014/main" val="10004"/>
                  </a:ext>
                </a:extLst>
              </a:tr>
              <a:tr h="251460">
                <a:tc>
                  <a:txBody>
                    <a:bodyPr/>
                    <a:lstStyle/>
                    <a:p>
                      <a:pPr algn="ctr"/>
                      <a:r>
                        <a:rPr lang="en-US" dirty="0"/>
                        <a:t>5</a:t>
                      </a:r>
                    </a:p>
                  </a:txBody>
                  <a:tcPr/>
                </a:tc>
                <a:tc>
                  <a:txBody>
                    <a:bodyPr/>
                    <a:lstStyle/>
                    <a:p>
                      <a:pPr algn="ctr"/>
                      <a:r>
                        <a:rPr lang="en-US" dirty="0"/>
                        <a:t>31</a:t>
                      </a:r>
                    </a:p>
                  </a:txBody>
                  <a:tcPr/>
                </a:tc>
                <a:extLst>
                  <a:ext uri="{0D108BD9-81ED-4DB2-BD59-A6C34878D82A}">
                    <a16:rowId xmlns:a16="http://schemas.microsoft.com/office/drawing/2014/main" val="10005"/>
                  </a:ext>
                </a:extLst>
              </a:tr>
            </a:tbl>
          </a:graphicData>
        </a:graphic>
      </p:graphicFrame>
      <p:sp>
        <p:nvSpPr>
          <p:cNvPr id="5" name="Date Placeholder 4"/>
          <p:cNvSpPr>
            <a:spLocks noGrp="1"/>
          </p:cNvSpPr>
          <p:nvPr>
            <p:ph type="dt" sz="half" idx="10"/>
          </p:nvPr>
        </p:nvSpPr>
        <p:spPr/>
        <p:txBody>
          <a:bodyPr/>
          <a:lstStyle/>
          <a:p>
            <a:fld id="{9E06BEBA-B01A-4037-89BB-7F0E0C47AF37}" type="datetime1">
              <a:rPr lang="en-US" smtClean="0"/>
              <a:pPr/>
              <a:t>9/30/2024</a:t>
            </a:fld>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29</a:t>
            </a:fld>
            <a:endParaRPr lang="en-US" dirty="0"/>
          </a:p>
        </p:txBody>
      </p:sp>
      <p:sp>
        <p:nvSpPr>
          <p:cNvPr id="7" name="Footer Placeholder 6"/>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17759649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609600"/>
            <a:ext cx="7467600" cy="1143000"/>
          </a:xfrm>
        </p:spPr>
        <p:txBody>
          <a:bodyPr>
            <a:normAutofit fontScale="90000"/>
          </a:bodyPr>
          <a:lstStyle/>
          <a:p>
            <a:r>
              <a:rPr lang="en-US" dirty="0"/>
              <a:t>SOLUTION TO THE PROBLEM OF TOWER OF HANOI</a:t>
            </a:r>
          </a:p>
        </p:txBody>
      </p:sp>
      <p:sp>
        <p:nvSpPr>
          <p:cNvPr id="3" name="Content Placeholder 2"/>
          <p:cNvSpPr>
            <a:spLocks noGrp="1"/>
          </p:cNvSpPr>
          <p:nvPr>
            <p:ph sz="quarter" idx="1"/>
          </p:nvPr>
        </p:nvSpPr>
        <p:spPr>
          <a:xfrm>
            <a:off x="1981200" y="1295400"/>
            <a:ext cx="7467600" cy="5178552"/>
          </a:xfrm>
        </p:spPr>
        <p:txBody>
          <a:bodyPr/>
          <a:lstStyle/>
          <a:p>
            <a:pPr>
              <a:buNone/>
            </a:pPr>
            <a:endParaRPr lang="en-US" dirty="0"/>
          </a:p>
          <a:p>
            <a:r>
              <a:rPr lang="en-US" dirty="0"/>
              <a:t>The solution to the Tower of Hanoi problem may be reduced to the following sub problems:</a:t>
            </a:r>
          </a:p>
          <a:p>
            <a:pPr lvl="1"/>
            <a:r>
              <a:rPr lang="en-US" dirty="0"/>
              <a:t>Move the top n-1 disks from A(Beg) </a:t>
            </a:r>
            <a:r>
              <a:rPr lang="en-US" dirty="0">
                <a:sym typeface="Wingdings" pitchFamily="2" charset="2"/>
              </a:rPr>
              <a:t> B(Aux)</a:t>
            </a:r>
          </a:p>
          <a:p>
            <a:pPr lvl="1"/>
            <a:r>
              <a:rPr lang="en-US" dirty="0">
                <a:sym typeface="Wingdings" pitchFamily="2" charset="2"/>
              </a:rPr>
              <a:t>Move the top disk from A(Beg)  C(End.)</a:t>
            </a:r>
          </a:p>
          <a:p>
            <a:pPr lvl="1"/>
            <a:r>
              <a:rPr lang="en-US" dirty="0">
                <a:sym typeface="Wingdings" pitchFamily="2" charset="2"/>
              </a:rPr>
              <a:t>Move the top n-1 disk B(Aux)  C(End</a:t>
            </a:r>
            <a:endParaRPr lang="en-US" dirty="0"/>
          </a:p>
          <a:p>
            <a:endParaRPr lang="en-US" dirty="0"/>
          </a:p>
        </p:txBody>
      </p:sp>
      <p:grpSp>
        <p:nvGrpSpPr>
          <p:cNvPr id="6" name="Group 5"/>
          <p:cNvGrpSpPr/>
          <p:nvPr/>
        </p:nvGrpSpPr>
        <p:grpSpPr>
          <a:xfrm>
            <a:off x="1676400" y="3962400"/>
            <a:ext cx="2819400" cy="1981200"/>
            <a:chOff x="1371600" y="1274064"/>
            <a:chExt cx="5410200" cy="2535936"/>
          </a:xfrm>
        </p:grpSpPr>
        <p:grpSp>
          <p:nvGrpSpPr>
            <p:cNvPr id="7" name="Group 9"/>
            <p:cNvGrpSpPr/>
            <p:nvPr/>
          </p:nvGrpSpPr>
          <p:grpSpPr>
            <a:xfrm>
              <a:off x="1371600" y="1752600"/>
              <a:ext cx="5410200" cy="2057400"/>
              <a:chOff x="1371600" y="1752600"/>
              <a:chExt cx="5410200" cy="2057400"/>
            </a:xfrm>
          </p:grpSpPr>
          <p:sp>
            <p:nvSpPr>
              <p:cNvPr id="11" name="Rectangle 10"/>
              <p:cNvSpPr/>
              <p:nvPr/>
            </p:nvSpPr>
            <p:spPr>
              <a:xfrm>
                <a:off x="1371600" y="3733800"/>
                <a:ext cx="5410200" cy="7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24384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40386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57150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extBox 7"/>
            <p:cNvSpPr txBox="1"/>
            <p:nvPr/>
          </p:nvSpPr>
          <p:spPr>
            <a:xfrm>
              <a:off x="2102708" y="1274064"/>
              <a:ext cx="304799" cy="472745"/>
            </a:xfrm>
            <a:prstGeom prst="rect">
              <a:avLst/>
            </a:prstGeom>
            <a:noFill/>
          </p:spPr>
          <p:txBody>
            <a:bodyPr wrap="square" rtlCol="0">
              <a:spAutoFit/>
            </a:bodyPr>
            <a:lstStyle/>
            <a:p>
              <a:r>
                <a:rPr lang="en-US" dirty="0"/>
                <a:t>A</a:t>
              </a:r>
            </a:p>
          </p:txBody>
        </p:sp>
        <p:sp>
          <p:nvSpPr>
            <p:cNvPr id="9" name="TextBox 8"/>
            <p:cNvSpPr txBox="1"/>
            <p:nvPr/>
          </p:nvSpPr>
          <p:spPr>
            <a:xfrm>
              <a:off x="3857368" y="1274064"/>
              <a:ext cx="304799" cy="472745"/>
            </a:xfrm>
            <a:prstGeom prst="rect">
              <a:avLst/>
            </a:prstGeom>
            <a:noFill/>
          </p:spPr>
          <p:txBody>
            <a:bodyPr wrap="square" rtlCol="0">
              <a:spAutoFit/>
            </a:bodyPr>
            <a:lstStyle/>
            <a:p>
              <a:r>
                <a:rPr lang="en-US" dirty="0"/>
                <a:t>B</a:t>
              </a:r>
            </a:p>
          </p:txBody>
        </p:sp>
        <p:sp>
          <p:nvSpPr>
            <p:cNvPr id="10" name="TextBox 9"/>
            <p:cNvSpPr txBox="1"/>
            <p:nvPr/>
          </p:nvSpPr>
          <p:spPr>
            <a:xfrm>
              <a:off x="5465805" y="1274064"/>
              <a:ext cx="304799" cy="472745"/>
            </a:xfrm>
            <a:prstGeom prst="rect">
              <a:avLst/>
            </a:prstGeom>
            <a:noFill/>
          </p:spPr>
          <p:txBody>
            <a:bodyPr wrap="square" rtlCol="0">
              <a:spAutoFit/>
            </a:bodyPr>
            <a:lstStyle/>
            <a:p>
              <a:r>
                <a:rPr lang="en-US" dirty="0"/>
                <a:t>C</a:t>
              </a:r>
            </a:p>
          </p:txBody>
        </p:sp>
      </p:grpSp>
      <p:grpSp>
        <p:nvGrpSpPr>
          <p:cNvPr id="15" name="Group 14"/>
          <p:cNvGrpSpPr/>
          <p:nvPr/>
        </p:nvGrpSpPr>
        <p:grpSpPr>
          <a:xfrm>
            <a:off x="4648200" y="4038600"/>
            <a:ext cx="2819400" cy="1905000"/>
            <a:chOff x="1371600" y="1270000"/>
            <a:chExt cx="5410200" cy="2540000"/>
          </a:xfrm>
        </p:grpSpPr>
        <p:grpSp>
          <p:nvGrpSpPr>
            <p:cNvPr id="16" name="Group 9"/>
            <p:cNvGrpSpPr/>
            <p:nvPr/>
          </p:nvGrpSpPr>
          <p:grpSpPr>
            <a:xfrm>
              <a:off x="1371600" y="1752600"/>
              <a:ext cx="5410200" cy="2057400"/>
              <a:chOff x="1371600" y="1752600"/>
              <a:chExt cx="5410200" cy="2057400"/>
            </a:xfrm>
          </p:grpSpPr>
          <p:sp>
            <p:nvSpPr>
              <p:cNvPr id="20" name="Rectangle 19"/>
              <p:cNvSpPr/>
              <p:nvPr/>
            </p:nvSpPr>
            <p:spPr>
              <a:xfrm>
                <a:off x="1371600" y="3733800"/>
                <a:ext cx="5410200" cy="7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24384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40386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57150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TextBox 16"/>
            <p:cNvSpPr txBox="1"/>
            <p:nvPr/>
          </p:nvSpPr>
          <p:spPr>
            <a:xfrm>
              <a:off x="2248930" y="1270000"/>
              <a:ext cx="304799" cy="492443"/>
            </a:xfrm>
            <a:prstGeom prst="rect">
              <a:avLst/>
            </a:prstGeom>
            <a:noFill/>
          </p:spPr>
          <p:txBody>
            <a:bodyPr wrap="square" rtlCol="0">
              <a:spAutoFit/>
            </a:bodyPr>
            <a:lstStyle/>
            <a:p>
              <a:r>
                <a:rPr lang="en-US" dirty="0"/>
                <a:t>A</a:t>
              </a:r>
            </a:p>
          </p:txBody>
        </p:sp>
        <p:sp>
          <p:nvSpPr>
            <p:cNvPr id="18" name="TextBox 17"/>
            <p:cNvSpPr txBox="1"/>
            <p:nvPr/>
          </p:nvSpPr>
          <p:spPr>
            <a:xfrm>
              <a:off x="3857368" y="1270000"/>
              <a:ext cx="304799" cy="492443"/>
            </a:xfrm>
            <a:prstGeom prst="rect">
              <a:avLst/>
            </a:prstGeom>
            <a:noFill/>
          </p:spPr>
          <p:txBody>
            <a:bodyPr wrap="square" rtlCol="0">
              <a:spAutoFit/>
            </a:bodyPr>
            <a:lstStyle/>
            <a:p>
              <a:r>
                <a:rPr lang="en-US" dirty="0"/>
                <a:t>B</a:t>
              </a:r>
            </a:p>
          </p:txBody>
        </p:sp>
        <p:sp>
          <p:nvSpPr>
            <p:cNvPr id="19" name="TextBox 18"/>
            <p:cNvSpPr txBox="1"/>
            <p:nvPr/>
          </p:nvSpPr>
          <p:spPr>
            <a:xfrm>
              <a:off x="5465805" y="1270000"/>
              <a:ext cx="304799" cy="492443"/>
            </a:xfrm>
            <a:prstGeom prst="rect">
              <a:avLst/>
            </a:prstGeom>
            <a:noFill/>
          </p:spPr>
          <p:txBody>
            <a:bodyPr wrap="square" rtlCol="0">
              <a:spAutoFit/>
            </a:bodyPr>
            <a:lstStyle/>
            <a:p>
              <a:r>
                <a:rPr lang="en-US" dirty="0"/>
                <a:t>C</a:t>
              </a:r>
            </a:p>
          </p:txBody>
        </p:sp>
      </p:grpSp>
      <p:grpSp>
        <p:nvGrpSpPr>
          <p:cNvPr id="24" name="Group 23"/>
          <p:cNvGrpSpPr/>
          <p:nvPr/>
        </p:nvGrpSpPr>
        <p:grpSpPr>
          <a:xfrm>
            <a:off x="7620000" y="4114800"/>
            <a:ext cx="3048000" cy="1828800"/>
            <a:chOff x="1371600" y="1265583"/>
            <a:chExt cx="5410200" cy="2544417"/>
          </a:xfrm>
        </p:grpSpPr>
        <p:grpSp>
          <p:nvGrpSpPr>
            <p:cNvPr id="25" name="Group 9"/>
            <p:cNvGrpSpPr/>
            <p:nvPr/>
          </p:nvGrpSpPr>
          <p:grpSpPr>
            <a:xfrm>
              <a:off x="1371600" y="1752600"/>
              <a:ext cx="5410200" cy="2057400"/>
              <a:chOff x="1371600" y="1752600"/>
              <a:chExt cx="5410200" cy="2057400"/>
            </a:xfrm>
          </p:grpSpPr>
          <p:sp>
            <p:nvSpPr>
              <p:cNvPr id="29" name="Rectangle 28"/>
              <p:cNvSpPr/>
              <p:nvPr/>
            </p:nvSpPr>
            <p:spPr>
              <a:xfrm>
                <a:off x="1371600" y="3733800"/>
                <a:ext cx="5410200" cy="7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24384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40386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57150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TextBox 25"/>
            <p:cNvSpPr txBox="1"/>
            <p:nvPr/>
          </p:nvSpPr>
          <p:spPr>
            <a:xfrm>
              <a:off x="2183130" y="1265583"/>
              <a:ext cx="304799" cy="513853"/>
            </a:xfrm>
            <a:prstGeom prst="rect">
              <a:avLst/>
            </a:prstGeom>
            <a:noFill/>
          </p:spPr>
          <p:txBody>
            <a:bodyPr wrap="square" rtlCol="0">
              <a:spAutoFit/>
            </a:bodyPr>
            <a:lstStyle/>
            <a:p>
              <a:r>
                <a:rPr lang="en-US" dirty="0"/>
                <a:t>A</a:t>
              </a:r>
            </a:p>
          </p:txBody>
        </p:sp>
        <p:sp>
          <p:nvSpPr>
            <p:cNvPr id="27" name="TextBox 26"/>
            <p:cNvSpPr txBox="1"/>
            <p:nvPr/>
          </p:nvSpPr>
          <p:spPr>
            <a:xfrm>
              <a:off x="3806190" y="1265583"/>
              <a:ext cx="304799" cy="513853"/>
            </a:xfrm>
            <a:prstGeom prst="rect">
              <a:avLst/>
            </a:prstGeom>
            <a:noFill/>
          </p:spPr>
          <p:txBody>
            <a:bodyPr wrap="square" rtlCol="0">
              <a:spAutoFit/>
            </a:bodyPr>
            <a:lstStyle/>
            <a:p>
              <a:r>
                <a:rPr lang="en-US" dirty="0"/>
                <a:t>B</a:t>
              </a:r>
            </a:p>
          </p:txBody>
        </p:sp>
        <p:sp>
          <p:nvSpPr>
            <p:cNvPr id="28" name="TextBox 27"/>
            <p:cNvSpPr txBox="1"/>
            <p:nvPr/>
          </p:nvSpPr>
          <p:spPr>
            <a:xfrm>
              <a:off x="5564505" y="1265583"/>
              <a:ext cx="304799" cy="513853"/>
            </a:xfrm>
            <a:prstGeom prst="rect">
              <a:avLst/>
            </a:prstGeom>
            <a:noFill/>
          </p:spPr>
          <p:txBody>
            <a:bodyPr wrap="square" rtlCol="0">
              <a:spAutoFit/>
            </a:bodyPr>
            <a:lstStyle/>
            <a:p>
              <a:r>
                <a:rPr lang="en-US" dirty="0"/>
                <a:t>C</a:t>
              </a:r>
            </a:p>
          </p:txBody>
        </p:sp>
      </p:grpSp>
      <p:sp>
        <p:nvSpPr>
          <p:cNvPr id="34" name="Oval 33"/>
          <p:cNvSpPr/>
          <p:nvPr/>
        </p:nvSpPr>
        <p:spPr>
          <a:xfrm>
            <a:off x="1524000" y="5715000"/>
            <a:ext cx="14478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2514600" y="5334000"/>
            <a:ext cx="11430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2743200" y="5181600"/>
            <a:ext cx="6858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6172200" y="5715000"/>
            <a:ext cx="14478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5562600" y="5486400"/>
            <a:ext cx="11430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5791200" y="5334000"/>
            <a:ext cx="6858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p:cNvGrpSpPr/>
          <p:nvPr/>
        </p:nvGrpSpPr>
        <p:grpSpPr>
          <a:xfrm>
            <a:off x="9220200" y="5410200"/>
            <a:ext cx="1447800" cy="457200"/>
            <a:chOff x="1752600" y="3276600"/>
            <a:chExt cx="1447800" cy="457200"/>
          </a:xfrm>
        </p:grpSpPr>
        <p:sp>
          <p:nvSpPr>
            <p:cNvPr id="42" name="Oval 41"/>
            <p:cNvSpPr/>
            <p:nvPr/>
          </p:nvSpPr>
          <p:spPr>
            <a:xfrm>
              <a:off x="1752600" y="3581400"/>
              <a:ext cx="14478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a:off x="1905000" y="3429000"/>
              <a:ext cx="11430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2133600" y="3276600"/>
              <a:ext cx="6858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Date Placeholder 44"/>
          <p:cNvSpPr>
            <a:spLocks noGrp="1"/>
          </p:cNvSpPr>
          <p:nvPr>
            <p:ph type="dt" sz="half" idx="10"/>
          </p:nvPr>
        </p:nvSpPr>
        <p:spPr/>
        <p:txBody>
          <a:bodyPr/>
          <a:lstStyle/>
          <a:p>
            <a:fld id="{9A579FA7-2D72-4634-ACA2-12C800D18AC3}" type="datetime1">
              <a:rPr lang="en-US" smtClean="0"/>
              <a:pPr/>
              <a:t>9/30/2024</a:t>
            </a:fld>
            <a:endParaRPr lang="en-US" dirty="0"/>
          </a:p>
        </p:txBody>
      </p:sp>
      <p:sp>
        <p:nvSpPr>
          <p:cNvPr id="46" name="Slide Number Placeholder 45"/>
          <p:cNvSpPr>
            <a:spLocks noGrp="1"/>
          </p:cNvSpPr>
          <p:nvPr>
            <p:ph type="sldNum" sz="quarter" idx="12"/>
          </p:nvPr>
        </p:nvSpPr>
        <p:spPr/>
        <p:txBody>
          <a:bodyPr/>
          <a:lstStyle/>
          <a:p>
            <a:fld id="{D57F1E4F-1CFF-5643-939E-217C01CDF565}" type="slidenum">
              <a:rPr lang="en-US" smtClean="0"/>
              <a:pPr/>
              <a:t>30</a:t>
            </a:fld>
            <a:endParaRPr lang="en-US" dirty="0"/>
          </a:p>
        </p:txBody>
      </p:sp>
      <p:sp>
        <p:nvSpPr>
          <p:cNvPr id="47" name="Footer Placeholder 46"/>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25998629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Recursive Algorithm for tower of Hanoi</a:t>
            </a:r>
          </a:p>
        </p:txBody>
      </p:sp>
      <p:sp>
        <p:nvSpPr>
          <p:cNvPr id="3" name="Content Placeholder 2"/>
          <p:cNvSpPr>
            <a:spLocks noGrp="1"/>
          </p:cNvSpPr>
          <p:nvPr>
            <p:ph sz="quarter" idx="1"/>
          </p:nvPr>
        </p:nvSpPr>
        <p:spPr>
          <a:xfrm>
            <a:off x="1981200" y="1600200"/>
            <a:ext cx="8153400" cy="4873752"/>
          </a:xfrm>
        </p:spPr>
        <p:txBody>
          <a:bodyPr>
            <a:normAutofit fontScale="92500" lnSpcReduction="20000"/>
          </a:bodyPr>
          <a:lstStyle/>
          <a:p>
            <a:pPr>
              <a:buNone/>
            </a:pPr>
            <a:r>
              <a:rPr lang="en-US" sz="2800" b="1" dirty="0"/>
              <a:t>Tower(N, Beg, Aux, End)</a:t>
            </a:r>
          </a:p>
          <a:p>
            <a:pPr>
              <a:buNone/>
            </a:pPr>
            <a:r>
              <a:rPr lang="en-US" b="1" dirty="0"/>
              <a:t>Step 1:</a:t>
            </a:r>
            <a:r>
              <a:rPr lang="en-US" dirty="0"/>
              <a:t> if N=1 then</a:t>
            </a:r>
          </a:p>
          <a:p>
            <a:pPr>
              <a:buNone/>
            </a:pPr>
            <a:r>
              <a:rPr lang="en-US" dirty="0"/>
              <a:t>	Write: Beg </a:t>
            </a:r>
            <a:r>
              <a:rPr lang="en-US" dirty="0">
                <a:sym typeface="Wingdings" pitchFamily="2" charset="2"/>
              </a:rPr>
              <a:t> End</a:t>
            </a:r>
          </a:p>
          <a:p>
            <a:pPr>
              <a:buNone/>
            </a:pPr>
            <a:r>
              <a:rPr lang="en-US" dirty="0">
                <a:sym typeface="Wingdings" pitchFamily="2" charset="2"/>
              </a:rPr>
              <a:t>	Return</a:t>
            </a:r>
          </a:p>
          <a:p>
            <a:pPr>
              <a:buNone/>
            </a:pPr>
            <a:endParaRPr lang="en-US" dirty="0">
              <a:sym typeface="Wingdings" pitchFamily="2" charset="2"/>
            </a:endParaRPr>
          </a:p>
          <a:p>
            <a:pPr>
              <a:buNone/>
            </a:pPr>
            <a:r>
              <a:rPr lang="en-US" b="1" dirty="0">
                <a:sym typeface="Wingdings" pitchFamily="2" charset="2"/>
              </a:rPr>
              <a:t>Step 2:</a:t>
            </a:r>
            <a:r>
              <a:rPr lang="en-US" dirty="0">
                <a:sym typeface="Wingdings" pitchFamily="2" charset="2"/>
              </a:rPr>
              <a:t> [move N-1 disks from tower Beg to tower Aux]</a:t>
            </a:r>
          </a:p>
          <a:p>
            <a:pPr>
              <a:buNone/>
            </a:pPr>
            <a:r>
              <a:rPr lang="en-US" dirty="0">
                <a:sym typeface="Wingdings" pitchFamily="2" charset="2"/>
              </a:rPr>
              <a:t>	Call Tower(N-1</a:t>
            </a:r>
            <a:r>
              <a:rPr lang="en-US" dirty="0"/>
              <a:t>, Beg, End, Aux</a:t>
            </a:r>
            <a:r>
              <a:rPr lang="en-US" dirty="0">
                <a:sym typeface="Wingdings" pitchFamily="2" charset="2"/>
              </a:rPr>
              <a:t>)</a:t>
            </a:r>
          </a:p>
          <a:p>
            <a:pPr>
              <a:buNone/>
            </a:pPr>
            <a:endParaRPr lang="en-US" dirty="0">
              <a:sym typeface="Wingdings" pitchFamily="2" charset="2"/>
            </a:endParaRPr>
          </a:p>
          <a:p>
            <a:pPr>
              <a:buNone/>
            </a:pPr>
            <a:r>
              <a:rPr lang="en-US" b="1" dirty="0">
                <a:sym typeface="Wingdings" pitchFamily="2" charset="2"/>
              </a:rPr>
              <a:t>Step 3:</a:t>
            </a:r>
            <a:r>
              <a:rPr lang="en-US" dirty="0">
                <a:sym typeface="Wingdings" pitchFamily="2" charset="2"/>
              </a:rPr>
              <a:t> Write Beg  End</a:t>
            </a:r>
          </a:p>
          <a:p>
            <a:pPr>
              <a:buNone/>
            </a:pPr>
            <a:endParaRPr lang="en-US" dirty="0">
              <a:sym typeface="Wingdings" pitchFamily="2" charset="2"/>
            </a:endParaRPr>
          </a:p>
          <a:p>
            <a:pPr>
              <a:buNone/>
            </a:pPr>
            <a:r>
              <a:rPr lang="en-US" b="1" dirty="0"/>
              <a:t>Step 4:</a:t>
            </a:r>
            <a:r>
              <a:rPr lang="en-US" dirty="0"/>
              <a:t> [move N-1 disks from tower Aux to tower End]</a:t>
            </a:r>
          </a:p>
          <a:p>
            <a:pPr>
              <a:buNone/>
            </a:pPr>
            <a:r>
              <a:rPr lang="en-US" dirty="0">
                <a:sym typeface="Wingdings" pitchFamily="2" charset="2"/>
              </a:rPr>
              <a:t>	Call Tower(N-1</a:t>
            </a:r>
            <a:r>
              <a:rPr lang="en-US" dirty="0"/>
              <a:t>, Aux, Beg, End</a:t>
            </a:r>
            <a:r>
              <a:rPr lang="en-US" dirty="0">
                <a:sym typeface="Wingdings" pitchFamily="2" charset="2"/>
              </a:rPr>
              <a:t>)</a:t>
            </a:r>
          </a:p>
          <a:p>
            <a:pPr>
              <a:buNone/>
            </a:pPr>
            <a:endParaRPr lang="en-US" dirty="0">
              <a:sym typeface="Wingdings" pitchFamily="2" charset="2"/>
            </a:endParaRPr>
          </a:p>
          <a:p>
            <a:pPr>
              <a:buNone/>
            </a:pPr>
            <a:r>
              <a:rPr lang="en-US" b="1" dirty="0">
                <a:sym typeface="Wingdings" pitchFamily="2" charset="2"/>
              </a:rPr>
              <a:t>Step 5:</a:t>
            </a:r>
            <a:r>
              <a:rPr lang="en-US" dirty="0">
                <a:sym typeface="Wingdings" pitchFamily="2" charset="2"/>
              </a:rPr>
              <a:t> Return</a:t>
            </a:r>
            <a:endParaRPr lang="en-US" dirty="0"/>
          </a:p>
        </p:txBody>
      </p:sp>
      <p:sp>
        <p:nvSpPr>
          <p:cNvPr id="4" name="Date Placeholder 3"/>
          <p:cNvSpPr>
            <a:spLocks noGrp="1"/>
          </p:cNvSpPr>
          <p:nvPr>
            <p:ph type="dt" sz="half" idx="10"/>
          </p:nvPr>
        </p:nvSpPr>
        <p:spPr/>
        <p:txBody>
          <a:bodyPr/>
          <a:lstStyle/>
          <a:p>
            <a:fld id="{35885913-253D-4CE2-A46E-D081EA83EEA8}" type="datetime1">
              <a:rPr lang="en-US" smtClean="0"/>
              <a:pPr/>
              <a:t>9/30/2024</a:t>
            </a:fld>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31</a:t>
            </a:fld>
            <a:endParaRPr lang="en-US" dirty="0"/>
          </a:p>
        </p:txBody>
      </p:sp>
      <p:sp>
        <p:nvSpPr>
          <p:cNvPr id="6" name="Footer Placeholder 5"/>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17146489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7467600" cy="639762"/>
          </a:xfrm>
        </p:spPr>
        <p:txBody>
          <a:bodyPr>
            <a:normAutofit fontScale="90000"/>
          </a:bodyPr>
          <a:lstStyle/>
          <a:p>
            <a:r>
              <a:rPr lang="en-US" dirty="0"/>
              <a:t>Tower of Hanoi</a:t>
            </a:r>
          </a:p>
        </p:txBody>
      </p:sp>
      <p:grpSp>
        <p:nvGrpSpPr>
          <p:cNvPr id="4" name="Content Placeholder 3"/>
          <p:cNvGrpSpPr>
            <a:grpSpLocks noGrp="1"/>
          </p:cNvGrpSpPr>
          <p:nvPr/>
        </p:nvGrpSpPr>
        <p:grpSpPr>
          <a:xfrm>
            <a:off x="1981200" y="1524001"/>
            <a:ext cx="3429000" cy="1600201"/>
            <a:chOff x="1371600" y="1249678"/>
            <a:chExt cx="5410200" cy="2560322"/>
          </a:xfrm>
        </p:grpSpPr>
        <p:grpSp>
          <p:nvGrpSpPr>
            <p:cNvPr id="5" name="Group 9"/>
            <p:cNvGrpSpPr/>
            <p:nvPr/>
          </p:nvGrpSpPr>
          <p:grpSpPr>
            <a:xfrm>
              <a:off x="1371600" y="1752600"/>
              <a:ext cx="5410200" cy="2057400"/>
              <a:chOff x="1371600" y="1752600"/>
              <a:chExt cx="5410200" cy="2057400"/>
            </a:xfrm>
          </p:grpSpPr>
          <p:sp>
            <p:nvSpPr>
              <p:cNvPr id="9" name="Rectangle 8"/>
              <p:cNvSpPr/>
              <p:nvPr/>
            </p:nvSpPr>
            <p:spPr>
              <a:xfrm>
                <a:off x="1371600" y="3733800"/>
                <a:ext cx="5410200" cy="7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24384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40386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7150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p:cNvSpPr txBox="1"/>
            <p:nvPr/>
          </p:nvSpPr>
          <p:spPr>
            <a:xfrm>
              <a:off x="2333413" y="1249678"/>
              <a:ext cx="304800" cy="590931"/>
            </a:xfrm>
            <a:prstGeom prst="rect">
              <a:avLst/>
            </a:prstGeom>
            <a:noFill/>
          </p:spPr>
          <p:txBody>
            <a:bodyPr wrap="square" rtlCol="0">
              <a:spAutoFit/>
            </a:bodyPr>
            <a:lstStyle/>
            <a:p>
              <a:r>
                <a:rPr lang="en-US" dirty="0"/>
                <a:t>A</a:t>
              </a:r>
            </a:p>
          </p:txBody>
        </p:sp>
        <p:sp>
          <p:nvSpPr>
            <p:cNvPr id="7" name="TextBox 6"/>
            <p:cNvSpPr txBox="1"/>
            <p:nvPr/>
          </p:nvSpPr>
          <p:spPr>
            <a:xfrm>
              <a:off x="3776133" y="1249678"/>
              <a:ext cx="304800" cy="590931"/>
            </a:xfrm>
            <a:prstGeom prst="rect">
              <a:avLst/>
            </a:prstGeom>
            <a:noFill/>
          </p:spPr>
          <p:txBody>
            <a:bodyPr wrap="square" rtlCol="0">
              <a:spAutoFit/>
            </a:bodyPr>
            <a:lstStyle/>
            <a:p>
              <a:r>
                <a:rPr lang="en-US" dirty="0"/>
                <a:t>B</a:t>
              </a:r>
            </a:p>
          </p:txBody>
        </p:sp>
        <p:sp>
          <p:nvSpPr>
            <p:cNvPr id="8" name="TextBox 7"/>
            <p:cNvSpPr txBox="1"/>
            <p:nvPr/>
          </p:nvSpPr>
          <p:spPr>
            <a:xfrm>
              <a:off x="5579533" y="1249678"/>
              <a:ext cx="304800" cy="590931"/>
            </a:xfrm>
            <a:prstGeom prst="rect">
              <a:avLst/>
            </a:prstGeom>
            <a:noFill/>
          </p:spPr>
          <p:txBody>
            <a:bodyPr wrap="square" rtlCol="0">
              <a:spAutoFit/>
            </a:bodyPr>
            <a:lstStyle/>
            <a:p>
              <a:r>
                <a:rPr lang="en-US" dirty="0"/>
                <a:t>C</a:t>
              </a:r>
            </a:p>
          </p:txBody>
        </p:sp>
      </p:grpSp>
      <p:sp>
        <p:nvSpPr>
          <p:cNvPr id="44" name="Oval 43"/>
          <p:cNvSpPr/>
          <p:nvPr/>
        </p:nvSpPr>
        <p:spPr>
          <a:xfrm>
            <a:off x="2209800" y="2895600"/>
            <a:ext cx="10668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2362200" y="2743200"/>
            <a:ext cx="7620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2514600" y="2590800"/>
            <a:ext cx="3810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p:cNvGrpSpPr/>
          <p:nvPr/>
        </p:nvGrpSpPr>
        <p:grpSpPr>
          <a:xfrm>
            <a:off x="6324600" y="3886200"/>
            <a:ext cx="3124200" cy="2438400"/>
            <a:chOff x="1371600" y="1371600"/>
            <a:chExt cx="5410200" cy="2438400"/>
          </a:xfrm>
        </p:grpSpPr>
        <p:grpSp>
          <p:nvGrpSpPr>
            <p:cNvPr id="32" name="Group 9"/>
            <p:cNvGrpSpPr/>
            <p:nvPr/>
          </p:nvGrpSpPr>
          <p:grpSpPr>
            <a:xfrm>
              <a:off x="1371600" y="1752600"/>
              <a:ext cx="5410200" cy="2057400"/>
              <a:chOff x="1371600" y="1752600"/>
              <a:chExt cx="5410200" cy="2057400"/>
            </a:xfrm>
          </p:grpSpPr>
          <p:sp>
            <p:nvSpPr>
              <p:cNvPr id="36" name="Rectangle 35"/>
              <p:cNvSpPr/>
              <p:nvPr/>
            </p:nvSpPr>
            <p:spPr>
              <a:xfrm>
                <a:off x="1371600" y="3733800"/>
                <a:ext cx="5410200" cy="7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p:cNvSpPr/>
              <p:nvPr/>
            </p:nvSpPr>
            <p:spPr>
              <a:xfrm>
                <a:off x="24384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p:nvSpPr>
            <p:spPr>
              <a:xfrm>
                <a:off x="40386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57150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TextBox 32"/>
            <p:cNvSpPr txBox="1"/>
            <p:nvPr/>
          </p:nvSpPr>
          <p:spPr>
            <a:xfrm>
              <a:off x="2286000" y="1371600"/>
              <a:ext cx="304800" cy="369332"/>
            </a:xfrm>
            <a:prstGeom prst="rect">
              <a:avLst/>
            </a:prstGeom>
            <a:noFill/>
          </p:spPr>
          <p:txBody>
            <a:bodyPr wrap="square" rtlCol="0">
              <a:spAutoFit/>
            </a:bodyPr>
            <a:lstStyle/>
            <a:p>
              <a:r>
                <a:rPr lang="en-US" dirty="0"/>
                <a:t>A</a:t>
              </a:r>
            </a:p>
          </p:txBody>
        </p:sp>
        <p:sp>
          <p:nvSpPr>
            <p:cNvPr id="34" name="TextBox 33"/>
            <p:cNvSpPr txBox="1"/>
            <p:nvPr/>
          </p:nvSpPr>
          <p:spPr>
            <a:xfrm>
              <a:off x="3886200" y="1371600"/>
              <a:ext cx="304800" cy="369332"/>
            </a:xfrm>
            <a:prstGeom prst="rect">
              <a:avLst/>
            </a:prstGeom>
            <a:noFill/>
          </p:spPr>
          <p:txBody>
            <a:bodyPr wrap="square" rtlCol="0">
              <a:spAutoFit/>
            </a:bodyPr>
            <a:lstStyle/>
            <a:p>
              <a:r>
                <a:rPr lang="en-US" dirty="0"/>
                <a:t>B</a:t>
              </a:r>
            </a:p>
          </p:txBody>
        </p:sp>
        <p:sp>
          <p:nvSpPr>
            <p:cNvPr id="35" name="TextBox 34"/>
            <p:cNvSpPr txBox="1"/>
            <p:nvPr/>
          </p:nvSpPr>
          <p:spPr>
            <a:xfrm>
              <a:off x="5638800" y="1371600"/>
              <a:ext cx="304800" cy="369332"/>
            </a:xfrm>
            <a:prstGeom prst="rect">
              <a:avLst/>
            </a:prstGeom>
            <a:noFill/>
          </p:spPr>
          <p:txBody>
            <a:bodyPr wrap="square" rtlCol="0">
              <a:spAutoFit/>
            </a:bodyPr>
            <a:lstStyle/>
            <a:p>
              <a:r>
                <a:rPr lang="en-US" dirty="0"/>
                <a:t>C</a:t>
              </a:r>
            </a:p>
          </p:txBody>
        </p:sp>
      </p:grpSp>
      <p:sp>
        <p:nvSpPr>
          <p:cNvPr id="47" name="Oval 46"/>
          <p:cNvSpPr/>
          <p:nvPr/>
        </p:nvSpPr>
        <p:spPr>
          <a:xfrm>
            <a:off x="6324600" y="6096000"/>
            <a:ext cx="10668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p:cNvSpPr/>
          <p:nvPr/>
        </p:nvSpPr>
        <p:spPr>
          <a:xfrm>
            <a:off x="7467600" y="6096000"/>
            <a:ext cx="7620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p:cNvSpPr/>
          <p:nvPr/>
        </p:nvSpPr>
        <p:spPr>
          <a:xfrm>
            <a:off x="8686800" y="6096000"/>
            <a:ext cx="3810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2" name="Group 21"/>
          <p:cNvGrpSpPr/>
          <p:nvPr/>
        </p:nvGrpSpPr>
        <p:grpSpPr>
          <a:xfrm>
            <a:off x="1981200" y="4114800"/>
            <a:ext cx="3657600" cy="2209800"/>
            <a:chOff x="1371600" y="1371600"/>
            <a:chExt cx="5410200" cy="2438400"/>
          </a:xfrm>
        </p:grpSpPr>
        <p:grpSp>
          <p:nvGrpSpPr>
            <p:cNvPr id="23" name="Group 9"/>
            <p:cNvGrpSpPr/>
            <p:nvPr/>
          </p:nvGrpSpPr>
          <p:grpSpPr>
            <a:xfrm>
              <a:off x="1371600" y="1752600"/>
              <a:ext cx="5410200" cy="2057400"/>
              <a:chOff x="1371600" y="1752600"/>
              <a:chExt cx="5410200" cy="2057400"/>
            </a:xfrm>
          </p:grpSpPr>
          <p:sp>
            <p:nvSpPr>
              <p:cNvPr id="27" name="Rectangle 26"/>
              <p:cNvSpPr/>
              <p:nvPr/>
            </p:nvSpPr>
            <p:spPr>
              <a:xfrm>
                <a:off x="1371600" y="3733800"/>
                <a:ext cx="5410200" cy="7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24384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40386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57150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TextBox 23"/>
            <p:cNvSpPr txBox="1"/>
            <p:nvPr/>
          </p:nvSpPr>
          <p:spPr>
            <a:xfrm>
              <a:off x="2286000" y="1371600"/>
              <a:ext cx="304800" cy="407539"/>
            </a:xfrm>
            <a:prstGeom prst="rect">
              <a:avLst/>
            </a:prstGeom>
            <a:noFill/>
          </p:spPr>
          <p:txBody>
            <a:bodyPr wrap="square" rtlCol="0">
              <a:spAutoFit/>
            </a:bodyPr>
            <a:lstStyle/>
            <a:p>
              <a:r>
                <a:rPr lang="en-US" dirty="0"/>
                <a:t>A</a:t>
              </a:r>
            </a:p>
          </p:txBody>
        </p:sp>
        <p:sp>
          <p:nvSpPr>
            <p:cNvPr id="25" name="TextBox 24"/>
            <p:cNvSpPr txBox="1"/>
            <p:nvPr/>
          </p:nvSpPr>
          <p:spPr>
            <a:xfrm>
              <a:off x="3886200" y="1371600"/>
              <a:ext cx="304800" cy="407539"/>
            </a:xfrm>
            <a:prstGeom prst="rect">
              <a:avLst/>
            </a:prstGeom>
            <a:noFill/>
          </p:spPr>
          <p:txBody>
            <a:bodyPr wrap="square" rtlCol="0">
              <a:spAutoFit/>
            </a:bodyPr>
            <a:lstStyle/>
            <a:p>
              <a:r>
                <a:rPr lang="en-US" dirty="0"/>
                <a:t>B</a:t>
              </a:r>
            </a:p>
          </p:txBody>
        </p:sp>
        <p:sp>
          <p:nvSpPr>
            <p:cNvPr id="26" name="TextBox 25"/>
            <p:cNvSpPr txBox="1"/>
            <p:nvPr/>
          </p:nvSpPr>
          <p:spPr>
            <a:xfrm>
              <a:off x="5541963" y="1371600"/>
              <a:ext cx="304800" cy="407539"/>
            </a:xfrm>
            <a:prstGeom prst="rect">
              <a:avLst/>
            </a:prstGeom>
            <a:noFill/>
          </p:spPr>
          <p:txBody>
            <a:bodyPr wrap="square" rtlCol="0">
              <a:spAutoFit/>
            </a:bodyPr>
            <a:lstStyle/>
            <a:p>
              <a:r>
                <a:rPr lang="en-US" dirty="0"/>
                <a:t>C</a:t>
              </a:r>
            </a:p>
          </p:txBody>
        </p:sp>
      </p:grpSp>
      <p:sp>
        <p:nvSpPr>
          <p:cNvPr id="46" name="Oval 45"/>
          <p:cNvSpPr/>
          <p:nvPr/>
        </p:nvSpPr>
        <p:spPr>
          <a:xfrm>
            <a:off x="2133600" y="6096000"/>
            <a:ext cx="10668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2286000" y="5943600"/>
            <a:ext cx="7620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Oval 53"/>
          <p:cNvSpPr/>
          <p:nvPr/>
        </p:nvSpPr>
        <p:spPr>
          <a:xfrm>
            <a:off x="4724400" y="6096000"/>
            <a:ext cx="3810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p:cNvGrpSpPr/>
          <p:nvPr/>
        </p:nvGrpSpPr>
        <p:grpSpPr>
          <a:xfrm>
            <a:off x="5943600" y="1295400"/>
            <a:ext cx="3352800" cy="1905000"/>
            <a:chOff x="1371600" y="1270000"/>
            <a:chExt cx="5410200" cy="2540000"/>
          </a:xfrm>
        </p:grpSpPr>
        <p:grpSp>
          <p:nvGrpSpPr>
            <p:cNvPr id="14" name="Group 9"/>
            <p:cNvGrpSpPr/>
            <p:nvPr/>
          </p:nvGrpSpPr>
          <p:grpSpPr>
            <a:xfrm>
              <a:off x="1371600" y="1752600"/>
              <a:ext cx="5410200" cy="2057400"/>
              <a:chOff x="1371600" y="1752600"/>
              <a:chExt cx="5410200" cy="2057400"/>
            </a:xfrm>
          </p:grpSpPr>
          <p:sp>
            <p:nvSpPr>
              <p:cNvPr id="18" name="Rectangle 17"/>
              <p:cNvSpPr/>
              <p:nvPr/>
            </p:nvSpPr>
            <p:spPr>
              <a:xfrm>
                <a:off x="1371600" y="3733800"/>
                <a:ext cx="5410200" cy="7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24384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40386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57150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TextBox 14"/>
            <p:cNvSpPr txBox="1"/>
            <p:nvPr/>
          </p:nvSpPr>
          <p:spPr>
            <a:xfrm>
              <a:off x="2232314" y="1270000"/>
              <a:ext cx="304800" cy="492443"/>
            </a:xfrm>
            <a:prstGeom prst="rect">
              <a:avLst/>
            </a:prstGeom>
            <a:noFill/>
          </p:spPr>
          <p:txBody>
            <a:bodyPr wrap="square" rtlCol="0">
              <a:spAutoFit/>
            </a:bodyPr>
            <a:lstStyle/>
            <a:p>
              <a:r>
                <a:rPr lang="en-US" dirty="0"/>
                <a:t>A</a:t>
              </a:r>
            </a:p>
          </p:txBody>
        </p:sp>
        <p:sp>
          <p:nvSpPr>
            <p:cNvPr id="16" name="TextBox 15"/>
            <p:cNvSpPr txBox="1"/>
            <p:nvPr/>
          </p:nvSpPr>
          <p:spPr>
            <a:xfrm>
              <a:off x="3953741" y="1270000"/>
              <a:ext cx="304800" cy="492443"/>
            </a:xfrm>
            <a:prstGeom prst="rect">
              <a:avLst/>
            </a:prstGeom>
            <a:noFill/>
          </p:spPr>
          <p:txBody>
            <a:bodyPr wrap="square" rtlCol="0">
              <a:spAutoFit/>
            </a:bodyPr>
            <a:lstStyle/>
            <a:p>
              <a:r>
                <a:rPr lang="en-US" dirty="0"/>
                <a:t>B</a:t>
              </a:r>
            </a:p>
          </p:txBody>
        </p:sp>
        <p:sp>
          <p:nvSpPr>
            <p:cNvPr id="17" name="TextBox 16"/>
            <p:cNvSpPr txBox="1"/>
            <p:nvPr/>
          </p:nvSpPr>
          <p:spPr>
            <a:xfrm>
              <a:off x="5552209" y="1270000"/>
              <a:ext cx="304800" cy="492443"/>
            </a:xfrm>
            <a:prstGeom prst="rect">
              <a:avLst/>
            </a:prstGeom>
            <a:noFill/>
          </p:spPr>
          <p:txBody>
            <a:bodyPr wrap="square" rtlCol="0">
              <a:spAutoFit/>
            </a:bodyPr>
            <a:lstStyle/>
            <a:p>
              <a:r>
                <a:rPr lang="en-US" dirty="0"/>
                <a:t>C</a:t>
              </a:r>
            </a:p>
          </p:txBody>
        </p:sp>
      </p:grpSp>
      <p:sp>
        <p:nvSpPr>
          <p:cNvPr id="45" name="Oval 44"/>
          <p:cNvSpPr/>
          <p:nvPr/>
        </p:nvSpPr>
        <p:spPr>
          <a:xfrm>
            <a:off x="6019800" y="2971800"/>
            <a:ext cx="10668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6172200" y="2819400"/>
            <a:ext cx="7620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a:off x="6400800" y="2667000"/>
            <a:ext cx="3810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p:cNvSpPr txBox="1"/>
          <p:nvPr/>
        </p:nvSpPr>
        <p:spPr>
          <a:xfrm>
            <a:off x="5943600" y="533400"/>
            <a:ext cx="4267200" cy="369332"/>
          </a:xfrm>
          <a:prstGeom prst="rect">
            <a:avLst/>
          </a:prstGeom>
          <a:noFill/>
        </p:spPr>
        <p:txBody>
          <a:bodyPr wrap="square" rtlCol="0">
            <a:spAutoFit/>
          </a:bodyPr>
          <a:lstStyle/>
          <a:p>
            <a:r>
              <a:rPr lang="en-US" dirty="0"/>
              <a:t>Move top disk from tower A to C</a:t>
            </a:r>
          </a:p>
        </p:txBody>
      </p:sp>
      <p:sp>
        <p:nvSpPr>
          <p:cNvPr id="57" name="TextBox 56"/>
          <p:cNvSpPr txBox="1"/>
          <p:nvPr/>
        </p:nvSpPr>
        <p:spPr>
          <a:xfrm>
            <a:off x="1752600" y="3581400"/>
            <a:ext cx="4267200" cy="369332"/>
          </a:xfrm>
          <a:prstGeom prst="rect">
            <a:avLst/>
          </a:prstGeom>
          <a:noFill/>
        </p:spPr>
        <p:txBody>
          <a:bodyPr wrap="square" rtlCol="0">
            <a:spAutoFit/>
          </a:bodyPr>
          <a:lstStyle/>
          <a:p>
            <a:r>
              <a:rPr lang="en-US" dirty="0"/>
              <a:t>Move top disk from tower A to B</a:t>
            </a:r>
          </a:p>
        </p:txBody>
      </p:sp>
      <p:sp>
        <p:nvSpPr>
          <p:cNvPr id="58" name="TextBox 57"/>
          <p:cNvSpPr txBox="1"/>
          <p:nvPr/>
        </p:nvSpPr>
        <p:spPr>
          <a:xfrm>
            <a:off x="6172200" y="3581400"/>
            <a:ext cx="4267200" cy="369332"/>
          </a:xfrm>
          <a:prstGeom prst="rect">
            <a:avLst/>
          </a:prstGeom>
          <a:noFill/>
        </p:spPr>
        <p:txBody>
          <a:bodyPr wrap="square" rtlCol="0">
            <a:spAutoFit/>
          </a:bodyPr>
          <a:lstStyle/>
          <a:p>
            <a:r>
              <a:rPr lang="en-US" dirty="0"/>
              <a:t>Move top disk from tower C to B</a:t>
            </a:r>
          </a:p>
        </p:txBody>
      </p:sp>
      <p:sp>
        <p:nvSpPr>
          <p:cNvPr id="59" name="Right Arrow 58"/>
          <p:cNvSpPr/>
          <p:nvPr/>
        </p:nvSpPr>
        <p:spPr>
          <a:xfrm>
            <a:off x="5181600" y="2133600"/>
            <a:ext cx="1066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p:cNvSpPr txBox="1"/>
          <p:nvPr/>
        </p:nvSpPr>
        <p:spPr>
          <a:xfrm>
            <a:off x="1752600" y="1905000"/>
            <a:ext cx="838200" cy="381000"/>
          </a:xfrm>
          <a:prstGeom prst="rect">
            <a:avLst/>
          </a:prstGeom>
          <a:noFill/>
        </p:spPr>
        <p:txBody>
          <a:bodyPr wrap="square" rtlCol="0">
            <a:spAutoFit/>
          </a:bodyPr>
          <a:lstStyle/>
          <a:p>
            <a:r>
              <a:rPr lang="en-US" dirty="0"/>
              <a:t>Input</a:t>
            </a:r>
          </a:p>
        </p:txBody>
      </p:sp>
      <p:sp>
        <p:nvSpPr>
          <p:cNvPr id="61" name="Date Placeholder 60"/>
          <p:cNvSpPr>
            <a:spLocks noGrp="1"/>
          </p:cNvSpPr>
          <p:nvPr>
            <p:ph type="dt" sz="half" idx="10"/>
          </p:nvPr>
        </p:nvSpPr>
        <p:spPr/>
        <p:txBody>
          <a:bodyPr/>
          <a:lstStyle/>
          <a:p>
            <a:fld id="{DB5021A4-1AC7-47BA-BDE7-08EC82F7BEE9}" type="datetime1">
              <a:rPr lang="en-US" smtClean="0"/>
              <a:pPr/>
              <a:t>9/30/2024</a:t>
            </a:fld>
            <a:endParaRPr lang="en-US" dirty="0"/>
          </a:p>
        </p:txBody>
      </p:sp>
      <p:sp>
        <p:nvSpPr>
          <p:cNvPr id="62" name="Slide Number Placeholder 61"/>
          <p:cNvSpPr>
            <a:spLocks noGrp="1"/>
          </p:cNvSpPr>
          <p:nvPr>
            <p:ph type="sldNum" sz="quarter" idx="12"/>
          </p:nvPr>
        </p:nvSpPr>
        <p:spPr/>
        <p:txBody>
          <a:bodyPr/>
          <a:lstStyle/>
          <a:p>
            <a:fld id="{D57F1E4F-1CFF-5643-939E-217C01CDF565}" type="slidenum">
              <a:rPr lang="en-US" smtClean="0"/>
              <a:pPr/>
              <a:t>32</a:t>
            </a:fld>
            <a:endParaRPr lang="en-US" dirty="0"/>
          </a:p>
        </p:txBody>
      </p:sp>
      <p:sp>
        <p:nvSpPr>
          <p:cNvPr id="63" name="Footer Placeholder 62"/>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21277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 from="(-#ppt_w/2)" to="(#ppt_x)" calcmode="lin" valueType="num">
                                      <p:cBhvr>
                                        <p:cTn id="7" dur="600" fill="hold">
                                          <p:stCondLst>
                                            <p:cond delay="0"/>
                                          </p:stCondLst>
                                        </p:cTn>
                                        <p:tgtEl>
                                          <p:spTgt spid="44"/>
                                        </p:tgtEl>
                                        <p:attrNameLst>
                                          <p:attrName>ppt_x</p:attrName>
                                        </p:attrNameLst>
                                      </p:cBhvr>
                                    </p:anim>
                                    <p:anim from="0" to="-1.0" calcmode="lin" valueType="num">
                                      <p:cBhvr>
                                        <p:cTn id="8" dur="200" decel="50000" autoRev="1" fill="hold">
                                          <p:stCondLst>
                                            <p:cond delay="600"/>
                                          </p:stCondLst>
                                        </p:cTn>
                                        <p:tgtEl>
                                          <p:spTgt spid="44"/>
                                        </p:tgtEl>
                                        <p:attrNameLst>
                                          <p:attrName>xshear</p:attrName>
                                        </p:attrNameLst>
                                      </p:cBhvr>
                                    </p:anim>
                                    <p:animScale>
                                      <p:cBhvr>
                                        <p:cTn id="9" dur="200" decel="100000" autoRev="1" fill="hold">
                                          <p:stCondLst>
                                            <p:cond delay="600"/>
                                          </p:stCondLst>
                                        </p:cTn>
                                        <p:tgtEl>
                                          <p:spTgt spid="44"/>
                                        </p:tgtEl>
                                      </p:cBhvr>
                                      <p:from x="100000" y="100000"/>
                                      <p:to x="80000" y="100000"/>
                                    </p:animScale>
                                    <p:anim by="(#ppt_h/3+#ppt_w*0.1)" calcmode="lin" valueType="num">
                                      <p:cBhvr additive="sum">
                                        <p:cTn id="10" dur="200" decel="100000" autoRev="1" fill="hold">
                                          <p:stCondLst>
                                            <p:cond delay="600"/>
                                          </p:stCondLst>
                                        </p:cTn>
                                        <p:tgtEl>
                                          <p:spTgt spid="44"/>
                                        </p:tgtEl>
                                        <p:attrNameLst>
                                          <p:attrName>ppt_x</p:attrName>
                                        </p:attrNameLst>
                                      </p:cBhvr>
                                    </p:anim>
                                  </p:childTnLst>
                                </p:cTn>
                              </p:par>
                              <p:par>
                                <p:cTn id="11" presetID="34"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anim from="(-#ppt_w/2)" to="(#ppt_x)" calcmode="lin" valueType="num">
                                      <p:cBhvr>
                                        <p:cTn id="13" dur="600" fill="hold">
                                          <p:stCondLst>
                                            <p:cond delay="0"/>
                                          </p:stCondLst>
                                        </p:cTn>
                                        <p:tgtEl>
                                          <p:spTgt spid="48"/>
                                        </p:tgtEl>
                                        <p:attrNameLst>
                                          <p:attrName>ppt_x</p:attrName>
                                        </p:attrNameLst>
                                      </p:cBhvr>
                                    </p:anim>
                                    <p:anim from="0" to="-1.0" calcmode="lin" valueType="num">
                                      <p:cBhvr>
                                        <p:cTn id="14" dur="200" decel="50000" autoRev="1" fill="hold">
                                          <p:stCondLst>
                                            <p:cond delay="600"/>
                                          </p:stCondLst>
                                        </p:cTn>
                                        <p:tgtEl>
                                          <p:spTgt spid="48"/>
                                        </p:tgtEl>
                                        <p:attrNameLst>
                                          <p:attrName>xshear</p:attrName>
                                        </p:attrNameLst>
                                      </p:cBhvr>
                                    </p:anim>
                                    <p:animScale>
                                      <p:cBhvr>
                                        <p:cTn id="15" dur="200" decel="100000" autoRev="1" fill="hold">
                                          <p:stCondLst>
                                            <p:cond delay="600"/>
                                          </p:stCondLst>
                                        </p:cTn>
                                        <p:tgtEl>
                                          <p:spTgt spid="48"/>
                                        </p:tgtEl>
                                      </p:cBhvr>
                                      <p:from x="100000" y="100000"/>
                                      <p:to x="80000" y="100000"/>
                                    </p:animScale>
                                    <p:anim by="(#ppt_h/3+#ppt_w*0.1)" calcmode="lin" valueType="num">
                                      <p:cBhvr additive="sum">
                                        <p:cTn id="16" dur="200" decel="100000" autoRev="1" fill="hold">
                                          <p:stCondLst>
                                            <p:cond delay="600"/>
                                          </p:stCondLst>
                                        </p:cTn>
                                        <p:tgtEl>
                                          <p:spTgt spid="48"/>
                                        </p:tgtEl>
                                        <p:attrNameLst>
                                          <p:attrName>ppt_x</p:attrName>
                                        </p:attrNameLst>
                                      </p:cBhvr>
                                    </p:anim>
                                  </p:childTnLst>
                                </p:cTn>
                              </p:par>
                              <p:par>
                                <p:cTn id="17" presetID="34" presetClass="entr" presetSubtype="0" fill="hold" grpId="0" nodeType="withEffect">
                                  <p:stCondLst>
                                    <p:cond delay="0"/>
                                  </p:stCondLst>
                                  <p:childTnLst>
                                    <p:set>
                                      <p:cBhvr>
                                        <p:cTn id="18" dur="1" fill="hold">
                                          <p:stCondLst>
                                            <p:cond delay="0"/>
                                          </p:stCondLst>
                                        </p:cTn>
                                        <p:tgtEl>
                                          <p:spTgt spid="52"/>
                                        </p:tgtEl>
                                        <p:attrNameLst>
                                          <p:attrName>style.visibility</p:attrName>
                                        </p:attrNameLst>
                                      </p:cBhvr>
                                      <p:to>
                                        <p:strVal val="visible"/>
                                      </p:to>
                                    </p:set>
                                    <p:anim from="(-#ppt_w/2)" to="(#ppt_x)" calcmode="lin" valueType="num">
                                      <p:cBhvr>
                                        <p:cTn id="19" dur="600" fill="hold">
                                          <p:stCondLst>
                                            <p:cond delay="0"/>
                                          </p:stCondLst>
                                        </p:cTn>
                                        <p:tgtEl>
                                          <p:spTgt spid="52"/>
                                        </p:tgtEl>
                                        <p:attrNameLst>
                                          <p:attrName>ppt_x</p:attrName>
                                        </p:attrNameLst>
                                      </p:cBhvr>
                                    </p:anim>
                                    <p:anim from="0" to="-1.0" calcmode="lin" valueType="num">
                                      <p:cBhvr>
                                        <p:cTn id="20" dur="200" decel="50000" autoRev="1" fill="hold">
                                          <p:stCondLst>
                                            <p:cond delay="600"/>
                                          </p:stCondLst>
                                        </p:cTn>
                                        <p:tgtEl>
                                          <p:spTgt spid="52"/>
                                        </p:tgtEl>
                                        <p:attrNameLst>
                                          <p:attrName>xshear</p:attrName>
                                        </p:attrNameLst>
                                      </p:cBhvr>
                                    </p:anim>
                                    <p:animScale>
                                      <p:cBhvr>
                                        <p:cTn id="21" dur="200" decel="100000" autoRev="1" fill="hold">
                                          <p:stCondLst>
                                            <p:cond delay="600"/>
                                          </p:stCondLst>
                                        </p:cTn>
                                        <p:tgtEl>
                                          <p:spTgt spid="52"/>
                                        </p:tgtEl>
                                      </p:cBhvr>
                                      <p:from x="100000" y="100000"/>
                                      <p:to x="80000" y="100000"/>
                                    </p:animScale>
                                    <p:anim by="(#ppt_h/3+#ppt_w*0.1)" calcmode="lin" valueType="num">
                                      <p:cBhvr additive="sum">
                                        <p:cTn id="22" dur="200" decel="100000" autoRev="1" fill="hold">
                                          <p:stCondLst>
                                            <p:cond delay="600"/>
                                          </p:stCondLst>
                                        </p:cTn>
                                        <p:tgtEl>
                                          <p:spTgt spid="52"/>
                                        </p:tgtEl>
                                        <p:attrNameLst>
                                          <p:attrName>ppt_x</p:attrName>
                                        </p:attrNameLst>
                                      </p:cBhvr>
                                    </p:anim>
                                  </p:childTnLst>
                                </p:cTn>
                              </p:par>
                              <p:par>
                                <p:cTn id="23" presetID="34"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 from="(-#ppt_w/2)" to="(#ppt_x)" calcmode="lin" valueType="num">
                                      <p:cBhvr>
                                        <p:cTn id="25" dur="600" fill="hold">
                                          <p:stCondLst>
                                            <p:cond delay="0"/>
                                          </p:stCondLst>
                                        </p:cTn>
                                        <p:tgtEl>
                                          <p:spTgt spid="4"/>
                                        </p:tgtEl>
                                        <p:attrNameLst>
                                          <p:attrName>ppt_x</p:attrName>
                                        </p:attrNameLst>
                                      </p:cBhvr>
                                    </p:anim>
                                    <p:anim from="0" to="-1.0" calcmode="lin" valueType="num">
                                      <p:cBhvr>
                                        <p:cTn id="26" dur="200" decel="50000" autoRev="1" fill="hold">
                                          <p:stCondLst>
                                            <p:cond delay="600"/>
                                          </p:stCondLst>
                                        </p:cTn>
                                        <p:tgtEl>
                                          <p:spTgt spid="4"/>
                                        </p:tgtEl>
                                        <p:attrNameLst>
                                          <p:attrName>xshear</p:attrName>
                                        </p:attrNameLst>
                                      </p:cBhvr>
                                    </p:anim>
                                    <p:animScale>
                                      <p:cBhvr>
                                        <p:cTn id="27" dur="200" decel="100000" autoRev="1" fill="hold">
                                          <p:stCondLst>
                                            <p:cond delay="600"/>
                                          </p:stCondLst>
                                        </p:cTn>
                                        <p:tgtEl>
                                          <p:spTgt spid="4"/>
                                        </p:tgtEl>
                                      </p:cBhvr>
                                      <p:from x="100000" y="100000"/>
                                      <p:to x="80000" y="100000"/>
                                    </p:animScale>
                                    <p:anim by="(#ppt_h/3+#ppt_w*0.1)" calcmode="lin" valueType="num">
                                      <p:cBhvr additive="sum">
                                        <p:cTn id="28" dur="200" decel="100000" autoRev="1" fill="hold">
                                          <p:stCondLst>
                                            <p:cond delay="600"/>
                                          </p:stCondLst>
                                        </p:cTn>
                                        <p:tgtEl>
                                          <p:spTgt spid="4"/>
                                        </p:tgtEl>
                                        <p:attrNameLst>
                                          <p:attrName>ppt_x</p:attrName>
                                        </p:attrNameLst>
                                      </p:cBhvr>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59"/>
                                        </p:tgtEl>
                                        <p:attrNameLst>
                                          <p:attrName>style.visibility</p:attrName>
                                        </p:attrNameLst>
                                      </p:cBhvr>
                                      <p:to>
                                        <p:strVal val="visible"/>
                                      </p:to>
                                    </p:set>
                                    <p:anim calcmode="lin" valueType="num">
                                      <p:cBhvr additive="base">
                                        <p:cTn id="33" dur="500" fill="hold"/>
                                        <p:tgtEl>
                                          <p:spTgt spid="59"/>
                                        </p:tgtEl>
                                        <p:attrNameLst>
                                          <p:attrName>ppt_x</p:attrName>
                                        </p:attrNameLst>
                                      </p:cBhvr>
                                      <p:tavLst>
                                        <p:tav tm="0">
                                          <p:val>
                                            <p:strVal val="#ppt_x"/>
                                          </p:val>
                                        </p:tav>
                                        <p:tav tm="100000">
                                          <p:val>
                                            <p:strVal val="#ppt_x"/>
                                          </p:val>
                                        </p:tav>
                                      </p:tavLst>
                                    </p:anim>
                                    <p:anim calcmode="lin" valueType="num">
                                      <p:cBhvr additive="base">
                                        <p:cTn id="34"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5" presetClass="entr" presetSubtype="10" fill="hold" grpId="0" nodeType="clickEffect">
                                  <p:stCondLst>
                                    <p:cond delay="0"/>
                                  </p:stCondLst>
                                  <p:childTnLst>
                                    <p:set>
                                      <p:cBhvr>
                                        <p:cTn id="38" dur="1" fill="hold">
                                          <p:stCondLst>
                                            <p:cond delay="0"/>
                                          </p:stCondLst>
                                        </p:cTn>
                                        <p:tgtEl>
                                          <p:spTgt spid="56"/>
                                        </p:tgtEl>
                                        <p:attrNameLst>
                                          <p:attrName>style.visibility</p:attrName>
                                        </p:attrNameLst>
                                      </p:cBhvr>
                                      <p:to>
                                        <p:strVal val="visible"/>
                                      </p:to>
                                    </p:set>
                                    <p:animEffect transition="in" filter="checkerboard(across)">
                                      <p:cBhvr>
                                        <p:cTn id="39" dur="500"/>
                                        <p:tgtEl>
                                          <p:spTgt spid="56"/>
                                        </p:tgtEl>
                                      </p:cBhvr>
                                    </p:animEffect>
                                  </p:childTnLst>
                                </p:cTn>
                              </p:par>
                            </p:childTnLst>
                          </p:cTn>
                        </p:par>
                      </p:childTnLst>
                    </p:cTn>
                  </p:par>
                  <p:par>
                    <p:cTn id="40" fill="hold">
                      <p:stCondLst>
                        <p:cond delay="indefinite"/>
                      </p:stCondLst>
                      <p:childTnLst>
                        <p:par>
                          <p:cTn id="41" fill="hold">
                            <p:stCondLst>
                              <p:cond delay="0"/>
                            </p:stCondLst>
                            <p:childTnLst>
                              <p:par>
                                <p:cTn id="42" presetID="4" presetClass="entr" presetSubtype="16"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box(in)">
                                      <p:cBhvr>
                                        <p:cTn id="44" dur="500"/>
                                        <p:tgtEl>
                                          <p:spTgt spid="13"/>
                                        </p:tgtEl>
                                      </p:cBhvr>
                                    </p:animEffect>
                                  </p:childTnLst>
                                </p:cTn>
                              </p:par>
                              <p:par>
                                <p:cTn id="45" presetID="4" presetClass="entr" presetSubtype="16" fill="hold" grpId="1" nodeType="withEffect">
                                  <p:stCondLst>
                                    <p:cond delay="0"/>
                                  </p:stCondLst>
                                  <p:childTnLst>
                                    <p:set>
                                      <p:cBhvr>
                                        <p:cTn id="46" dur="1" fill="hold">
                                          <p:stCondLst>
                                            <p:cond delay="0"/>
                                          </p:stCondLst>
                                        </p:cTn>
                                        <p:tgtEl>
                                          <p:spTgt spid="55"/>
                                        </p:tgtEl>
                                        <p:attrNameLst>
                                          <p:attrName>style.visibility</p:attrName>
                                        </p:attrNameLst>
                                      </p:cBhvr>
                                      <p:to>
                                        <p:strVal val="visible"/>
                                      </p:to>
                                    </p:set>
                                    <p:animEffect transition="in" filter="box(in)">
                                      <p:cBhvr>
                                        <p:cTn id="47" dur="500"/>
                                        <p:tgtEl>
                                          <p:spTgt spid="55"/>
                                        </p:tgtEl>
                                      </p:cBhvr>
                                    </p:animEffect>
                                  </p:childTnLst>
                                </p:cTn>
                              </p:par>
                              <p:par>
                                <p:cTn id="48" presetID="4" presetClass="entr" presetSubtype="16" fill="hold" grpId="0" nodeType="withEffect">
                                  <p:stCondLst>
                                    <p:cond delay="0"/>
                                  </p:stCondLst>
                                  <p:childTnLst>
                                    <p:set>
                                      <p:cBhvr>
                                        <p:cTn id="49" dur="1" fill="hold">
                                          <p:stCondLst>
                                            <p:cond delay="0"/>
                                          </p:stCondLst>
                                        </p:cTn>
                                        <p:tgtEl>
                                          <p:spTgt spid="51"/>
                                        </p:tgtEl>
                                        <p:attrNameLst>
                                          <p:attrName>style.visibility</p:attrName>
                                        </p:attrNameLst>
                                      </p:cBhvr>
                                      <p:to>
                                        <p:strVal val="visible"/>
                                      </p:to>
                                    </p:set>
                                    <p:animEffect transition="in" filter="box(in)">
                                      <p:cBhvr>
                                        <p:cTn id="50" dur="500"/>
                                        <p:tgtEl>
                                          <p:spTgt spid="51"/>
                                        </p:tgtEl>
                                      </p:cBhvr>
                                    </p:animEffect>
                                  </p:childTnLst>
                                </p:cTn>
                              </p:par>
                              <p:par>
                                <p:cTn id="51" presetID="4" presetClass="entr" presetSubtype="16" fill="hold" grpId="0"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box(in)">
                                      <p:cBhvr>
                                        <p:cTn id="53" dur="500"/>
                                        <p:tgtEl>
                                          <p:spTgt spid="45"/>
                                        </p:tgtEl>
                                      </p:cBhvr>
                                    </p:animEffect>
                                  </p:childTnLst>
                                </p:cTn>
                              </p:par>
                            </p:childTnLst>
                          </p:cTn>
                        </p:par>
                      </p:childTnLst>
                    </p:cTn>
                  </p:par>
                  <p:par>
                    <p:cTn id="54" fill="hold">
                      <p:stCondLst>
                        <p:cond delay="indefinite"/>
                      </p:stCondLst>
                      <p:childTnLst>
                        <p:par>
                          <p:cTn id="55" fill="hold">
                            <p:stCondLst>
                              <p:cond delay="0"/>
                            </p:stCondLst>
                            <p:childTnLst>
                              <p:par>
                                <p:cTn id="56" presetID="0" presetClass="path" presetSubtype="0" accel="50000" decel="50000" fill="hold" grpId="0" nodeType="clickEffect">
                                  <p:stCondLst>
                                    <p:cond delay="0"/>
                                  </p:stCondLst>
                                  <p:childTnLst>
                                    <p:animMotion origin="layout" path="M -0.00018 -0.00879 C 0.00086 -0.03238 -0.00348 -0.04741 0.01527 -0.05481 C 0.02725 -0.0636 0.021 -0.06036 0.03368 -0.06568 C 0.03541 -0.06591 0.03663 -0.06822 0.03836 -0.06892 C 0.04271 -0.07146 0.04739 -0.07424 0.05208 -0.07586 C 0.06423 -0.08996 0.09444 -0.09366 0.11059 -0.09551 C 0.12083 -0.09829 0.12916 -0.10083 0.13975 -0.10176 C 0.15312 -0.10176 0.16632 -0.10176 0.17968 -0.10083 C 0.18489 -0.09991 0.18993 -0.09505 0.19514 -0.09366 C 0.20191 -0.08811 0.20503 -0.07956 0.21041 -0.07216 C 0.21336 -0.06869 0.21961 -0.06198 0.21961 -0.06175 C 0.22222 -0.05342 0.2243 -0.0444 0.22586 -0.03515 C 0.22656 -0.02012 0.22916 -0.00509 0.22916 0.01018 C 0.22916 0.02128 0.22743 0.04394 0.22743 0.0444 " pathEditMode="relative" rAng="0" ptsTypes="fffffffffffffA">
                                      <p:cBhvr>
                                        <p:cTn id="57" dur="2000" fill="hold"/>
                                        <p:tgtEl>
                                          <p:spTgt spid="55"/>
                                        </p:tgtEl>
                                        <p:attrNameLst>
                                          <p:attrName>ppt_x</p:attrName>
                                          <p:attrName>ppt_y</p:attrName>
                                        </p:attrNameLst>
                                      </p:cBhvr>
                                      <p:rCtr x="11300" y="-2000"/>
                                    </p:animMotion>
                                  </p:childTnLst>
                                </p:cTn>
                              </p:par>
                            </p:childTnLst>
                          </p:cTn>
                        </p:par>
                      </p:childTnLst>
                    </p:cTn>
                  </p:par>
                  <p:par>
                    <p:cTn id="58" fill="hold">
                      <p:stCondLst>
                        <p:cond delay="indefinite"/>
                      </p:stCondLst>
                      <p:childTnLst>
                        <p:par>
                          <p:cTn id="59" fill="hold">
                            <p:stCondLst>
                              <p:cond delay="0"/>
                            </p:stCondLst>
                            <p:childTnLst>
                              <p:par>
                                <p:cTn id="60" presetID="34" presetClass="entr" presetSubtype="0" fill="hold" grpId="0" nodeType="clickEffect">
                                  <p:stCondLst>
                                    <p:cond delay="0"/>
                                  </p:stCondLst>
                                  <p:childTnLst>
                                    <p:set>
                                      <p:cBhvr>
                                        <p:cTn id="61" dur="1" fill="hold">
                                          <p:stCondLst>
                                            <p:cond delay="0"/>
                                          </p:stCondLst>
                                        </p:cTn>
                                        <p:tgtEl>
                                          <p:spTgt spid="57"/>
                                        </p:tgtEl>
                                        <p:attrNameLst>
                                          <p:attrName>style.visibility</p:attrName>
                                        </p:attrNameLst>
                                      </p:cBhvr>
                                      <p:to>
                                        <p:strVal val="visible"/>
                                      </p:to>
                                    </p:set>
                                    <p:anim from="(-#ppt_w/2)" to="(#ppt_x)" calcmode="lin" valueType="num">
                                      <p:cBhvr>
                                        <p:cTn id="62" dur="600" fill="hold">
                                          <p:stCondLst>
                                            <p:cond delay="0"/>
                                          </p:stCondLst>
                                        </p:cTn>
                                        <p:tgtEl>
                                          <p:spTgt spid="57"/>
                                        </p:tgtEl>
                                        <p:attrNameLst>
                                          <p:attrName>ppt_x</p:attrName>
                                        </p:attrNameLst>
                                      </p:cBhvr>
                                    </p:anim>
                                    <p:anim from="0" to="-1.0" calcmode="lin" valueType="num">
                                      <p:cBhvr>
                                        <p:cTn id="63" dur="200" decel="50000" autoRev="1" fill="hold">
                                          <p:stCondLst>
                                            <p:cond delay="600"/>
                                          </p:stCondLst>
                                        </p:cTn>
                                        <p:tgtEl>
                                          <p:spTgt spid="57"/>
                                        </p:tgtEl>
                                        <p:attrNameLst>
                                          <p:attrName>xshear</p:attrName>
                                        </p:attrNameLst>
                                      </p:cBhvr>
                                    </p:anim>
                                    <p:animScale>
                                      <p:cBhvr>
                                        <p:cTn id="64" dur="200" decel="100000" autoRev="1" fill="hold">
                                          <p:stCondLst>
                                            <p:cond delay="600"/>
                                          </p:stCondLst>
                                        </p:cTn>
                                        <p:tgtEl>
                                          <p:spTgt spid="57"/>
                                        </p:tgtEl>
                                      </p:cBhvr>
                                      <p:from x="100000" y="100000"/>
                                      <p:to x="80000" y="100000"/>
                                    </p:animScale>
                                    <p:anim by="(#ppt_h/3+#ppt_w*0.1)" calcmode="lin" valueType="num">
                                      <p:cBhvr additive="sum">
                                        <p:cTn id="65" dur="200" decel="100000" autoRev="1" fill="hold">
                                          <p:stCondLst>
                                            <p:cond delay="600"/>
                                          </p:stCondLst>
                                        </p:cTn>
                                        <p:tgtEl>
                                          <p:spTgt spid="57"/>
                                        </p:tgtEl>
                                        <p:attrNameLst>
                                          <p:attrName>ppt_x</p:attrName>
                                        </p:attrNameLst>
                                      </p:cBhvr>
                                    </p:anim>
                                  </p:childTnLst>
                                </p:cTn>
                              </p:par>
                            </p:childTnLst>
                          </p:cTn>
                        </p:par>
                      </p:childTnLst>
                    </p:cTn>
                  </p:par>
                  <p:par>
                    <p:cTn id="66" fill="hold">
                      <p:stCondLst>
                        <p:cond delay="indefinite"/>
                      </p:stCondLst>
                      <p:childTnLst>
                        <p:par>
                          <p:cTn id="67" fill="hold">
                            <p:stCondLst>
                              <p:cond delay="0"/>
                            </p:stCondLst>
                            <p:childTnLst>
                              <p:par>
                                <p:cTn id="68" presetID="34" presetClass="entr" presetSubtype="0" fill="hold" grpId="0" nodeType="clickEffect">
                                  <p:stCondLst>
                                    <p:cond delay="0"/>
                                  </p:stCondLst>
                                  <p:childTnLst>
                                    <p:set>
                                      <p:cBhvr>
                                        <p:cTn id="69" dur="1" fill="hold">
                                          <p:stCondLst>
                                            <p:cond delay="0"/>
                                          </p:stCondLst>
                                        </p:cTn>
                                        <p:tgtEl>
                                          <p:spTgt spid="46"/>
                                        </p:tgtEl>
                                        <p:attrNameLst>
                                          <p:attrName>style.visibility</p:attrName>
                                        </p:attrNameLst>
                                      </p:cBhvr>
                                      <p:to>
                                        <p:strVal val="visible"/>
                                      </p:to>
                                    </p:set>
                                    <p:anim from="(-#ppt_w/2)" to="(#ppt_x)" calcmode="lin" valueType="num">
                                      <p:cBhvr>
                                        <p:cTn id="70" dur="600" fill="hold">
                                          <p:stCondLst>
                                            <p:cond delay="0"/>
                                          </p:stCondLst>
                                        </p:cTn>
                                        <p:tgtEl>
                                          <p:spTgt spid="46"/>
                                        </p:tgtEl>
                                        <p:attrNameLst>
                                          <p:attrName>ppt_x</p:attrName>
                                        </p:attrNameLst>
                                      </p:cBhvr>
                                    </p:anim>
                                    <p:anim from="0" to="-1.0" calcmode="lin" valueType="num">
                                      <p:cBhvr>
                                        <p:cTn id="71" dur="200" decel="50000" autoRev="1" fill="hold">
                                          <p:stCondLst>
                                            <p:cond delay="600"/>
                                          </p:stCondLst>
                                        </p:cTn>
                                        <p:tgtEl>
                                          <p:spTgt spid="46"/>
                                        </p:tgtEl>
                                        <p:attrNameLst>
                                          <p:attrName>xshear</p:attrName>
                                        </p:attrNameLst>
                                      </p:cBhvr>
                                    </p:anim>
                                    <p:animScale>
                                      <p:cBhvr>
                                        <p:cTn id="72" dur="200" decel="100000" autoRev="1" fill="hold">
                                          <p:stCondLst>
                                            <p:cond delay="600"/>
                                          </p:stCondLst>
                                        </p:cTn>
                                        <p:tgtEl>
                                          <p:spTgt spid="46"/>
                                        </p:tgtEl>
                                      </p:cBhvr>
                                      <p:from x="100000" y="100000"/>
                                      <p:to x="80000" y="100000"/>
                                    </p:animScale>
                                    <p:anim by="(#ppt_h/3+#ppt_w*0.1)" calcmode="lin" valueType="num">
                                      <p:cBhvr additive="sum">
                                        <p:cTn id="73" dur="200" decel="100000" autoRev="1" fill="hold">
                                          <p:stCondLst>
                                            <p:cond delay="600"/>
                                          </p:stCondLst>
                                        </p:cTn>
                                        <p:tgtEl>
                                          <p:spTgt spid="46"/>
                                        </p:tgtEl>
                                        <p:attrNameLst>
                                          <p:attrName>ppt_x</p:attrName>
                                        </p:attrNameLst>
                                      </p:cBhvr>
                                    </p:anim>
                                  </p:childTnLst>
                                </p:cTn>
                              </p:par>
                              <p:par>
                                <p:cTn id="74" presetID="34" presetClass="entr" presetSubtype="0" fill="hold" grpId="1" nodeType="withEffect">
                                  <p:stCondLst>
                                    <p:cond delay="0"/>
                                  </p:stCondLst>
                                  <p:childTnLst>
                                    <p:set>
                                      <p:cBhvr>
                                        <p:cTn id="75" dur="1" fill="hold">
                                          <p:stCondLst>
                                            <p:cond delay="0"/>
                                          </p:stCondLst>
                                        </p:cTn>
                                        <p:tgtEl>
                                          <p:spTgt spid="49"/>
                                        </p:tgtEl>
                                        <p:attrNameLst>
                                          <p:attrName>style.visibility</p:attrName>
                                        </p:attrNameLst>
                                      </p:cBhvr>
                                      <p:to>
                                        <p:strVal val="visible"/>
                                      </p:to>
                                    </p:set>
                                    <p:anim from="(-#ppt_w/2)" to="(#ppt_x)" calcmode="lin" valueType="num">
                                      <p:cBhvr>
                                        <p:cTn id="76" dur="600" fill="hold">
                                          <p:stCondLst>
                                            <p:cond delay="0"/>
                                          </p:stCondLst>
                                        </p:cTn>
                                        <p:tgtEl>
                                          <p:spTgt spid="49"/>
                                        </p:tgtEl>
                                        <p:attrNameLst>
                                          <p:attrName>ppt_x</p:attrName>
                                        </p:attrNameLst>
                                      </p:cBhvr>
                                    </p:anim>
                                    <p:anim from="0" to="-1.0" calcmode="lin" valueType="num">
                                      <p:cBhvr>
                                        <p:cTn id="77" dur="200" decel="50000" autoRev="1" fill="hold">
                                          <p:stCondLst>
                                            <p:cond delay="600"/>
                                          </p:stCondLst>
                                        </p:cTn>
                                        <p:tgtEl>
                                          <p:spTgt spid="49"/>
                                        </p:tgtEl>
                                        <p:attrNameLst>
                                          <p:attrName>xshear</p:attrName>
                                        </p:attrNameLst>
                                      </p:cBhvr>
                                    </p:anim>
                                    <p:animScale>
                                      <p:cBhvr>
                                        <p:cTn id="78" dur="200" decel="100000" autoRev="1" fill="hold">
                                          <p:stCondLst>
                                            <p:cond delay="600"/>
                                          </p:stCondLst>
                                        </p:cTn>
                                        <p:tgtEl>
                                          <p:spTgt spid="49"/>
                                        </p:tgtEl>
                                      </p:cBhvr>
                                      <p:from x="100000" y="100000"/>
                                      <p:to x="80000" y="100000"/>
                                    </p:animScale>
                                    <p:anim by="(#ppt_h/3+#ppt_w*0.1)" calcmode="lin" valueType="num">
                                      <p:cBhvr additive="sum">
                                        <p:cTn id="79" dur="200" decel="100000" autoRev="1" fill="hold">
                                          <p:stCondLst>
                                            <p:cond delay="600"/>
                                          </p:stCondLst>
                                        </p:cTn>
                                        <p:tgtEl>
                                          <p:spTgt spid="49"/>
                                        </p:tgtEl>
                                        <p:attrNameLst>
                                          <p:attrName>ppt_x</p:attrName>
                                        </p:attrNameLst>
                                      </p:cBhvr>
                                    </p:anim>
                                  </p:childTnLst>
                                </p:cTn>
                              </p:par>
                              <p:par>
                                <p:cTn id="80" presetID="34" presetClass="entr" presetSubtype="0" fill="hold" nodeType="withEffect">
                                  <p:stCondLst>
                                    <p:cond delay="0"/>
                                  </p:stCondLst>
                                  <p:childTnLst>
                                    <p:set>
                                      <p:cBhvr>
                                        <p:cTn id="81" dur="1" fill="hold">
                                          <p:stCondLst>
                                            <p:cond delay="0"/>
                                          </p:stCondLst>
                                        </p:cTn>
                                        <p:tgtEl>
                                          <p:spTgt spid="22"/>
                                        </p:tgtEl>
                                        <p:attrNameLst>
                                          <p:attrName>style.visibility</p:attrName>
                                        </p:attrNameLst>
                                      </p:cBhvr>
                                      <p:to>
                                        <p:strVal val="visible"/>
                                      </p:to>
                                    </p:set>
                                    <p:anim from="(-#ppt_w/2)" to="(#ppt_x)" calcmode="lin" valueType="num">
                                      <p:cBhvr>
                                        <p:cTn id="82" dur="600" fill="hold">
                                          <p:stCondLst>
                                            <p:cond delay="0"/>
                                          </p:stCondLst>
                                        </p:cTn>
                                        <p:tgtEl>
                                          <p:spTgt spid="22"/>
                                        </p:tgtEl>
                                        <p:attrNameLst>
                                          <p:attrName>ppt_x</p:attrName>
                                        </p:attrNameLst>
                                      </p:cBhvr>
                                    </p:anim>
                                    <p:anim from="0" to="-1.0" calcmode="lin" valueType="num">
                                      <p:cBhvr>
                                        <p:cTn id="83" dur="200" decel="50000" autoRev="1" fill="hold">
                                          <p:stCondLst>
                                            <p:cond delay="600"/>
                                          </p:stCondLst>
                                        </p:cTn>
                                        <p:tgtEl>
                                          <p:spTgt spid="22"/>
                                        </p:tgtEl>
                                        <p:attrNameLst>
                                          <p:attrName>xshear</p:attrName>
                                        </p:attrNameLst>
                                      </p:cBhvr>
                                    </p:anim>
                                    <p:animScale>
                                      <p:cBhvr>
                                        <p:cTn id="84" dur="200" decel="100000" autoRev="1" fill="hold">
                                          <p:stCondLst>
                                            <p:cond delay="600"/>
                                          </p:stCondLst>
                                        </p:cTn>
                                        <p:tgtEl>
                                          <p:spTgt spid="22"/>
                                        </p:tgtEl>
                                      </p:cBhvr>
                                      <p:from x="100000" y="100000"/>
                                      <p:to x="80000" y="100000"/>
                                    </p:animScale>
                                    <p:anim by="(#ppt_h/3+#ppt_w*0.1)" calcmode="lin" valueType="num">
                                      <p:cBhvr additive="sum">
                                        <p:cTn id="85" dur="200" decel="100000" autoRev="1" fill="hold">
                                          <p:stCondLst>
                                            <p:cond delay="600"/>
                                          </p:stCondLst>
                                        </p:cTn>
                                        <p:tgtEl>
                                          <p:spTgt spid="22"/>
                                        </p:tgtEl>
                                        <p:attrNameLst>
                                          <p:attrName>ppt_x</p:attrName>
                                        </p:attrNameLst>
                                      </p:cBhvr>
                                    </p:anim>
                                  </p:childTnLst>
                                </p:cTn>
                              </p:par>
                              <p:par>
                                <p:cTn id="86" presetID="34" presetClass="entr" presetSubtype="0" fill="hold" grpId="0" nodeType="withEffect">
                                  <p:stCondLst>
                                    <p:cond delay="0"/>
                                  </p:stCondLst>
                                  <p:childTnLst>
                                    <p:set>
                                      <p:cBhvr>
                                        <p:cTn id="87" dur="1" fill="hold">
                                          <p:stCondLst>
                                            <p:cond delay="0"/>
                                          </p:stCondLst>
                                        </p:cTn>
                                        <p:tgtEl>
                                          <p:spTgt spid="54"/>
                                        </p:tgtEl>
                                        <p:attrNameLst>
                                          <p:attrName>style.visibility</p:attrName>
                                        </p:attrNameLst>
                                      </p:cBhvr>
                                      <p:to>
                                        <p:strVal val="visible"/>
                                      </p:to>
                                    </p:set>
                                    <p:anim from="(-#ppt_w/2)" to="(#ppt_x)" calcmode="lin" valueType="num">
                                      <p:cBhvr>
                                        <p:cTn id="88" dur="600" fill="hold">
                                          <p:stCondLst>
                                            <p:cond delay="0"/>
                                          </p:stCondLst>
                                        </p:cTn>
                                        <p:tgtEl>
                                          <p:spTgt spid="54"/>
                                        </p:tgtEl>
                                        <p:attrNameLst>
                                          <p:attrName>ppt_x</p:attrName>
                                        </p:attrNameLst>
                                      </p:cBhvr>
                                    </p:anim>
                                    <p:anim from="0" to="-1.0" calcmode="lin" valueType="num">
                                      <p:cBhvr>
                                        <p:cTn id="89" dur="200" decel="50000" autoRev="1" fill="hold">
                                          <p:stCondLst>
                                            <p:cond delay="600"/>
                                          </p:stCondLst>
                                        </p:cTn>
                                        <p:tgtEl>
                                          <p:spTgt spid="54"/>
                                        </p:tgtEl>
                                        <p:attrNameLst>
                                          <p:attrName>xshear</p:attrName>
                                        </p:attrNameLst>
                                      </p:cBhvr>
                                    </p:anim>
                                    <p:animScale>
                                      <p:cBhvr>
                                        <p:cTn id="90" dur="200" decel="100000" autoRev="1" fill="hold">
                                          <p:stCondLst>
                                            <p:cond delay="600"/>
                                          </p:stCondLst>
                                        </p:cTn>
                                        <p:tgtEl>
                                          <p:spTgt spid="54"/>
                                        </p:tgtEl>
                                      </p:cBhvr>
                                      <p:from x="100000" y="100000"/>
                                      <p:to x="80000" y="100000"/>
                                    </p:animScale>
                                    <p:anim by="(#ppt_h/3+#ppt_w*0.1)" calcmode="lin" valueType="num">
                                      <p:cBhvr additive="sum">
                                        <p:cTn id="91" dur="200" decel="100000" autoRev="1" fill="hold">
                                          <p:stCondLst>
                                            <p:cond delay="600"/>
                                          </p:stCondLst>
                                        </p:cTn>
                                        <p:tgtEl>
                                          <p:spTgt spid="54"/>
                                        </p:tgtEl>
                                        <p:attrNameLst>
                                          <p:attrName>ppt_x</p:attrName>
                                        </p:attrNameLst>
                                      </p:cBhvr>
                                    </p:anim>
                                  </p:childTnLst>
                                </p:cTn>
                              </p:par>
                            </p:childTnLst>
                          </p:cTn>
                        </p:par>
                      </p:childTnLst>
                    </p:cTn>
                  </p:par>
                  <p:par>
                    <p:cTn id="92" fill="hold">
                      <p:stCondLst>
                        <p:cond delay="indefinite"/>
                      </p:stCondLst>
                      <p:childTnLst>
                        <p:par>
                          <p:cTn id="93" fill="hold">
                            <p:stCondLst>
                              <p:cond delay="0"/>
                            </p:stCondLst>
                            <p:childTnLst>
                              <p:par>
                                <p:cTn id="94" presetID="0" presetClass="path" presetSubtype="0" accel="50000" decel="50000" fill="hold" grpId="0" nodeType="clickEffect">
                                  <p:stCondLst>
                                    <p:cond delay="0"/>
                                  </p:stCondLst>
                                  <p:childTnLst>
                                    <p:animMotion origin="layout" path="M 0.00573 -0.02452 C 0.00781 -0.0451 0.00764 -0.07517 0.02274 -0.08789 C 0.02743 -0.09806 0.03229 -0.10084 0.03958 -0.10639 C 0.04288 -0.10893 0.04531 -0.11333 0.04878 -0.11471 C 0.05781 -0.11841 0.05208 -0.11564 0.0658 -0.12489 C 0.06962 -0.12743 0.07396 -0.12766 0.07813 -0.12905 C 0.08021 -0.12975 0.0842 -0.1309 0.0842 -0.1309 C 0.10903 -0.12859 0.09861 -0.1316 0.11354 -0.12281 C 0.11545 -0.12165 0.11753 -0.12165 0.11962 -0.12073 C 0.12274 -0.11957 0.12882 -0.11656 0.12882 -0.11656 C 0.12986 -0.1124 0.1309 -0.10847 0.13194 -0.10431 C 0.13247 -0.10222 0.13351 -0.09829 0.13351 -0.09829 C 0.13264 -0.07216 0.13212 -0.04765 0.12726 -0.02244 C 0.12552 0.01942 0.12569 0.0037 0.12569 0.02474 " pathEditMode="relative" ptsTypes="fffffffffffffA">
                                      <p:cBhvr>
                                        <p:cTn id="95" dur="2000" fill="hold"/>
                                        <p:tgtEl>
                                          <p:spTgt spid="49"/>
                                        </p:tgtEl>
                                        <p:attrNameLst>
                                          <p:attrName>ppt_x</p:attrName>
                                          <p:attrName>ppt_y</p:attrName>
                                        </p:attrNameLst>
                                      </p:cBhvr>
                                    </p:animMotion>
                                  </p:childTnLst>
                                </p:cTn>
                              </p:par>
                            </p:childTnLst>
                          </p:cTn>
                        </p:par>
                      </p:childTnLst>
                    </p:cTn>
                  </p:par>
                  <p:par>
                    <p:cTn id="96" fill="hold">
                      <p:stCondLst>
                        <p:cond delay="indefinite"/>
                      </p:stCondLst>
                      <p:childTnLst>
                        <p:par>
                          <p:cTn id="97" fill="hold">
                            <p:stCondLst>
                              <p:cond delay="0"/>
                            </p:stCondLst>
                            <p:childTnLst>
                              <p:par>
                                <p:cTn id="98" presetID="34" presetClass="entr" presetSubtype="0" fill="hold" grpId="0" nodeType="clickEffect">
                                  <p:stCondLst>
                                    <p:cond delay="0"/>
                                  </p:stCondLst>
                                  <p:childTnLst>
                                    <p:set>
                                      <p:cBhvr>
                                        <p:cTn id="99" dur="1" fill="hold">
                                          <p:stCondLst>
                                            <p:cond delay="0"/>
                                          </p:stCondLst>
                                        </p:cTn>
                                        <p:tgtEl>
                                          <p:spTgt spid="58"/>
                                        </p:tgtEl>
                                        <p:attrNameLst>
                                          <p:attrName>style.visibility</p:attrName>
                                        </p:attrNameLst>
                                      </p:cBhvr>
                                      <p:to>
                                        <p:strVal val="visible"/>
                                      </p:to>
                                    </p:set>
                                    <p:anim from="(-#ppt_w/2)" to="(#ppt_x)" calcmode="lin" valueType="num">
                                      <p:cBhvr>
                                        <p:cTn id="100" dur="600" fill="hold">
                                          <p:stCondLst>
                                            <p:cond delay="0"/>
                                          </p:stCondLst>
                                        </p:cTn>
                                        <p:tgtEl>
                                          <p:spTgt spid="58"/>
                                        </p:tgtEl>
                                        <p:attrNameLst>
                                          <p:attrName>ppt_x</p:attrName>
                                        </p:attrNameLst>
                                      </p:cBhvr>
                                    </p:anim>
                                    <p:anim from="0" to="-1.0" calcmode="lin" valueType="num">
                                      <p:cBhvr>
                                        <p:cTn id="101" dur="200" decel="50000" autoRev="1" fill="hold">
                                          <p:stCondLst>
                                            <p:cond delay="600"/>
                                          </p:stCondLst>
                                        </p:cTn>
                                        <p:tgtEl>
                                          <p:spTgt spid="58"/>
                                        </p:tgtEl>
                                        <p:attrNameLst>
                                          <p:attrName>xshear</p:attrName>
                                        </p:attrNameLst>
                                      </p:cBhvr>
                                    </p:anim>
                                    <p:animScale>
                                      <p:cBhvr>
                                        <p:cTn id="102" dur="200" decel="100000" autoRev="1" fill="hold">
                                          <p:stCondLst>
                                            <p:cond delay="600"/>
                                          </p:stCondLst>
                                        </p:cTn>
                                        <p:tgtEl>
                                          <p:spTgt spid="58"/>
                                        </p:tgtEl>
                                      </p:cBhvr>
                                      <p:from x="100000" y="100000"/>
                                      <p:to x="80000" y="100000"/>
                                    </p:animScale>
                                    <p:anim by="(#ppt_h/3+#ppt_w*0.1)" calcmode="lin" valueType="num">
                                      <p:cBhvr additive="sum">
                                        <p:cTn id="103" dur="200" decel="100000" autoRev="1" fill="hold">
                                          <p:stCondLst>
                                            <p:cond delay="600"/>
                                          </p:stCondLst>
                                        </p:cTn>
                                        <p:tgtEl>
                                          <p:spTgt spid="58"/>
                                        </p:tgtEl>
                                        <p:attrNameLst>
                                          <p:attrName>ppt_x</p:attrName>
                                        </p:attrNameLst>
                                      </p:cBhvr>
                                    </p:anim>
                                  </p:childTnLst>
                                </p:cTn>
                              </p:par>
                            </p:childTnLst>
                          </p:cTn>
                        </p:par>
                      </p:childTnLst>
                    </p:cTn>
                  </p:par>
                  <p:par>
                    <p:cTn id="104" fill="hold">
                      <p:stCondLst>
                        <p:cond delay="indefinite"/>
                      </p:stCondLst>
                      <p:childTnLst>
                        <p:par>
                          <p:cTn id="105" fill="hold">
                            <p:stCondLst>
                              <p:cond delay="0"/>
                            </p:stCondLst>
                            <p:childTnLst>
                              <p:par>
                                <p:cTn id="106" presetID="2" presetClass="entr" presetSubtype="4" fill="hold" grpId="0" nodeType="clickEffect">
                                  <p:stCondLst>
                                    <p:cond delay="0"/>
                                  </p:stCondLst>
                                  <p:childTnLst>
                                    <p:set>
                                      <p:cBhvr>
                                        <p:cTn id="107" dur="1" fill="hold">
                                          <p:stCondLst>
                                            <p:cond delay="0"/>
                                          </p:stCondLst>
                                        </p:cTn>
                                        <p:tgtEl>
                                          <p:spTgt spid="47"/>
                                        </p:tgtEl>
                                        <p:attrNameLst>
                                          <p:attrName>style.visibility</p:attrName>
                                        </p:attrNameLst>
                                      </p:cBhvr>
                                      <p:to>
                                        <p:strVal val="visible"/>
                                      </p:to>
                                    </p:set>
                                    <p:anim calcmode="lin" valueType="num">
                                      <p:cBhvr additive="base">
                                        <p:cTn id="108" dur="500" fill="hold"/>
                                        <p:tgtEl>
                                          <p:spTgt spid="47"/>
                                        </p:tgtEl>
                                        <p:attrNameLst>
                                          <p:attrName>ppt_x</p:attrName>
                                        </p:attrNameLst>
                                      </p:cBhvr>
                                      <p:tavLst>
                                        <p:tav tm="0">
                                          <p:val>
                                            <p:strVal val="#ppt_x"/>
                                          </p:val>
                                        </p:tav>
                                        <p:tav tm="100000">
                                          <p:val>
                                            <p:strVal val="#ppt_x"/>
                                          </p:val>
                                        </p:tav>
                                      </p:tavLst>
                                    </p:anim>
                                    <p:anim calcmode="lin" valueType="num">
                                      <p:cBhvr additive="base">
                                        <p:cTn id="109" dur="500" fill="hold"/>
                                        <p:tgtEl>
                                          <p:spTgt spid="47"/>
                                        </p:tgtEl>
                                        <p:attrNameLst>
                                          <p:attrName>ppt_y</p:attrName>
                                        </p:attrNameLst>
                                      </p:cBhvr>
                                      <p:tavLst>
                                        <p:tav tm="0">
                                          <p:val>
                                            <p:strVal val="1+#ppt_h/2"/>
                                          </p:val>
                                        </p:tav>
                                        <p:tav tm="100000">
                                          <p:val>
                                            <p:strVal val="#ppt_y"/>
                                          </p:val>
                                        </p:tav>
                                      </p:tavLst>
                                    </p:anim>
                                  </p:childTnLst>
                                </p:cTn>
                              </p:par>
                              <p:par>
                                <p:cTn id="110" presetID="2" presetClass="entr" presetSubtype="4" fill="hold" grpId="0" nodeType="withEffect">
                                  <p:stCondLst>
                                    <p:cond delay="0"/>
                                  </p:stCondLst>
                                  <p:childTnLst>
                                    <p:set>
                                      <p:cBhvr>
                                        <p:cTn id="111" dur="1" fill="hold">
                                          <p:stCondLst>
                                            <p:cond delay="0"/>
                                          </p:stCondLst>
                                        </p:cTn>
                                        <p:tgtEl>
                                          <p:spTgt spid="50"/>
                                        </p:tgtEl>
                                        <p:attrNameLst>
                                          <p:attrName>style.visibility</p:attrName>
                                        </p:attrNameLst>
                                      </p:cBhvr>
                                      <p:to>
                                        <p:strVal val="visible"/>
                                      </p:to>
                                    </p:set>
                                    <p:anim calcmode="lin" valueType="num">
                                      <p:cBhvr additive="base">
                                        <p:cTn id="112" dur="500" fill="hold"/>
                                        <p:tgtEl>
                                          <p:spTgt spid="50"/>
                                        </p:tgtEl>
                                        <p:attrNameLst>
                                          <p:attrName>ppt_x</p:attrName>
                                        </p:attrNameLst>
                                      </p:cBhvr>
                                      <p:tavLst>
                                        <p:tav tm="0">
                                          <p:val>
                                            <p:strVal val="#ppt_x"/>
                                          </p:val>
                                        </p:tav>
                                        <p:tav tm="100000">
                                          <p:val>
                                            <p:strVal val="#ppt_x"/>
                                          </p:val>
                                        </p:tav>
                                      </p:tavLst>
                                    </p:anim>
                                    <p:anim calcmode="lin" valueType="num">
                                      <p:cBhvr additive="base">
                                        <p:cTn id="113" dur="500" fill="hold"/>
                                        <p:tgtEl>
                                          <p:spTgt spid="50"/>
                                        </p:tgtEl>
                                        <p:attrNameLst>
                                          <p:attrName>ppt_y</p:attrName>
                                        </p:attrNameLst>
                                      </p:cBhvr>
                                      <p:tavLst>
                                        <p:tav tm="0">
                                          <p:val>
                                            <p:strVal val="1+#ppt_h/2"/>
                                          </p:val>
                                        </p:tav>
                                        <p:tav tm="100000">
                                          <p:val>
                                            <p:strVal val="#ppt_y"/>
                                          </p:val>
                                        </p:tav>
                                      </p:tavLst>
                                    </p:anim>
                                  </p:childTnLst>
                                </p:cTn>
                              </p:par>
                              <p:par>
                                <p:cTn id="114" presetID="2" presetClass="entr" presetSubtype="4" fill="hold" grpId="1" nodeType="withEffect">
                                  <p:stCondLst>
                                    <p:cond delay="0"/>
                                  </p:stCondLst>
                                  <p:childTnLst>
                                    <p:set>
                                      <p:cBhvr>
                                        <p:cTn id="115" dur="1" fill="hold">
                                          <p:stCondLst>
                                            <p:cond delay="0"/>
                                          </p:stCondLst>
                                        </p:cTn>
                                        <p:tgtEl>
                                          <p:spTgt spid="53"/>
                                        </p:tgtEl>
                                        <p:attrNameLst>
                                          <p:attrName>style.visibility</p:attrName>
                                        </p:attrNameLst>
                                      </p:cBhvr>
                                      <p:to>
                                        <p:strVal val="visible"/>
                                      </p:to>
                                    </p:set>
                                    <p:anim calcmode="lin" valueType="num">
                                      <p:cBhvr additive="base">
                                        <p:cTn id="116" dur="500" fill="hold"/>
                                        <p:tgtEl>
                                          <p:spTgt spid="53"/>
                                        </p:tgtEl>
                                        <p:attrNameLst>
                                          <p:attrName>ppt_x</p:attrName>
                                        </p:attrNameLst>
                                      </p:cBhvr>
                                      <p:tavLst>
                                        <p:tav tm="0">
                                          <p:val>
                                            <p:strVal val="#ppt_x"/>
                                          </p:val>
                                        </p:tav>
                                        <p:tav tm="100000">
                                          <p:val>
                                            <p:strVal val="#ppt_x"/>
                                          </p:val>
                                        </p:tav>
                                      </p:tavLst>
                                    </p:anim>
                                    <p:anim calcmode="lin" valueType="num">
                                      <p:cBhvr additive="base">
                                        <p:cTn id="117" dur="500" fill="hold"/>
                                        <p:tgtEl>
                                          <p:spTgt spid="53"/>
                                        </p:tgtEl>
                                        <p:attrNameLst>
                                          <p:attrName>ppt_y</p:attrName>
                                        </p:attrNameLst>
                                      </p:cBhvr>
                                      <p:tavLst>
                                        <p:tav tm="0">
                                          <p:val>
                                            <p:strVal val="1+#ppt_h/2"/>
                                          </p:val>
                                        </p:tav>
                                        <p:tav tm="100000">
                                          <p:val>
                                            <p:strVal val="#ppt_y"/>
                                          </p:val>
                                        </p:tav>
                                      </p:tavLst>
                                    </p:anim>
                                  </p:childTnLst>
                                </p:cTn>
                              </p:par>
                              <p:par>
                                <p:cTn id="118" presetID="2" presetClass="entr" presetSubtype="4" fill="hold" nodeType="withEffect">
                                  <p:stCondLst>
                                    <p:cond delay="0"/>
                                  </p:stCondLst>
                                  <p:childTnLst>
                                    <p:set>
                                      <p:cBhvr>
                                        <p:cTn id="119" dur="1" fill="hold">
                                          <p:stCondLst>
                                            <p:cond delay="0"/>
                                          </p:stCondLst>
                                        </p:cTn>
                                        <p:tgtEl>
                                          <p:spTgt spid="31"/>
                                        </p:tgtEl>
                                        <p:attrNameLst>
                                          <p:attrName>style.visibility</p:attrName>
                                        </p:attrNameLst>
                                      </p:cBhvr>
                                      <p:to>
                                        <p:strVal val="visible"/>
                                      </p:to>
                                    </p:set>
                                    <p:anim calcmode="lin" valueType="num">
                                      <p:cBhvr additive="base">
                                        <p:cTn id="120" dur="500" fill="hold"/>
                                        <p:tgtEl>
                                          <p:spTgt spid="31"/>
                                        </p:tgtEl>
                                        <p:attrNameLst>
                                          <p:attrName>ppt_x</p:attrName>
                                        </p:attrNameLst>
                                      </p:cBhvr>
                                      <p:tavLst>
                                        <p:tav tm="0">
                                          <p:val>
                                            <p:strVal val="#ppt_x"/>
                                          </p:val>
                                        </p:tav>
                                        <p:tav tm="100000">
                                          <p:val>
                                            <p:strVal val="#ppt_x"/>
                                          </p:val>
                                        </p:tav>
                                      </p:tavLst>
                                    </p:anim>
                                    <p:anim calcmode="lin" valueType="num">
                                      <p:cBhvr additive="base">
                                        <p:cTn id="121"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0" presetClass="path" presetSubtype="0" accel="50000" decel="50000" fill="hold" grpId="0" nodeType="clickEffect">
                                  <p:stCondLst>
                                    <p:cond delay="0"/>
                                  </p:stCondLst>
                                  <p:childTnLst>
                                    <p:animMotion origin="layout" path="M -3.05556E-6 -1.23959E-6 C -0.00347 -0.01133 -0.00764 -0.02405 -0.01232 -0.03469 C -0.01423 -0.03885 -0.01649 -0.04278 -0.01857 -0.04695 C -0.01996 -0.04972 -0.02309 -0.05527 -0.02309 -0.05504 C -0.03177 -0.08857 -0.05243 -0.10222 -0.07691 -0.11054 C -0.08264 -0.10985 -0.08871 -0.1117 -0.09392 -0.10846 C -0.09722 -0.10638 -0.09791 -0.10037 -0.1 -0.09621 C -0.10451 -0.08719 -0.10468 -0.07493 -0.1092 -0.06545 C -0.11007 -0.0592 -0.11232 -0.05319 -0.11232 -0.04695 C -0.11232 -0.02868 -0.10781 -0.03191 -0.10781 -0.02035 " pathEditMode="relative" rAng="0" ptsTypes="fffffffffA">
                                      <p:cBhvr>
                                        <p:cTn id="125" dur="2000" fill="hold"/>
                                        <p:tgtEl>
                                          <p:spTgt spid="53"/>
                                        </p:tgtEl>
                                        <p:attrNameLst>
                                          <p:attrName>ppt_x</p:attrName>
                                          <p:attrName>ppt_y</p:attrName>
                                        </p:attrNameLst>
                                      </p:cBhvr>
                                      <p:rCtr x="-5600" y="-56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8" grpId="0" animBg="1"/>
      <p:bldP spid="52" grpId="0" animBg="1"/>
      <p:bldP spid="47" grpId="0" animBg="1"/>
      <p:bldP spid="50" grpId="0" animBg="1"/>
      <p:bldP spid="53" grpId="0" animBg="1"/>
      <p:bldP spid="53" grpId="1" animBg="1"/>
      <p:bldP spid="46" grpId="0" animBg="1"/>
      <p:bldP spid="49" grpId="0" animBg="1"/>
      <p:bldP spid="49" grpId="1" animBg="1"/>
      <p:bldP spid="54" grpId="0" animBg="1"/>
      <p:bldP spid="45" grpId="0" animBg="1"/>
      <p:bldP spid="51" grpId="0" animBg="1"/>
      <p:bldP spid="55" grpId="0" animBg="1"/>
      <p:bldP spid="55" grpId="1" animBg="1"/>
      <p:bldP spid="56" grpId="0"/>
      <p:bldP spid="57" grpId="0"/>
      <p:bldP spid="58" grpId="0"/>
      <p:bldP spid="5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7467600" cy="563562"/>
          </a:xfrm>
        </p:spPr>
        <p:txBody>
          <a:bodyPr>
            <a:normAutofit fontScale="90000"/>
          </a:bodyPr>
          <a:lstStyle/>
          <a:p>
            <a:r>
              <a:rPr lang="en-US" dirty="0"/>
              <a:t>Tower of Hanoi</a:t>
            </a:r>
          </a:p>
        </p:txBody>
      </p:sp>
      <p:grpSp>
        <p:nvGrpSpPr>
          <p:cNvPr id="22" name="Group 21"/>
          <p:cNvGrpSpPr/>
          <p:nvPr/>
        </p:nvGrpSpPr>
        <p:grpSpPr>
          <a:xfrm>
            <a:off x="6096000" y="1600201"/>
            <a:ext cx="3581400" cy="1981201"/>
            <a:chOff x="1371599" y="1371600"/>
            <a:chExt cx="5410200" cy="2438402"/>
          </a:xfrm>
        </p:grpSpPr>
        <p:grpSp>
          <p:nvGrpSpPr>
            <p:cNvPr id="23" name="Group 9"/>
            <p:cNvGrpSpPr/>
            <p:nvPr/>
          </p:nvGrpSpPr>
          <p:grpSpPr>
            <a:xfrm>
              <a:off x="1371599" y="1752601"/>
              <a:ext cx="5410200" cy="2057401"/>
              <a:chOff x="1371600" y="1752600"/>
              <a:chExt cx="5410200" cy="2057400"/>
            </a:xfrm>
          </p:grpSpPr>
          <p:sp>
            <p:nvSpPr>
              <p:cNvPr id="27" name="Rectangle 26"/>
              <p:cNvSpPr/>
              <p:nvPr/>
            </p:nvSpPr>
            <p:spPr>
              <a:xfrm>
                <a:off x="1371600" y="3733800"/>
                <a:ext cx="5410200" cy="7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24384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40386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57150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TextBox 23"/>
            <p:cNvSpPr txBox="1"/>
            <p:nvPr/>
          </p:nvSpPr>
          <p:spPr>
            <a:xfrm>
              <a:off x="2285999" y="1371600"/>
              <a:ext cx="304800" cy="454563"/>
            </a:xfrm>
            <a:prstGeom prst="rect">
              <a:avLst/>
            </a:prstGeom>
            <a:noFill/>
          </p:spPr>
          <p:txBody>
            <a:bodyPr wrap="square" rtlCol="0">
              <a:spAutoFit/>
            </a:bodyPr>
            <a:lstStyle/>
            <a:p>
              <a:r>
                <a:rPr lang="en-US" dirty="0"/>
                <a:t>A</a:t>
              </a:r>
            </a:p>
          </p:txBody>
        </p:sp>
        <p:sp>
          <p:nvSpPr>
            <p:cNvPr id="25" name="TextBox 24"/>
            <p:cNvSpPr txBox="1"/>
            <p:nvPr/>
          </p:nvSpPr>
          <p:spPr>
            <a:xfrm>
              <a:off x="3886200" y="1371601"/>
              <a:ext cx="304800" cy="454563"/>
            </a:xfrm>
            <a:prstGeom prst="rect">
              <a:avLst/>
            </a:prstGeom>
            <a:noFill/>
          </p:spPr>
          <p:txBody>
            <a:bodyPr wrap="square" rtlCol="0">
              <a:spAutoFit/>
            </a:bodyPr>
            <a:lstStyle/>
            <a:p>
              <a:r>
                <a:rPr lang="en-US" dirty="0"/>
                <a:t>B</a:t>
              </a:r>
            </a:p>
          </p:txBody>
        </p:sp>
        <p:sp>
          <p:nvSpPr>
            <p:cNvPr id="26" name="TextBox 25"/>
            <p:cNvSpPr txBox="1"/>
            <p:nvPr/>
          </p:nvSpPr>
          <p:spPr>
            <a:xfrm>
              <a:off x="5638800" y="1371600"/>
              <a:ext cx="304800" cy="454563"/>
            </a:xfrm>
            <a:prstGeom prst="rect">
              <a:avLst/>
            </a:prstGeom>
            <a:noFill/>
          </p:spPr>
          <p:txBody>
            <a:bodyPr wrap="square" rtlCol="0">
              <a:spAutoFit/>
            </a:bodyPr>
            <a:lstStyle/>
            <a:p>
              <a:r>
                <a:rPr lang="en-US" dirty="0"/>
                <a:t>C</a:t>
              </a:r>
            </a:p>
          </p:txBody>
        </p:sp>
      </p:grpSp>
      <p:sp>
        <p:nvSpPr>
          <p:cNvPr id="50" name="Oval 49"/>
          <p:cNvSpPr/>
          <p:nvPr/>
        </p:nvSpPr>
        <p:spPr>
          <a:xfrm>
            <a:off x="8458200" y="3352800"/>
            <a:ext cx="10668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a:off x="7543800" y="3352800"/>
            <a:ext cx="7620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Oval 56"/>
          <p:cNvSpPr/>
          <p:nvPr/>
        </p:nvSpPr>
        <p:spPr>
          <a:xfrm>
            <a:off x="7696200" y="3200400"/>
            <a:ext cx="3810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p:cNvGrpSpPr/>
          <p:nvPr/>
        </p:nvGrpSpPr>
        <p:grpSpPr>
          <a:xfrm>
            <a:off x="6172200" y="4267200"/>
            <a:ext cx="3505200" cy="1981200"/>
            <a:chOff x="1371600" y="1371600"/>
            <a:chExt cx="5410200" cy="2438400"/>
          </a:xfrm>
        </p:grpSpPr>
        <p:grpSp>
          <p:nvGrpSpPr>
            <p:cNvPr id="41" name="Group 9"/>
            <p:cNvGrpSpPr/>
            <p:nvPr/>
          </p:nvGrpSpPr>
          <p:grpSpPr>
            <a:xfrm>
              <a:off x="1371600" y="1752600"/>
              <a:ext cx="5410200" cy="2057400"/>
              <a:chOff x="1371600" y="1752600"/>
              <a:chExt cx="5410200" cy="2057400"/>
            </a:xfrm>
          </p:grpSpPr>
          <p:sp>
            <p:nvSpPr>
              <p:cNvPr id="45" name="Rectangle 44"/>
              <p:cNvSpPr/>
              <p:nvPr/>
            </p:nvSpPr>
            <p:spPr>
              <a:xfrm>
                <a:off x="1371600" y="3733800"/>
                <a:ext cx="5410200" cy="7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24384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0386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57150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2" name="TextBox 41"/>
            <p:cNvSpPr txBox="1"/>
            <p:nvPr/>
          </p:nvSpPr>
          <p:spPr>
            <a:xfrm>
              <a:off x="2286000" y="1371600"/>
              <a:ext cx="304800" cy="454562"/>
            </a:xfrm>
            <a:prstGeom prst="rect">
              <a:avLst/>
            </a:prstGeom>
            <a:noFill/>
          </p:spPr>
          <p:txBody>
            <a:bodyPr wrap="square" rtlCol="0">
              <a:spAutoFit/>
            </a:bodyPr>
            <a:lstStyle/>
            <a:p>
              <a:r>
                <a:rPr lang="en-US" dirty="0"/>
                <a:t>A</a:t>
              </a:r>
            </a:p>
          </p:txBody>
        </p:sp>
        <p:sp>
          <p:nvSpPr>
            <p:cNvPr id="43" name="TextBox 42"/>
            <p:cNvSpPr txBox="1"/>
            <p:nvPr/>
          </p:nvSpPr>
          <p:spPr>
            <a:xfrm>
              <a:off x="3886199" y="1371600"/>
              <a:ext cx="304800" cy="454562"/>
            </a:xfrm>
            <a:prstGeom prst="rect">
              <a:avLst/>
            </a:prstGeom>
            <a:noFill/>
          </p:spPr>
          <p:txBody>
            <a:bodyPr wrap="square" rtlCol="0">
              <a:spAutoFit/>
            </a:bodyPr>
            <a:lstStyle/>
            <a:p>
              <a:r>
                <a:rPr lang="en-US" dirty="0"/>
                <a:t>B</a:t>
              </a:r>
            </a:p>
          </p:txBody>
        </p:sp>
        <p:sp>
          <p:nvSpPr>
            <p:cNvPr id="44" name="TextBox 43"/>
            <p:cNvSpPr txBox="1"/>
            <p:nvPr/>
          </p:nvSpPr>
          <p:spPr>
            <a:xfrm>
              <a:off x="5638800" y="1371600"/>
              <a:ext cx="304800" cy="454562"/>
            </a:xfrm>
            <a:prstGeom prst="rect">
              <a:avLst/>
            </a:prstGeom>
            <a:noFill/>
          </p:spPr>
          <p:txBody>
            <a:bodyPr wrap="square" rtlCol="0">
              <a:spAutoFit/>
            </a:bodyPr>
            <a:lstStyle/>
            <a:p>
              <a:r>
                <a:rPr lang="en-US" dirty="0"/>
                <a:t>C</a:t>
              </a:r>
            </a:p>
          </p:txBody>
        </p:sp>
      </p:grpSp>
      <p:sp>
        <p:nvSpPr>
          <p:cNvPr id="51" name="Oval 50"/>
          <p:cNvSpPr/>
          <p:nvPr/>
        </p:nvSpPr>
        <p:spPr>
          <a:xfrm>
            <a:off x="8458200" y="6019800"/>
            <a:ext cx="10668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p:cNvSpPr/>
          <p:nvPr/>
        </p:nvSpPr>
        <p:spPr>
          <a:xfrm>
            <a:off x="8610600" y="5867400"/>
            <a:ext cx="7620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Oval 57"/>
          <p:cNvSpPr/>
          <p:nvPr/>
        </p:nvSpPr>
        <p:spPr>
          <a:xfrm>
            <a:off x="6705600" y="6019800"/>
            <a:ext cx="3810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p:cNvGrpSpPr/>
          <p:nvPr/>
        </p:nvGrpSpPr>
        <p:grpSpPr>
          <a:xfrm>
            <a:off x="1981200" y="4343400"/>
            <a:ext cx="3352800" cy="1905000"/>
            <a:chOff x="1371600" y="1270000"/>
            <a:chExt cx="5410200" cy="2540000"/>
          </a:xfrm>
        </p:grpSpPr>
        <p:grpSp>
          <p:nvGrpSpPr>
            <p:cNvPr id="32" name="Group 9"/>
            <p:cNvGrpSpPr/>
            <p:nvPr/>
          </p:nvGrpSpPr>
          <p:grpSpPr>
            <a:xfrm>
              <a:off x="1371600" y="1752600"/>
              <a:ext cx="5410200" cy="2057400"/>
              <a:chOff x="1371600" y="1752600"/>
              <a:chExt cx="5410200" cy="2057400"/>
            </a:xfrm>
          </p:grpSpPr>
          <p:sp>
            <p:nvSpPr>
              <p:cNvPr id="36" name="Rectangle 35"/>
              <p:cNvSpPr/>
              <p:nvPr/>
            </p:nvSpPr>
            <p:spPr>
              <a:xfrm>
                <a:off x="1371600" y="3733800"/>
                <a:ext cx="5410200" cy="7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p:cNvSpPr/>
              <p:nvPr/>
            </p:nvSpPr>
            <p:spPr>
              <a:xfrm>
                <a:off x="24384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p:nvSpPr>
            <p:spPr>
              <a:xfrm>
                <a:off x="40386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57150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TextBox 32"/>
            <p:cNvSpPr txBox="1"/>
            <p:nvPr/>
          </p:nvSpPr>
          <p:spPr>
            <a:xfrm>
              <a:off x="2232314" y="1270000"/>
              <a:ext cx="304800" cy="492443"/>
            </a:xfrm>
            <a:prstGeom prst="rect">
              <a:avLst/>
            </a:prstGeom>
            <a:noFill/>
          </p:spPr>
          <p:txBody>
            <a:bodyPr wrap="square" rtlCol="0">
              <a:spAutoFit/>
            </a:bodyPr>
            <a:lstStyle/>
            <a:p>
              <a:r>
                <a:rPr lang="en-US" dirty="0"/>
                <a:t>A</a:t>
              </a:r>
            </a:p>
          </p:txBody>
        </p:sp>
        <p:sp>
          <p:nvSpPr>
            <p:cNvPr id="34" name="TextBox 33"/>
            <p:cNvSpPr txBox="1"/>
            <p:nvPr/>
          </p:nvSpPr>
          <p:spPr>
            <a:xfrm>
              <a:off x="3830782" y="1270000"/>
              <a:ext cx="304800" cy="492443"/>
            </a:xfrm>
            <a:prstGeom prst="rect">
              <a:avLst/>
            </a:prstGeom>
            <a:noFill/>
          </p:spPr>
          <p:txBody>
            <a:bodyPr wrap="square" rtlCol="0">
              <a:spAutoFit/>
            </a:bodyPr>
            <a:lstStyle/>
            <a:p>
              <a:r>
                <a:rPr lang="en-US" dirty="0"/>
                <a:t>B</a:t>
              </a:r>
            </a:p>
          </p:txBody>
        </p:sp>
        <p:sp>
          <p:nvSpPr>
            <p:cNvPr id="35" name="TextBox 34"/>
            <p:cNvSpPr txBox="1"/>
            <p:nvPr/>
          </p:nvSpPr>
          <p:spPr>
            <a:xfrm>
              <a:off x="5552209" y="1270000"/>
              <a:ext cx="304800" cy="492443"/>
            </a:xfrm>
            <a:prstGeom prst="rect">
              <a:avLst/>
            </a:prstGeom>
            <a:noFill/>
          </p:spPr>
          <p:txBody>
            <a:bodyPr wrap="square" rtlCol="0">
              <a:spAutoFit/>
            </a:bodyPr>
            <a:lstStyle/>
            <a:p>
              <a:r>
                <a:rPr lang="en-US" dirty="0"/>
                <a:t>C</a:t>
              </a:r>
            </a:p>
          </p:txBody>
        </p:sp>
      </p:grpSp>
      <p:sp>
        <p:nvSpPr>
          <p:cNvPr id="52" name="Oval 51"/>
          <p:cNvSpPr/>
          <p:nvPr/>
        </p:nvSpPr>
        <p:spPr>
          <a:xfrm>
            <a:off x="4114800" y="6019800"/>
            <a:ext cx="10668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3276600" y="6019800"/>
            <a:ext cx="7620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a:off x="2438400" y="6019800"/>
            <a:ext cx="3810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2534993" y="1600200"/>
            <a:ext cx="184597" cy="369332"/>
          </a:xfrm>
          <a:prstGeom prst="rect">
            <a:avLst/>
          </a:prstGeom>
          <a:noFill/>
        </p:spPr>
        <p:txBody>
          <a:bodyPr wrap="square" rtlCol="0">
            <a:spAutoFit/>
          </a:bodyPr>
          <a:lstStyle/>
          <a:p>
            <a:r>
              <a:rPr lang="en-US" dirty="0"/>
              <a:t>A</a:t>
            </a:r>
          </a:p>
        </p:txBody>
      </p:sp>
      <p:sp>
        <p:nvSpPr>
          <p:cNvPr id="16" name="TextBox 15"/>
          <p:cNvSpPr txBox="1"/>
          <p:nvPr/>
        </p:nvSpPr>
        <p:spPr>
          <a:xfrm>
            <a:off x="3504128" y="1600200"/>
            <a:ext cx="184597" cy="369332"/>
          </a:xfrm>
          <a:prstGeom prst="rect">
            <a:avLst/>
          </a:prstGeom>
          <a:noFill/>
        </p:spPr>
        <p:txBody>
          <a:bodyPr wrap="square" rtlCol="0">
            <a:spAutoFit/>
          </a:bodyPr>
          <a:lstStyle/>
          <a:p>
            <a:r>
              <a:rPr lang="en-US" dirty="0"/>
              <a:t>B</a:t>
            </a:r>
          </a:p>
        </p:txBody>
      </p:sp>
      <p:sp>
        <p:nvSpPr>
          <p:cNvPr id="17" name="TextBox 16"/>
          <p:cNvSpPr txBox="1"/>
          <p:nvPr/>
        </p:nvSpPr>
        <p:spPr>
          <a:xfrm>
            <a:off x="4565562" y="1600200"/>
            <a:ext cx="184597" cy="369332"/>
          </a:xfrm>
          <a:prstGeom prst="rect">
            <a:avLst/>
          </a:prstGeom>
          <a:noFill/>
        </p:spPr>
        <p:txBody>
          <a:bodyPr wrap="square" rtlCol="0">
            <a:spAutoFit/>
          </a:bodyPr>
          <a:lstStyle/>
          <a:p>
            <a:r>
              <a:rPr lang="en-US" dirty="0"/>
              <a:t>C</a:t>
            </a:r>
          </a:p>
        </p:txBody>
      </p:sp>
      <p:grpSp>
        <p:nvGrpSpPr>
          <p:cNvPr id="14" name="Group 9"/>
          <p:cNvGrpSpPr/>
          <p:nvPr/>
        </p:nvGrpSpPr>
        <p:grpSpPr>
          <a:xfrm>
            <a:off x="1981200" y="1909763"/>
            <a:ext cx="3276600" cy="1671638"/>
            <a:chOff x="1371600" y="1752600"/>
            <a:chExt cx="5410200" cy="2057400"/>
          </a:xfrm>
        </p:grpSpPr>
        <p:sp>
          <p:nvSpPr>
            <p:cNvPr id="18" name="Rectangle 17"/>
            <p:cNvSpPr/>
            <p:nvPr/>
          </p:nvSpPr>
          <p:spPr>
            <a:xfrm>
              <a:off x="1371600" y="3733800"/>
              <a:ext cx="5410200" cy="7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24384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4038599"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5715000" y="1752600"/>
              <a:ext cx="76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9" name="Oval 48"/>
          <p:cNvSpPr/>
          <p:nvPr/>
        </p:nvSpPr>
        <p:spPr>
          <a:xfrm>
            <a:off x="2133600" y="3352800"/>
            <a:ext cx="10668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a:off x="3276600" y="3352800"/>
            <a:ext cx="7620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3429000" y="3200400"/>
            <a:ext cx="3810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p:cNvSpPr txBox="1"/>
          <p:nvPr/>
        </p:nvSpPr>
        <p:spPr>
          <a:xfrm>
            <a:off x="5943600" y="1066800"/>
            <a:ext cx="4267200" cy="369332"/>
          </a:xfrm>
          <a:prstGeom prst="rect">
            <a:avLst/>
          </a:prstGeom>
          <a:noFill/>
        </p:spPr>
        <p:txBody>
          <a:bodyPr wrap="square" rtlCol="0">
            <a:spAutoFit/>
          </a:bodyPr>
          <a:lstStyle/>
          <a:p>
            <a:r>
              <a:rPr lang="en-US" dirty="0"/>
              <a:t>Move top disk from tower B to A</a:t>
            </a:r>
          </a:p>
        </p:txBody>
      </p:sp>
      <p:sp>
        <p:nvSpPr>
          <p:cNvPr id="62" name="TextBox 61"/>
          <p:cNvSpPr txBox="1"/>
          <p:nvPr/>
        </p:nvSpPr>
        <p:spPr>
          <a:xfrm>
            <a:off x="1752600" y="3810000"/>
            <a:ext cx="4267200" cy="369332"/>
          </a:xfrm>
          <a:prstGeom prst="rect">
            <a:avLst/>
          </a:prstGeom>
          <a:noFill/>
        </p:spPr>
        <p:txBody>
          <a:bodyPr wrap="square" rtlCol="0">
            <a:spAutoFit/>
          </a:bodyPr>
          <a:lstStyle/>
          <a:p>
            <a:r>
              <a:rPr lang="en-US" dirty="0"/>
              <a:t>Move top disk from tower B to C</a:t>
            </a:r>
          </a:p>
        </p:txBody>
      </p:sp>
      <p:sp>
        <p:nvSpPr>
          <p:cNvPr id="63" name="TextBox 62"/>
          <p:cNvSpPr txBox="1"/>
          <p:nvPr/>
        </p:nvSpPr>
        <p:spPr>
          <a:xfrm>
            <a:off x="5943600" y="3886200"/>
            <a:ext cx="4267200" cy="369332"/>
          </a:xfrm>
          <a:prstGeom prst="rect">
            <a:avLst/>
          </a:prstGeom>
          <a:noFill/>
        </p:spPr>
        <p:txBody>
          <a:bodyPr wrap="square" rtlCol="0">
            <a:spAutoFit/>
          </a:bodyPr>
          <a:lstStyle/>
          <a:p>
            <a:r>
              <a:rPr lang="en-US" dirty="0"/>
              <a:t>Move top disk from tower A to C</a:t>
            </a:r>
          </a:p>
        </p:txBody>
      </p:sp>
      <p:sp>
        <p:nvSpPr>
          <p:cNvPr id="64" name="TextBox 63"/>
          <p:cNvSpPr txBox="1"/>
          <p:nvPr/>
        </p:nvSpPr>
        <p:spPr>
          <a:xfrm>
            <a:off x="1752600" y="1143000"/>
            <a:ext cx="4267200" cy="369332"/>
          </a:xfrm>
          <a:prstGeom prst="rect">
            <a:avLst/>
          </a:prstGeom>
          <a:noFill/>
        </p:spPr>
        <p:txBody>
          <a:bodyPr wrap="square" rtlCol="0">
            <a:spAutoFit/>
          </a:bodyPr>
          <a:lstStyle/>
          <a:p>
            <a:r>
              <a:rPr lang="en-US" dirty="0"/>
              <a:t>Move top disk from tower A to C</a:t>
            </a:r>
          </a:p>
        </p:txBody>
      </p:sp>
      <p:sp>
        <p:nvSpPr>
          <p:cNvPr id="65" name="TextBox 64"/>
          <p:cNvSpPr txBox="1"/>
          <p:nvPr/>
        </p:nvSpPr>
        <p:spPr>
          <a:xfrm>
            <a:off x="7010400" y="6324600"/>
            <a:ext cx="2286000" cy="381000"/>
          </a:xfrm>
          <a:prstGeom prst="rect">
            <a:avLst/>
          </a:prstGeom>
          <a:noFill/>
        </p:spPr>
        <p:txBody>
          <a:bodyPr wrap="square" rtlCol="0">
            <a:spAutoFit/>
          </a:bodyPr>
          <a:lstStyle/>
          <a:p>
            <a:r>
              <a:rPr lang="en-US" dirty="0"/>
              <a:t>OUTPUT</a:t>
            </a:r>
          </a:p>
        </p:txBody>
      </p:sp>
      <p:sp>
        <p:nvSpPr>
          <p:cNvPr id="66" name="Date Placeholder 65"/>
          <p:cNvSpPr>
            <a:spLocks noGrp="1"/>
          </p:cNvSpPr>
          <p:nvPr>
            <p:ph type="dt" sz="half" idx="10"/>
          </p:nvPr>
        </p:nvSpPr>
        <p:spPr/>
        <p:txBody>
          <a:bodyPr/>
          <a:lstStyle/>
          <a:p>
            <a:fld id="{A3FB6292-075A-4360-8461-18CC0F82C872}" type="datetime1">
              <a:rPr lang="en-US" smtClean="0"/>
              <a:pPr/>
              <a:t>9/30/2024</a:t>
            </a:fld>
            <a:endParaRPr lang="en-US" dirty="0"/>
          </a:p>
        </p:txBody>
      </p:sp>
      <p:sp>
        <p:nvSpPr>
          <p:cNvPr id="67" name="Slide Number Placeholder 66"/>
          <p:cNvSpPr>
            <a:spLocks noGrp="1"/>
          </p:cNvSpPr>
          <p:nvPr>
            <p:ph type="sldNum" sz="quarter" idx="12"/>
          </p:nvPr>
        </p:nvSpPr>
        <p:spPr/>
        <p:txBody>
          <a:bodyPr/>
          <a:lstStyle/>
          <a:p>
            <a:fld id="{D57F1E4F-1CFF-5643-939E-217C01CDF565}" type="slidenum">
              <a:rPr lang="en-US" smtClean="0"/>
              <a:pPr/>
              <a:t>33</a:t>
            </a:fld>
            <a:endParaRPr lang="en-US" dirty="0"/>
          </a:p>
        </p:txBody>
      </p:sp>
      <p:sp>
        <p:nvSpPr>
          <p:cNvPr id="68" name="Footer Placeholder 67"/>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3186344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4"/>
                                        </p:tgtEl>
                                        <p:attrNameLst>
                                          <p:attrName>style.visibility</p:attrName>
                                        </p:attrNameLst>
                                      </p:cBhvr>
                                      <p:to>
                                        <p:strVal val="visible"/>
                                      </p:to>
                                    </p:set>
                                    <p:anim calcmode="lin" valueType="num">
                                      <p:cBhvr additive="base">
                                        <p:cTn id="21" dur="500" fill="hold"/>
                                        <p:tgtEl>
                                          <p:spTgt spid="64"/>
                                        </p:tgtEl>
                                        <p:attrNameLst>
                                          <p:attrName>ppt_x</p:attrName>
                                        </p:attrNameLst>
                                      </p:cBhvr>
                                      <p:tavLst>
                                        <p:tav tm="0">
                                          <p:val>
                                            <p:strVal val="#ppt_x"/>
                                          </p:val>
                                        </p:tav>
                                        <p:tav tm="100000">
                                          <p:val>
                                            <p:strVal val="#ppt_x"/>
                                          </p:val>
                                        </p:tav>
                                      </p:tavLst>
                                    </p:anim>
                                    <p:anim calcmode="lin" valueType="num">
                                      <p:cBhvr additive="base">
                                        <p:cTn id="22"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0" presetClass="path" presetSubtype="0" accel="50000" decel="50000" fill="hold" grpId="0" nodeType="clickEffect">
                                  <p:stCondLst>
                                    <p:cond delay="0"/>
                                  </p:stCondLst>
                                  <p:childTnLst>
                                    <p:animMotion origin="layout" path="M 0 -0.01272 C 0.00156 -0.03978 0.00069 -0.07308 0.01372 -0.0969 C 0.02622 -0.14478 0.07361 -0.14755 0.10573 -0.15033 C 0.12361 -0.15333 0.13594 -0.15333 0.15503 -0.15218 C 0.16389 -0.1494 0.16771 -0.14593 0.175 -0.13853 C 0.17951 -0.13344 0.18524 -0.13275 0.19028 -0.12859 C 0.20503 -0.11517 0.18351 -0.12997 0.20104 -0.11887 C 0.20417 -0.11286 0.20556 -0.10685 0.20868 -0.10107 C 0.2092 -0.07956 0.20938 -0.05782 0.21024 -0.03654 C 0.21059 -0.0303 0.21215 -0.02452 0.21337 -0.0185 C 0.21406 -0.01457 0.21632 -0.00694 0.21632 -0.00671 C 0.21476 2.53469E-6 0.21649 -0.00093 0.21337 -0.00093 " pathEditMode="relative" rAng="0" ptsTypes="fffffffffffA">
                                      <p:cBhvr>
                                        <p:cTn id="26" dur="2000" fill="hold"/>
                                        <p:tgtEl>
                                          <p:spTgt spid="49"/>
                                        </p:tgtEl>
                                        <p:attrNameLst>
                                          <p:attrName>ppt_x</p:attrName>
                                          <p:attrName>ppt_y</p:attrName>
                                        </p:attrNameLst>
                                      </p:cBhvr>
                                      <p:rCtr x="10800" y="-6400"/>
                                    </p:animMotion>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1"/>
                                        </p:tgtEl>
                                        <p:attrNameLst>
                                          <p:attrName>style.visibility</p:attrName>
                                        </p:attrNameLst>
                                      </p:cBhvr>
                                      <p:to>
                                        <p:strVal val="visible"/>
                                      </p:to>
                                    </p:set>
                                    <p:anim calcmode="lin" valueType="num">
                                      <p:cBhvr additive="base">
                                        <p:cTn id="31" dur="500" fill="hold"/>
                                        <p:tgtEl>
                                          <p:spTgt spid="61"/>
                                        </p:tgtEl>
                                        <p:attrNameLst>
                                          <p:attrName>ppt_x</p:attrName>
                                        </p:attrNameLst>
                                      </p:cBhvr>
                                      <p:tavLst>
                                        <p:tav tm="0">
                                          <p:val>
                                            <p:strVal val="#ppt_x"/>
                                          </p:val>
                                        </p:tav>
                                        <p:tav tm="100000">
                                          <p:val>
                                            <p:strVal val="#ppt_x"/>
                                          </p:val>
                                        </p:tav>
                                      </p:tavLst>
                                    </p:anim>
                                    <p:anim calcmode="lin" valueType="num">
                                      <p:cBhvr additive="base">
                                        <p:cTn id="32"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4" presetClass="entr" presetSubtype="0"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 from="(-#ppt_w/2)" to="(#ppt_x)" calcmode="lin" valueType="num">
                                      <p:cBhvr>
                                        <p:cTn id="37" dur="600" fill="hold">
                                          <p:stCondLst>
                                            <p:cond delay="0"/>
                                          </p:stCondLst>
                                        </p:cTn>
                                        <p:tgtEl>
                                          <p:spTgt spid="22"/>
                                        </p:tgtEl>
                                        <p:attrNameLst>
                                          <p:attrName>ppt_x</p:attrName>
                                        </p:attrNameLst>
                                      </p:cBhvr>
                                    </p:anim>
                                    <p:anim from="0" to="-1.0" calcmode="lin" valueType="num">
                                      <p:cBhvr>
                                        <p:cTn id="38" dur="200" decel="50000" autoRev="1" fill="hold">
                                          <p:stCondLst>
                                            <p:cond delay="600"/>
                                          </p:stCondLst>
                                        </p:cTn>
                                        <p:tgtEl>
                                          <p:spTgt spid="22"/>
                                        </p:tgtEl>
                                        <p:attrNameLst>
                                          <p:attrName>xshear</p:attrName>
                                        </p:attrNameLst>
                                      </p:cBhvr>
                                    </p:anim>
                                    <p:animScale>
                                      <p:cBhvr>
                                        <p:cTn id="39" dur="200" decel="100000" autoRev="1" fill="hold">
                                          <p:stCondLst>
                                            <p:cond delay="600"/>
                                          </p:stCondLst>
                                        </p:cTn>
                                        <p:tgtEl>
                                          <p:spTgt spid="22"/>
                                        </p:tgtEl>
                                      </p:cBhvr>
                                      <p:from x="100000" y="100000"/>
                                      <p:to x="80000" y="100000"/>
                                    </p:animScale>
                                    <p:anim by="(#ppt_h/3+#ppt_w*0.1)" calcmode="lin" valueType="num">
                                      <p:cBhvr additive="sum">
                                        <p:cTn id="40" dur="200" decel="100000" autoRev="1" fill="hold">
                                          <p:stCondLst>
                                            <p:cond delay="600"/>
                                          </p:stCondLst>
                                        </p:cTn>
                                        <p:tgtEl>
                                          <p:spTgt spid="22"/>
                                        </p:tgtEl>
                                        <p:attrNameLst>
                                          <p:attrName>ppt_x</p:attrName>
                                        </p:attrNameLst>
                                      </p:cBhvr>
                                    </p:anim>
                                  </p:childTnLst>
                                </p:cTn>
                              </p:par>
                              <p:par>
                                <p:cTn id="41" presetID="34" presetClass="entr" presetSubtype="0" fill="hold" grpId="0" nodeType="withEffect">
                                  <p:stCondLst>
                                    <p:cond delay="0"/>
                                  </p:stCondLst>
                                  <p:childTnLst>
                                    <p:set>
                                      <p:cBhvr>
                                        <p:cTn id="42" dur="1" fill="hold">
                                          <p:stCondLst>
                                            <p:cond delay="0"/>
                                          </p:stCondLst>
                                        </p:cTn>
                                        <p:tgtEl>
                                          <p:spTgt spid="57"/>
                                        </p:tgtEl>
                                        <p:attrNameLst>
                                          <p:attrName>style.visibility</p:attrName>
                                        </p:attrNameLst>
                                      </p:cBhvr>
                                      <p:to>
                                        <p:strVal val="visible"/>
                                      </p:to>
                                    </p:set>
                                    <p:anim from="(-#ppt_w/2)" to="(#ppt_x)" calcmode="lin" valueType="num">
                                      <p:cBhvr>
                                        <p:cTn id="43" dur="600" fill="hold">
                                          <p:stCondLst>
                                            <p:cond delay="0"/>
                                          </p:stCondLst>
                                        </p:cTn>
                                        <p:tgtEl>
                                          <p:spTgt spid="57"/>
                                        </p:tgtEl>
                                        <p:attrNameLst>
                                          <p:attrName>ppt_x</p:attrName>
                                        </p:attrNameLst>
                                      </p:cBhvr>
                                    </p:anim>
                                    <p:anim from="0" to="-1.0" calcmode="lin" valueType="num">
                                      <p:cBhvr>
                                        <p:cTn id="44" dur="200" decel="50000" autoRev="1" fill="hold">
                                          <p:stCondLst>
                                            <p:cond delay="600"/>
                                          </p:stCondLst>
                                        </p:cTn>
                                        <p:tgtEl>
                                          <p:spTgt spid="57"/>
                                        </p:tgtEl>
                                        <p:attrNameLst>
                                          <p:attrName>xshear</p:attrName>
                                        </p:attrNameLst>
                                      </p:cBhvr>
                                    </p:anim>
                                    <p:animScale>
                                      <p:cBhvr>
                                        <p:cTn id="45" dur="200" decel="100000" autoRev="1" fill="hold">
                                          <p:stCondLst>
                                            <p:cond delay="600"/>
                                          </p:stCondLst>
                                        </p:cTn>
                                        <p:tgtEl>
                                          <p:spTgt spid="57"/>
                                        </p:tgtEl>
                                      </p:cBhvr>
                                      <p:from x="100000" y="100000"/>
                                      <p:to x="80000" y="100000"/>
                                    </p:animScale>
                                    <p:anim by="(#ppt_h/3+#ppt_w*0.1)" calcmode="lin" valueType="num">
                                      <p:cBhvr additive="sum">
                                        <p:cTn id="46" dur="200" decel="100000" autoRev="1" fill="hold">
                                          <p:stCondLst>
                                            <p:cond delay="600"/>
                                          </p:stCondLst>
                                        </p:cTn>
                                        <p:tgtEl>
                                          <p:spTgt spid="57"/>
                                        </p:tgtEl>
                                        <p:attrNameLst>
                                          <p:attrName>ppt_x</p:attrName>
                                        </p:attrNameLst>
                                      </p:cBhvr>
                                    </p:anim>
                                  </p:childTnLst>
                                </p:cTn>
                              </p:par>
                              <p:par>
                                <p:cTn id="47" presetID="34" presetClass="entr" presetSubtype="0" fill="hold" grpId="0" nodeType="withEffect">
                                  <p:stCondLst>
                                    <p:cond delay="0"/>
                                  </p:stCondLst>
                                  <p:childTnLst>
                                    <p:set>
                                      <p:cBhvr>
                                        <p:cTn id="48" dur="1" fill="hold">
                                          <p:stCondLst>
                                            <p:cond delay="0"/>
                                          </p:stCondLst>
                                        </p:cTn>
                                        <p:tgtEl>
                                          <p:spTgt spid="55"/>
                                        </p:tgtEl>
                                        <p:attrNameLst>
                                          <p:attrName>style.visibility</p:attrName>
                                        </p:attrNameLst>
                                      </p:cBhvr>
                                      <p:to>
                                        <p:strVal val="visible"/>
                                      </p:to>
                                    </p:set>
                                    <p:anim from="(-#ppt_w/2)" to="(#ppt_x)" calcmode="lin" valueType="num">
                                      <p:cBhvr>
                                        <p:cTn id="49" dur="600" fill="hold">
                                          <p:stCondLst>
                                            <p:cond delay="0"/>
                                          </p:stCondLst>
                                        </p:cTn>
                                        <p:tgtEl>
                                          <p:spTgt spid="55"/>
                                        </p:tgtEl>
                                        <p:attrNameLst>
                                          <p:attrName>ppt_x</p:attrName>
                                        </p:attrNameLst>
                                      </p:cBhvr>
                                    </p:anim>
                                    <p:anim from="0" to="-1.0" calcmode="lin" valueType="num">
                                      <p:cBhvr>
                                        <p:cTn id="50" dur="200" decel="50000" autoRev="1" fill="hold">
                                          <p:stCondLst>
                                            <p:cond delay="600"/>
                                          </p:stCondLst>
                                        </p:cTn>
                                        <p:tgtEl>
                                          <p:spTgt spid="55"/>
                                        </p:tgtEl>
                                        <p:attrNameLst>
                                          <p:attrName>xshear</p:attrName>
                                        </p:attrNameLst>
                                      </p:cBhvr>
                                    </p:anim>
                                    <p:animScale>
                                      <p:cBhvr>
                                        <p:cTn id="51" dur="200" decel="100000" autoRev="1" fill="hold">
                                          <p:stCondLst>
                                            <p:cond delay="600"/>
                                          </p:stCondLst>
                                        </p:cTn>
                                        <p:tgtEl>
                                          <p:spTgt spid="55"/>
                                        </p:tgtEl>
                                      </p:cBhvr>
                                      <p:from x="100000" y="100000"/>
                                      <p:to x="80000" y="100000"/>
                                    </p:animScale>
                                    <p:anim by="(#ppt_h/3+#ppt_w*0.1)" calcmode="lin" valueType="num">
                                      <p:cBhvr additive="sum">
                                        <p:cTn id="52" dur="200" decel="100000" autoRev="1" fill="hold">
                                          <p:stCondLst>
                                            <p:cond delay="600"/>
                                          </p:stCondLst>
                                        </p:cTn>
                                        <p:tgtEl>
                                          <p:spTgt spid="55"/>
                                        </p:tgtEl>
                                        <p:attrNameLst>
                                          <p:attrName>ppt_x</p:attrName>
                                        </p:attrNameLst>
                                      </p:cBhvr>
                                    </p:anim>
                                  </p:childTnLst>
                                </p:cTn>
                              </p:par>
                              <p:par>
                                <p:cTn id="53" presetID="34" presetClass="entr" presetSubtype="0" fill="hold" grpId="0" nodeType="withEffect">
                                  <p:stCondLst>
                                    <p:cond delay="0"/>
                                  </p:stCondLst>
                                  <p:childTnLst>
                                    <p:set>
                                      <p:cBhvr>
                                        <p:cTn id="54" dur="1" fill="hold">
                                          <p:stCondLst>
                                            <p:cond delay="0"/>
                                          </p:stCondLst>
                                        </p:cTn>
                                        <p:tgtEl>
                                          <p:spTgt spid="50"/>
                                        </p:tgtEl>
                                        <p:attrNameLst>
                                          <p:attrName>style.visibility</p:attrName>
                                        </p:attrNameLst>
                                      </p:cBhvr>
                                      <p:to>
                                        <p:strVal val="visible"/>
                                      </p:to>
                                    </p:set>
                                    <p:anim from="(-#ppt_w/2)" to="(#ppt_x)" calcmode="lin" valueType="num">
                                      <p:cBhvr>
                                        <p:cTn id="55" dur="600" fill="hold">
                                          <p:stCondLst>
                                            <p:cond delay="0"/>
                                          </p:stCondLst>
                                        </p:cTn>
                                        <p:tgtEl>
                                          <p:spTgt spid="50"/>
                                        </p:tgtEl>
                                        <p:attrNameLst>
                                          <p:attrName>ppt_x</p:attrName>
                                        </p:attrNameLst>
                                      </p:cBhvr>
                                    </p:anim>
                                    <p:anim from="0" to="-1.0" calcmode="lin" valueType="num">
                                      <p:cBhvr>
                                        <p:cTn id="56" dur="200" decel="50000" autoRev="1" fill="hold">
                                          <p:stCondLst>
                                            <p:cond delay="600"/>
                                          </p:stCondLst>
                                        </p:cTn>
                                        <p:tgtEl>
                                          <p:spTgt spid="50"/>
                                        </p:tgtEl>
                                        <p:attrNameLst>
                                          <p:attrName>xshear</p:attrName>
                                        </p:attrNameLst>
                                      </p:cBhvr>
                                    </p:anim>
                                    <p:animScale>
                                      <p:cBhvr>
                                        <p:cTn id="57" dur="200" decel="100000" autoRev="1" fill="hold">
                                          <p:stCondLst>
                                            <p:cond delay="600"/>
                                          </p:stCondLst>
                                        </p:cTn>
                                        <p:tgtEl>
                                          <p:spTgt spid="50"/>
                                        </p:tgtEl>
                                      </p:cBhvr>
                                      <p:from x="100000" y="100000"/>
                                      <p:to x="80000" y="100000"/>
                                    </p:animScale>
                                    <p:anim by="(#ppt_h/3+#ppt_w*0.1)" calcmode="lin" valueType="num">
                                      <p:cBhvr additive="sum">
                                        <p:cTn id="58" dur="200" decel="100000" autoRev="1" fill="hold">
                                          <p:stCondLst>
                                            <p:cond delay="600"/>
                                          </p:stCondLst>
                                        </p:cTn>
                                        <p:tgtEl>
                                          <p:spTgt spid="50"/>
                                        </p:tgtEl>
                                        <p:attrNameLst>
                                          <p:attrName>ppt_x</p:attrName>
                                        </p:attrNameLst>
                                      </p:cBhvr>
                                    </p:anim>
                                  </p:childTnLst>
                                </p:cTn>
                              </p:par>
                            </p:childTnLst>
                          </p:cTn>
                        </p:par>
                      </p:childTnLst>
                    </p:cTn>
                  </p:par>
                  <p:par>
                    <p:cTn id="59" fill="hold">
                      <p:stCondLst>
                        <p:cond delay="indefinite"/>
                      </p:stCondLst>
                      <p:childTnLst>
                        <p:par>
                          <p:cTn id="60" fill="hold">
                            <p:stCondLst>
                              <p:cond delay="0"/>
                            </p:stCondLst>
                            <p:childTnLst>
                              <p:par>
                                <p:cTn id="61" presetID="0" presetClass="path" presetSubtype="0" accel="50000" decel="50000" fill="hold" grpId="1" nodeType="clickEffect">
                                  <p:stCondLst>
                                    <p:cond delay="0"/>
                                  </p:stCondLst>
                                  <p:childTnLst>
                                    <p:animMotion origin="layout" path="M -3.33333E-6 -0.01365 C -0.00069 -0.02683 -0.00086 -0.03955 -0.00173 -0.05273 C -0.00312 -0.07378 -0.02552 -0.07355 -0.04132 -0.07655 C -0.06406 -0.07563 -0.07257 -0.08025 -0.08732 -0.06985 C -0.09444 -0.05944 -0.0967 -0.05713 -0.10625 -0.0495 C -0.10746 -0.0458 -0.11076 -0.04302 -0.11111 -0.03932 C -0.1125 -0.01943 -0.1125 0.00161 -0.1125 0.0222 " pathEditMode="relative" rAng="0" ptsTypes="ffffffA">
                                      <p:cBhvr>
                                        <p:cTn id="62" dur="2000" fill="hold"/>
                                        <p:tgtEl>
                                          <p:spTgt spid="57"/>
                                        </p:tgtEl>
                                        <p:attrNameLst>
                                          <p:attrName>ppt_x</p:attrName>
                                          <p:attrName>ppt_y</p:attrName>
                                        </p:attrNameLst>
                                      </p:cBhvr>
                                      <p:rCtr x="-5600" y="-1500"/>
                                    </p:animMotion>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62"/>
                                        </p:tgtEl>
                                        <p:attrNameLst>
                                          <p:attrName>style.visibility</p:attrName>
                                        </p:attrNameLst>
                                      </p:cBhvr>
                                      <p:to>
                                        <p:strVal val="visible"/>
                                      </p:to>
                                    </p:set>
                                    <p:anim calcmode="lin" valueType="num">
                                      <p:cBhvr additive="base">
                                        <p:cTn id="67" dur="500" fill="hold"/>
                                        <p:tgtEl>
                                          <p:spTgt spid="62"/>
                                        </p:tgtEl>
                                        <p:attrNameLst>
                                          <p:attrName>ppt_x</p:attrName>
                                        </p:attrNameLst>
                                      </p:cBhvr>
                                      <p:tavLst>
                                        <p:tav tm="0">
                                          <p:val>
                                            <p:strVal val="#ppt_x"/>
                                          </p:val>
                                        </p:tav>
                                        <p:tav tm="100000">
                                          <p:val>
                                            <p:strVal val="#ppt_x"/>
                                          </p:val>
                                        </p:tav>
                                      </p:tavLst>
                                    </p:anim>
                                    <p:anim calcmode="lin" valueType="num">
                                      <p:cBhvr additive="base">
                                        <p:cTn id="68"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34" presetClass="entr" presetSubtype="0" fill="hold" nodeType="clickEffect">
                                  <p:stCondLst>
                                    <p:cond delay="0"/>
                                  </p:stCondLst>
                                  <p:childTnLst>
                                    <p:set>
                                      <p:cBhvr>
                                        <p:cTn id="72" dur="1" fill="hold">
                                          <p:stCondLst>
                                            <p:cond delay="0"/>
                                          </p:stCondLst>
                                        </p:cTn>
                                        <p:tgtEl>
                                          <p:spTgt spid="31"/>
                                        </p:tgtEl>
                                        <p:attrNameLst>
                                          <p:attrName>style.visibility</p:attrName>
                                        </p:attrNameLst>
                                      </p:cBhvr>
                                      <p:to>
                                        <p:strVal val="visible"/>
                                      </p:to>
                                    </p:set>
                                    <p:anim from="(-#ppt_w/2)" to="(#ppt_x)" calcmode="lin" valueType="num">
                                      <p:cBhvr>
                                        <p:cTn id="73" dur="600" fill="hold">
                                          <p:stCondLst>
                                            <p:cond delay="0"/>
                                          </p:stCondLst>
                                        </p:cTn>
                                        <p:tgtEl>
                                          <p:spTgt spid="31"/>
                                        </p:tgtEl>
                                        <p:attrNameLst>
                                          <p:attrName>ppt_x</p:attrName>
                                        </p:attrNameLst>
                                      </p:cBhvr>
                                    </p:anim>
                                    <p:anim from="0" to="-1.0" calcmode="lin" valueType="num">
                                      <p:cBhvr>
                                        <p:cTn id="74" dur="200" decel="50000" autoRev="1" fill="hold">
                                          <p:stCondLst>
                                            <p:cond delay="600"/>
                                          </p:stCondLst>
                                        </p:cTn>
                                        <p:tgtEl>
                                          <p:spTgt spid="31"/>
                                        </p:tgtEl>
                                        <p:attrNameLst>
                                          <p:attrName>xshear</p:attrName>
                                        </p:attrNameLst>
                                      </p:cBhvr>
                                    </p:anim>
                                    <p:animScale>
                                      <p:cBhvr>
                                        <p:cTn id="75" dur="200" decel="100000" autoRev="1" fill="hold">
                                          <p:stCondLst>
                                            <p:cond delay="600"/>
                                          </p:stCondLst>
                                        </p:cTn>
                                        <p:tgtEl>
                                          <p:spTgt spid="31"/>
                                        </p:tgtEl>
                                      </p:cBhvr>
                                      <p:from x="100000" y="100000"/>
                                      <p:to x="80000" y="100000"/>
                                    </p:animScale>
                                    <p:anim by="(#ppt_h/3+#ppt_w*0.1)" calcmode="lin" valueType="num">
                                      <p:cBhvr additive="sum">
                                        <p:cTn id="76" dur="200" decel="100000" autoRev="1" fill="hold">
                                          <p:stCondLst>
                                            <p:cond delay="600"/>
                                          </p:stCondLst>
                                        </p:cTn>
                                        <p:tgtEl>
                                          <p:spTgt spid="31"/>
                                        </p:tgtEl>
                                        <p:attrNameLst>
                                          <p:attrName>ppt_x</p:attrName>
                                        </p:attrNameLst>
                                      </p:cBhvr>
                                    </p:anim>
                                  </p:childTnLst>
                                </p:cTn>
                              </p:par>
                              <p:par>
                                <p:cTn id="77" presetID="34" presetClass="entr" presetSubtype="0" fill="hold" grpId="0" nodeType="withEffect">
                                  <p:stCondLst>
                                    <p:cond delay="0"/>
                                  </p:stCondLst>
                                  <p:childTnLst>
                                    <p:set>
                                      <p:cBhvr>
                                        <p:cTn id="78" dur="1" fill="hold">
                                          <p:stCondLst>
                                            <p:cond delay="0"/>
                                          </p:stCondLst>
                                        </p:cTn>
                                        <p:tgtEl>
                                          <p:spTgt spid="59"/>
                                        </p:tgtEl>
                                        <p:attrNameLst>
                                          <p:attrName>style.visibility</p:attrName>
                                        </p:attrNameLst>
                                      </p:cBhvr>
                                      <p:to>
                                        <p:strVal val="visible"/>
                                      </p:to>
                                    </p:set>
                                    <p:anim from="(-#ppt_w/2)" to="(#ppt_x)" calcmode="lin" valueType="num">
                                      <p:cBhvr>
                                        <p:cTn id="79" dur="600" fill="hold">
                                          <p:stCondLst>
                                            <p:cond delay="0"/>
                                          </p:stCondLst>
                                        </p:cTn>
                                        <p:tgtEl>
                                          <p:spTgt spid="59"/>
                                        </p:tgtEl>
                                        <p:attrNameLst>
                                          <p:attrName>ppt_x</p:attrName>
                                        </p:attrNameLst>
                                      </p:cBhvr>
                                    </p:anim>
                                    <p:anim from="0" to="-1.0" calcmode="lin" valueType="num">
                                      <p:cBhvr>
                                        <p:cTn id="80" dur="200" decel="50000" autoRev="1" fill="hold">
                                          <p:stCondLst>
                                            <p:cond delay="600"/>
                                          </p:stCondLst>
                                        </p:cTn>
                                        <p:tgtEl>
                                          <p:spTgt spid="59"/>
                                        </p:tgtEl>
                                        <p:attrNameLst>
                                          <p:attrName>xshear</p:attrName>
                                        </p:attrNameLst>
                                      </p:cBhvr>
                                    </p:anim>
                                    <p:animScale>
                                      <p:cBhvr>
                                        <p:cTn id="81" dur="200" decel="100000" autoRev="1" fill="hold">
                                          <p:stCondLst>
                                            <p:cond delay="600"/>
                                          </p:stCondLst>
                                        </p:cTn>
                                        <p:tgtEl>
                                          <p:spTgt spid="59"/>
                                        </p:tgtEl>
                                      </p:cBhvr>
                                      <p:from x="100000" y="100000"/>
                                      <p:to x="80000" y="100000"/>
                                    </p:animScale>
                                    <p:anim by="(#ppt_h/3+#ppt_w*0.1)" calcmode="lin" valueType="num">
                                      <p:cBhvr additive="sum">
                                        <p:cTn id="82" dur="200" decel="100000" autoRev="1" fill="hold">
                                          <p:stCondLst>
                                            <p:cond delay="600"/>
                                          </p:stCondLst>
                                        </p:cTn>
                                        <p:tgtEl>
                                          <p:spTgt spid="59"/>
                                        </p:tgtEl>
                                        <p:attrNameLst>
                                          <p:attrName>ppt_x</p:attrName>
                                        </p:attrNameLst>
                                      </p:cBhvr>
                                    </p:anim>
                                  </p:childTnLst>
                                </p:cTn>
                              </p:par>
                              <p:par>
                                <p:cTn id="83" presetID="34" presetClass="entr" presetSubtype="0" fill="hold" grpId="0" nodeType="withEffect">
                                  <p:stCondLst>
                                    <p:cond delay="0"/>
                                  </p:stCondLst>
                                  <p:childTnLst>
                                    <p:set>
                                      <p:cBhvr>
                                        <p:cTn id="84" dur="1" fill="hold">
                                          <p:stCondLst>
                                            <p:cond delay="0"/>
                                          </p:stCondLst>
                                        </p:cTn>
                                        <p:tgtEl>
                                          <p:spTgt spid="54"/>
                                        </p:tgtEl>
                                        <p:attrNameLst>
                                          <p:attrName>style.visibility</p:attrName>
                                        </p:attrNameLst>
                                      </p:cBhvr>
                                      <p:to>
                                        <p:strVal val="visible"/>
                                      </p:to>
                                    </p:set>
                                    <p:anim from="(-#ppt_w/2)" to="(#ppt_x)" calcmode="lin" valueType="num">
                                      <p:cBhvr>
                                        <p:cTn id="85" dur="600" fill="hold">
                                          <p:stCondLst>
                                            <p:cond delay="0"/>
                                          </p:stCondLst>
                                        </p:cTn>
                                        <p:tgtEl>
                                          <p:spTgt spid="54"/>
                                        </p:tgtEl>
                                        <p:attrNameLst>
                                          <p:attrName>ppt_x</p:attrName>
                                        </p:attrNameLst>
                                      </p:cBhvr>
                                    </p:anim>
                                    <p:anim from="0" to="-1.0" calcmode="lin" valueType="num">
                                      <p:cBhvr>
                                        <p:cTn id="86" dur="200" decel="50000" autoRev="1" fill="hold">
                                          <p:stCondLst>
                                            <p:cond delay="600"/>
                                          </p:stCondLst>
                                        </p:cTn>
                                        <p:tgtEl>
                                          <p:spTgt spid="54"/>
                                        </p:tgtEl>
                                        <p:attrNameLst>
                                          <p:attrName>xshear</p:attrName>
                                        </p:attrNameLst>
                                      </p:cBhvr>
                                    </p:anim>
                                    <p:animScale>
                                      <p:cBhvr>
                                        <p:cTn id="87" dur="200" decel="100000" autoRev="1" fill="hold">
                                          <p:stCondLst>
                                            <p:cond delay="600"/>
                                          </p:stCondLst>
                                        </p:cTn>
                                        <p:tgtEl>
                                          <p:spTgt spid="54"/>
                                        </p:tgtEl>
                                      </p:cBhvr>
                                      <p:from x="100000" y="100000"/>
                                      <p:to x="80000" y="100000"/>
                                    </p:animScale>
                                    <p:anim by="(#ppt_h/3+#ppt_w*0.1)" calcmode="lin" valueType="num">
                                      <p:cBhvr additive="sum">
                                        <p:cTn id="88" dur="200" decel="100000" autoRev="1" fill="hold">
                                          <p:stCondLst>
                                            <p:cond delay="600"/>
                                          </p:stCondLst>
                                        </p:cTn>
                                        <p:tgtEl>
                                          <p:spTgt spid="54"/>
                                        </p:tgtEl>
                                        <p:attrNameLst>
                                          <p:attrName>ppt_x</p:attrName>
                                        </p:attrNameLst>
                                      </p:cBhvr>
                                    </p:anim>
                                  </p:childTnLst>
                                </p:cTn>
                              </p:par>
                              <p:par>
                                <p:cTn id="89" presetID="34" presetClass="entr" presetSubtype="0" fill="hold" grpId="0" nodeType="withEffect">
                                  <p:stCondLst>
                                    <p:cond delay="0"/>
                                  </p:stCondLst>
                                  <p:childTnLst>
                                    <p:set>
                                      <p:cBhvr>
                                        <p:cTn id="90" dur="1" fill="hold">
                                          <p:stCondLst>
                                            <p:cond delay="0"/>
                                          </p:stCondLst>
                                        </p:cTn>
                                        <p:tgtEl>
                                          <p:spTgt spid="52"/>
                                        </p:tgtEl>
                                        <p:attrNameLst>
                                          <p:attrName>style.visibility</p:attrName>
                                        </p:attrNameLst>
                                      </p:cBhvr>
                                      <p:to>
                                        <p:strVal val="visible"/>
                                      </p:to>
                                    </p:set>
                                    <p:anim from="(-#ppt_w/2)" to="(#ppt_x)" calcmode="lin" valueType="num">
                                      <p:cBhvr>
                                        <p:cTn id="91" dur="600" fill="hold">
                                          <p:stCondLst>
                                            <p:cond delay="0"/>
                                          </p:stCondLst>
                                        </p:cTn>
                                        <p:tgtEl>
                                          <p:spTgt spid="52"/>
                                        </p:tgtEl>
                                        <p:attrNameLst>
                                          <p:attrName>ppt_x</p:attrName>
                                        </p:attrNameLst>
                                      </p:cBhvr>
                                    </p:anim>
                                    <p:anim from="0" to="-1.0" calcmode="lin" valueType="num">
                                      <p:cBhvr>
                                        <p:cTn id="92" dur="200" decel="50000" autoRev="1" fill="hold">
                                          <p:stCondLst>
                                            <p:cond delay="600"/>
                                          </p:stCondLst>
                                        </p:cTn>
                                        <p:tgtEl>
                                          <p:spTgt spid="52"/>
                                        </p:tgtEl>
                                        <p:attrNameLst>
                                          <p:attrName>xshear</p:attrName>
                                        </p:attrNameLst>
                                      </p:cBhvr>
                                    </p:anim>
                                    <p:animScale>
                                      <p:cBhvr>
                                        <p:cTn id="93" dur="200" decel="100000" autoRev="1" fill="hold">
                                          <p:stCondLst>
                                            <p:cond delay="600"/>
                                          </p:stCondLst>
                                        </p:cTn>
                                        <p:tgtEl>
                                          <p:spTgt spid="52"/>
                                        </p:tgtEl>
                                      </p:cBhvr>
                                      <p:from x="100000" y="100000"/>
                                      <p:to x="80000" y="100000"/>
                                    </p:animScale>
                                    <p:anim by="(#ppt_h/3+#ppt_w*0.1)" calcmode="lin" valueType="num">
                                      <p:cBhvr additive="sum">
                                        <p:cTn id="94" dur="200" decel="100000" autoRev="1" fill="hold">
                                          <p:stCondLst>
                                            <p:cond delay="600"/>
                                          </p:stCondLst>
                                        </p:cTn>
                                        <p:tgtEl>
                                          <p:spTgt spid="52"/>
                                        </p:tgtEl>
                                        <p:attrNameLst>
                                          <p:attrName>ppt_x</p:attrName>
                                        </p:attrNameLst>
                                      </p:cBhvr>
                                    </p:anim>
                                  </p:childTnLst>
                                </p:cTn>
                              </p:par>
                            </p:childTnLst>
                          </p:cTn>
                        </p:par>
                      </p:childTnLst>
                    </p:cTn>
                  </p:par>
                  <p:par>
                    <p:cTn id="95" fill="hold">
                      <p:stCondLst>
                        <p:cond delay="indefinite"/>
                      </p:stCondLst>
                      <p:childTnLst>
                        <p:par>
                          <p:cTn id="96" fill="hold">
                            <p:stCondLst>
                              <p:cond delay="0"/>
                            </p:stCondLst>
                            <p:childTnLst>
                              <p:par>
                                <p:cTn id="97" presetID="0" presetClass="path" presetSubtype="0" accel="50000" decel="50000" fill="hold" grpId="1" nodeType="clickEffect">
                                  <p:stCondLst>
                                    <p:cond delay="0"/>
                                  </p:stCondLst>
                                  <p:childTnLst>
                                    <p:animMotion origin="layout" path="M -3.33333E-6 -0.02221 C 0.00035 -0.02591 0.0007 -0.02961 0.00139 -0.03307 C 0.00313 -0.04186 0.01007 -0.06198 0.02188 -0.06499 C 0.02778 -0.06961 0.03299 -0.07285 0.0408 -0.07447 C 0.05 -0.07794 0.0533 -0.07817 0.06424 -0.0791 C 0.125 -0.07702 0.08716 -0.08257 0.10816 -0.07193 C 0.11441 -0.05782 0.10816 -0.04302 0.10816 -0.02845 " pathEditMode="relative" rAng="0" ptsTypes="ffffffA">
                                      <p:cBhvr>
                                        <p:cTn id="98" dur="2000" fill="hold"/>
                                        <p:tgtEl>
                                          <p:spTgt spid="54"/>
                                        </p:tgtEl>
                                        <p:attrNameLst>
                                          <p:attrName>ppt_x</p:attrName>
                                          <p:attrName>ppt_y</p:attrName>
                                        </p:attrNameLst>
                                      </p:cBhvr>
                                      <p:rCtr x="6300" y="-3000"/>
                                    </p:animMotion>
                                  </p:childTnLst>
                                </p:cTn>
                              </p:par>
                            </p:childTnLst>
                          </p:cTn>
                        </p:par>
                      </p:childTnLst>
                    </p:cTn>
                  </p:par>
                  <p:par>
                    <p:cTn id="99" fill="hold">
                      <p:stCondLst>
                        <p:cond delay="indefinite"/>
                      </p:stCondLst>
                      <p:childTnLst>
                        <p:par>
                          <p:cTn id="100" fill="hold">
                            <p:stCondLst>
                              <p:cond delay="0"/>
                            </p:stCondLst>
                            <p:childTnLst>
                              <p:par>
                                <p:cTn id="101" presetID="8" presetClass="entr" presetSubtype="16" fill="hold" grpId="0" nodeType="clickEffect">
                                  <p:stCondLst>
                                    <p:cond delay="0"/>
                                  </p:stCondLst>
                                  <p:childTnLst>
                                    <p:set>
                                      <p:cBhvr>
                                        <p:cTn id="102" dur="1" fill="hold">
                                          <p:stCondLst>
                                            <p:cond delay="0"/>
                                          </p:stCondLst>
                                        </p:cTn>
                                        <p:tgtEl>
                                          <p:spTgt spid="63"/>
                                        </p:tgtEl>
                                        <p:attrNameLst>
                                          <p:attrName>style.visibility</p:attrName>
                                        </p:attrNameLst>
                                      </p:cBhvr>
                                      <p:to>
                                        <p:strVal val="visible"/>
                                      </p:to>
                                    </p:set>
                                    <p:animEffect transition="in" filter="diamond(in)">
                                      <p:cBhvr>
                                        <p:cTn id="103" dur="2000"/>
                                        <p:tgtEl>
                                          <p:spTgt spid="63"/>
                                        </p:tgtEl>
                                      </p:cBhvr>
                                    </p:animEffect>
                                  </p:childTnLst>
                                </p:cTn>
                              </p:par>
                            </p:childTnLst>
                          </p:cTn>
                        </p:par>
                      </p:childTnLst>
                    </p:cTn>
                  </p:par>
                  <p:par>
                    <p:cTn id="104" fill="hold">
                      <p:stCondLst>
                        <p:cond delay="indefinite"/>
                      </p:stCondLst>
                      <p:childTnLst>
                        <p:par>
                          <p:cTn id="105" fill="hold">
                            <p:stCondLst>
                              <p:cond delay="0"/>
                            </p:stCondLst>
                            <p:childTnLst>
                              <p:par>
                                <p:cTn id="106" presetID="34" presetClass="entr" presetSubtype="0" fill="hold" nodeType="clickEffect">
                                  <p:stCondLst>
                                    <p:cond delay="0"/>
                                  </p:stCondLst>
                                  <p:childTnLst>
                                    <p:set>
                                      <p:cBhvr>
                                        <p:cTn id="107" dur="1" fill="hold">
                                          <p:stCondLst>
                                            <p:cond delay="0"/>
                                          </p:stCondLst>
                                        </p:cTn>
                                        <p:tgtEl>
                                          <p:spTgt spid="40"/>
                                        </p:tgtEl>
                                        <p:attrNameLst>
                                          <p:attrName>style.visibility</p:attrName>
                                        </p:attrNameLst>
                                      </p:cBhvr>
                                      <p:to>
                                        <p:strVal val="visible"/>
                                      </p:to>
                                    </p:set>
                                    <p:anim from="(-#ppt_w/2)" to="(#ppt_x)" calcmode="lin" valueType="num">
                                      <p:cBhvr>
                                        <p:cTn id="108" dur="600" fill="hold">
                                          <p:stCondLst>
                                            <p:cond delay="0"/>
                                          </p:stCondLst>
                                        </p:cTn>
                                        <p:tgtEl>
                                          <p:spTgt spid="40"/>
                                        </p:tgtEl>
                                        <p:attrNameLst>
                                          <p:attrName>ppt_x</p:attrName>
                                        </p:attrNameLst>
                                      </p:cBhvr>
                                    </p:anim>
                                    <p:anim from="0" to="-1.0" calcmode="lin" valueType="num">
                                      <p:cBhvr>
                                        <p:cTn id="109" dur="200" decel="50000" autoRev="1" fill="hold">
                                          <p:stCondLst>
                                            <p:cond delay="600"/>
                                          </p:stCondLst>
                                        </p:cTn>
                                        <p:tgtEl>
                                          <p:spTgt spid="40"/>
                                        </p:tgtEl>
                                        <p:attrNameLst>
                                          <p:attrName>xshear</p:attrName>
                                        </p:attrNameLst>
                                      </p:cBhvr>
                                    </p:anim>
                                    <p:animScale>
                                      <p:cBhvr>
                                        <p:cTn id="110" dur="200" decel="100000" autoRev="1" fill="hold">
                                          <p:stCondLst>
                                            <p:cond delay="600"/>
                                          </p:stCondLst>
                                        </p:cTn>
                                        <p:tgtEl>
                                          <p:spTgt spid="40"/>
                                        </p:tgtEl>
                                      </p:cBhvr>
                                      <p:from x="100000" y="100000"/>
                                      <p:to x="80000" y="100000"/>
                                    </p:animScale>
                                    <p:anim by="(#ppt_h/3+#ppt_w*0.1)" calcmode="lin" valueType="num">
                                      <p:cBhvr additive="sum">
                                        <p:cTn id="111" dur="200" decel="100000" autoRev="1" fill="hold">
                                          <p:stCondLst>
                                            <p:cond delay="600"/>
                                          </p:stCondLst>
                                        </p:cTn>
                                        <p:tgtEl>
                                          <p:spTgt spid="40"/>
                                        </p:tgtEl>
                                        <p:attrNameLst>
                                          <p:attrName>ppt_x</p:attrName>
                                        </p:attrNameLst>
                                      </p:cBhvr>
                                    </p:anim>
                                  </p:childTnLst>
                                </p:cTn>
                              </p:par>
                              <p:par>
                                <p:cTn id="112" presetID="34" presetClass="entr" presetSubtype="0" fill="hold" grpId="0" nodeType="withEffect">
                                  <p:stCondLst>
                                    <p:cond delay="0"/>
                                  </p:stCondLst>
                                  <p:childTnLst>
                                    <p:set>
                                      <p:cBhvr>
                                        <p:cTn id="113" dur="1" fill="hold">
                                          <p:stCondLst>
                                            <p:cond delay="0"/>
                                          </p:stCondLst>
                                        </p:cTn>
                                        <p:tgtEl>
                                          <p:spTgt spid="53"/>
                                        </p:tgtEl>
                                        <p:attrNameLst>
                                          <p:attrName>style.visibility</p:attrName>
                                        </p:attrNameLst>
                                      </p:cBhvr>
                                      <p:to>
                                        <p:strVal val="visible"/>
                                      </p:to>
                                    </p:set>
                                    <p:anim from="(-#ppt_w/2)" to="(#ppt_x)" calcmode="lin" valueType="num">
                                      <p:cBhvr>
                                        <p:cTn id="114" dur="600" fill="hold">
                                          <p:stCondLst>
                                            <p:cond delay="0"/>
                                          </p:stCondLst>
                                        </p:cTn>
                                        <p:tgtEl>
                                          <p:spTgt spid="53"/>
                                        </p:tgtEl>
                                        <p:attrNameLst>
                                          <p:attrName>ppt_x</p:attrName>
                                        </p:attrNameLst>
                                      </p:cBhvr>
                                    </p:anim>
                                    <p:anim from="0" to="-1.0" calcmode="lin" valueType="num">
                                      <p:cBhvr>
                                        <p:cTn id="115" dur="200" decel="50000" autoRev="1" fill="hold">
                                          <p:stCondLst>
                                            <p:cond delay="600"/>
                                          </p:stCondLst>
                                        </p:cTn>
                                        <p:tgtEl>
                                          <p:spTgt spid="53"/>
                                        </p:tgtEl>
                                        <p:attrNameLst>
                                          <p:attrName>xshear</p:attrName>
                                        </p:attrNameLst>
                                      </p:cBhvr>
                                    </p:anim>
                                    <p:animScale>
                                      <p:cBhvr>
                                        <p:cTn id="116" dur="200" decel="100000" autoRev="1" fill="hold">
                                          <p:stCondLst>
                                            <p:cond delay="600"/>
                                          </p:stCondLst>
                                        </p:cTn>
                                        <p:tgtEl>
                                          <p:spTgt spid="53"/>
                                        </p:tgtEl>
                                      </p:cBhvr>
                                      <p:from x="100000" y="100000"/>
                                      <p:to x="80000" y="100000"/>
                                    </p:animScale>
                                    <p:anim by="(#ppt_h/3+#ppt_w*0.1)" calcmode="lin" valueType="num">
                                      <p:cBhvr additive="sum">
                                        <p:cTn id="117" dur="200" decel="100000" autoRev="1" fill="hold">
                                          <p:stCondLst>
                                            <p:cond delay="600"/>
                                          </p:stCondLst>
                                        </p:cTn>
                                        <p:tgtEl>
                                          <p:spTgt spid="53"/>
                                        </p:tgtEl>
                                        <p:attrNameLst>
                                          <p:attrName>ppt_x</p:attrName>
                                        </p:attrNameLst>
                                      </p:cBhvr>
                                    </p:anim>
                                  </p:childTnLst>
                                </p:cTn>
                              </p:par>
                              <p:par>
                                <p:cTn id="118" presetID="34" presetClass="entr" presetSubtype="0" fill="hold" grpId="0" nodeType="withEffect">
                                  <p:stCondLst>
                                    <p:cond delay="0"/>
                                  </p:stCondLst>
                                  <p:childTnLst>
                                    <p:set>
                                      <p:cBhvr>
                                        <p:cTn id="119" dur="1" fill="hold">
                                          <p:stCondLst>
                                            <p:cond delay="0"/>
                                          </p:stCondLst>
                                        </p:cTn>
                                        <p:tgtEl>
                                          <p:spTgt spid="51"/>
                                        </p:tgtEl>
                                        <p:attrNameLst>
                                          <p:attrName>style.visibility</p:attrName>
                                        </p:attrNameLst>
                                      </p:cBhvr>
                                      <p:to>
                                        <p:strVal val="visible"/>
                                      </p:to>
                                    </p:set>
                                    <p:anim from="(-#ppt_w/2)" to="(#ppt_x)" calcmode="lin" valueType="num">
                                      <p:cBhvr>
                                        <p:cTn id="120" dur="600" fill="hold">
                                          <p:stCondLst>
                                            <p:cond delay="0"/>
                                          </p:stCondLst>
                                        </p:cTn>
                                        <p:tgtEl>
                                          <p:spTgt spid="51"/>
                                        </p:tgtEl>
                                        <p:attrNameLst>
                                          <p:attrName>ppt_x</p:attrName>
                                        </p:attrNameLst>
                                      </p:cBhvr>
                                    </p:anim>
                                    <p:anim from="0" to="-1.0" calcmode="lin" valueType="num">
                                      <p:cBhvr>
                                        <p:cTn id="121" dur="200" decel="50000" autoRev="1" fill="hold">
                                          <p:stCondLst>
                                            <p:cond delay="600"/>
                                          </p:stCondLst>
                                        </p:cTn>
                                        <p:tgtEl>
                                          <p:spTgt spid="51"/>
                                        </p:tgtEl>
                                        <p:attrNameLst>
                                          <p:attrName>xshear</p:attrName>
                                        </p:attrNameLst>
                                      </p:cBhvr>
                                    </p:anim>
                                    <p:animScale>
                                      <p:cBhvr>
                                        <p:cTn id="122" dur="200" decel="100000" autoRev="1" fill="hold">
                                          <p:stCondLst>
                                            <p:cond delay="600"/>
                                          </p:stCondLst>
                                        </p:cTn>
                                        <p:tgtEl>
                                          <p:spTgt spid="51"/>
                                        </p:tgtEl>
                                      </p:cBhvr>
                                      <p:from x="100000" y="100000"/>
                                      <p:to x="80000" y="100000"/>
                                    </p:animScale>
                                    <p:anim by="(#ppt_h/3+#ppt_w*0.1)" calcmode="lin" valueType="num">
                                      <p:cBhvr additive="sum">
                                        <p:cTn id="123" dur="200" decel="100000" autoRev="1" fill="hold">
                                          <p:stCondLst>
                                            <p:cond delay="600"/>
                                          </p:stCondLst>
                                        </p:cTn>
                                        <p:tgtEl>
                                          <p:spTgt spid="51"/>
                                        </p:tgtEl>
                                        <p:attrNameLst>
                                          <p:attrName>ppt_x</p:attrName>
                                        </p:attrNameLst>
                                      </p:cBhvr>
                                    </p:anim>
                                  </p:childTnLst>
                                </p:cTn>
                              </p:par>
                              <p:par>
                                <p:cTn id="124" presetID="34" presetClass="entr" presetSubtype="0" fill="hold" grpId="0" nodeType="withEffect">
                                  <p:stCondLst>
                                    <p:cond delay="0"/>
                                  </p:stCondLst>
                                  <p:childTnLst>
                                    <p:set>
                                      <p:cBhvr>
                                        <p:cTn id="125" dur="1" fill="hold">
                                          <p:stCondLst>
                                            <p:cond delay="0"/>
                                          </p:stCondLst>
                                        </p:cTn>
                                        <p:tgtEl>
                                          <p:spTgt spid="58"/>
                                        </p:tgtEl>
                                        <p:attrNameLst>
                                          <p:attrName>style.visibility</p:attrName>
                                        </p:attrNameLst>
                                      </p:cBhvr>
                                      <p:to>
                                        <p:strVal val="visible"/>
                                      </p:to>
                                    </p:set>
                                    <p:anim from="(-#ppt_w/2)" to="(#ppt_x)" calcmode="lin" valueType="num">
                                      <p:cBhvr>
                                        <p:cTn id="126" dur="600" fill="hold">
                                          <p:stCondLst>
                                            <p:cond delay="0"/>
                                          </p:stCondLst>
                                        </p:cTn>
                                        <p:tgtEl>
                                          <p:spTgt spid="58"/>
                                        </p:tgtEl>
                                        <p:attrNameLst>
                                          <p:attrName>ppt_x</p:attrName>
                                        </p:attrNameLst>
                                      </p:cBhvr>
                                    </p:anim>
                                    <p:anim from="0" to="-1.0" calcmode="lin" valueType="num">
                                      <p:cBhvr>
                                        <p:cTn id="127" dur="200" decel="50000" autoRev="1" fill="hold">
                                          <p:stCondLst>
                                            <p:cond delay="600"/>
                                          </p:stCondLst>
                                        </p:cTn>
                                        <p:tgtEl>
                                          <p:spTgt spid="58"/>
                                        </p:tgtEl>
                                        <p:attrNameLst>
                                          <p:attrName>xshear</p:attrName>
                                        </p:attrNameLst>
                                      </p:cBhvr>
                                    </p:anim>
                                    <p:animScale>
                                      <p:cBhvr>
                                        <p:cTn id="128" dur="200" decel="100000" autoRev="1" fill="hold">
                                          <p:stCondLst>
                                            <p:cond delay="600"/>
                                          </p:stCondLst>
                                        </p:cTn>
                                        <p:tgtEl>
                                          <p:spTgt spid="58"/>
                                        </p:tgtEl>
                                      </p:cBhvr>
                                      <p:from x="100000" y="100000"/>
                                      <p:to x="80000" y="100000"/>
                                    </p:animScale>
                                    <p:anim by="(#ppt_h/3+#ppt_w*0.1)" calcmode="lin" valueType="num">
                                      <p:cBhvr additive="sum">
                                        <p:cTn id="129" dur="200" decel="100000" autoRev="1" fill="hold">
                                          <p:stCondLst>
                                            <p:cond delay="600"/>
                                          </p:stCondLst>
                                        </p:cTn>
                                        <p:tgtEl>
                                          <p:spTgt spid="58"/>
                                        </p:tgtEl>
                                        <p:attrNameLst>
                                          <p:attrName>ppt_x</p:attrName>
                                        </p:attrNameLst>
                                      </p:cBhvr>
                                    </p:anim>
                                  </p:childTnLst>
                                </p:cTn>
                              </p:par>
                            </p:childTnLst>
                          </p:cTn>
                        </p:par>
                      </p:childTnLst>
                    </p:cTn>
                  </p:par>
                  <p:par>
                    <p:cTn id="130" fill="hold">
                      <p:stCondLst>
                        <p:cond delay="indefinite"/>
                      </p:stCondLst>
                      <p:childTnLst>
                        <p:par>
                          <p:cTn id="131" fill="hold">
                            <p:stCondLst>
                              <p:cond delay="0"/>
                            </p:stCondLst>
                            <p:childTnLst>
                              <p:par>
                                <p:cTn id="132" presetID="0" presetClass="path" presetSubtype="0" accel="50000" decel="50000" fill="hold" grpId="1" nodeType="clickEffect">
                                  <p:stCondLst>
                                    <p:cond delay="0"/>
                                  </p:stCondLst>
                                  <p:childTnLst>
                                    <p:animMotion origin="layout" path="M 0 -0.0111 C 0.00295 -0.03585 0.01024 -0.06314 0.02604 -0.08118 C 0.02986 -0.09482 0.05313 -0.10939 0.06406 -0.11425 C 0.07552 -0.11934 0.08854 -0.12604 0.10087 -0.12813 C 0.12326 -0.13206 0.14583 -0.13368 0.16823 -0.1383 C 0.18524 -0.13761 0.19601 -0.13784 0.21094 -0.13344 C 0.2224 -0.12049 0.20885 -0.13738 0.21858 -0.11957 C 0.22222 -0.11286 0.22847 -0.10708 0.23247 -0.10037 C 0.2375 -0.08349 0.23715 -0.08858 0.23403 -0.0636 C 0.23351 -0.06013 0.23194 -0.05666 0.2309 -0.05319 C 0.22986 -0.04996 0.22934 -0.04279 0.22934 -0.04256 " pathEditMode="relative" rAng="0" ptsTypes="ffffffffffA">
                                      <p:cBhvr>
                                        <p:cTn id="133" dur="2000" fill="hold"/>
                                        <p:tgtEl>
                                          <p:spTgt spid="58"/>
                                        </p:tgtEl>
                                        <p:attrNameLst>
                                          <p:attrName>ppt_x</p:attrName>
                                          <p:attrName>ppt_y</p:attrName>
                                        </p:attrNameLst>
                                      </p:cBhvr>
                                      <p:rCtr x="11900" y="-64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5" grpId="0" animBg="1"/>
      <p:bldP spid="57" grpId="0" animBg="1"/>
      <p:bldP spid="57" grpId="1" animBg="1"/>
      <p:bldP spid="51" grpId="0" animBg="1"/>
      <p:bldP spid="53" grpId="0" animBg="1"/>
      <p:bldP spid="58" grpId="0" animBg="1"/>
      <p:bldP spid="58" grpId="1" animBg="1"/>
      <p:bldP spid="52" grpId="0" animBg="1"/>
      <p:bldP spid="54" grpId="0" animBg="1"/>
      <p:bldP spid="54" grpId="1" animBg="1"/>
      <p:bldP spid="59" grpId="0" animBg="1"/>
      <p:bldP spid="49" grpId="0" animBg="1"/>
      <p:bldP spid="61" grpId="0"/>
      <p:bldP spid="62" grpId="0"/>
      <p:bldP spid="63" grpId="0"/>
      <p:bldP spid="6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7467600" cy="639762"/>
          </a:xfrm>
        </p:spPr>
        <p:txBody>
          <a:bodyPr>
            <a:normAutofit fontScale="90000"/>
          </a:bodyPr>
          <a:lstStyle/>
          <a:p>
            <a:r>
              <a:rPr lang="en-US" b="1" dirty="0"/>
              <a:t>Movements for N=3 disks in Tower of Hanoi</a:t>
            </a:r>
          </a:p>
        </p:txBody>
      </p:sp>
      <p:graphicFrame>
        <p:nvGraphicFramePr>
          <p:cNvPr id="4" name="Content Placeholder 3"/>
          <p:cNvGraphicFramePr>
            <a:graphicFrameLocks noGrp="1"/>
          </p:cNvGraphicFramePr>
          <p:nvPr>
            <p:ph sz="quarter" idx="1"/>
          </p:nvPr>
        </p:nvGraphicFramePr>
        <p:xfrm>
          <a:off x="1295400" y="838201"/>
          <a:ext cx="8153400" cy="5635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Date Placeholder 4"/>
          <p:cNvSpPr>
            <a:spLocks noGrp="1"/>
          </p:cNvSpPr>
          <p:nvPr>
            <p:ph type="dt" sz="half" idx="10"/>
          </p:nvPr>
        </p:nvSpPr>
        <p:spPr/>
        <p:txBody>
          <a:bodyPr/>
          <a:lstStyle/>
          <a:p>
            <a:fld id="{F7DDDF5D-9541-4FB0-9ACB-4A88B3C4DB8E}" type="datetime1">
              <a:rPr lang="en-US" smtClean="0"/>
              <a:pPr/>
              <a:t>9/30/2024</a:t>
            </a:fld>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34</a:t>
            </a:fld>
            <a:endParaRPr lang="en-US" dirty="0"/>
          </a:p>
        </p:txBody>
      </p:sp>
      <p:sp>
        <p:nvSpPr>
          <p:cNvPr id="7" name="Footer Placeholder 6"/>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1592335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83844" y="959755"/>
            <a:ext cx="5417733" cy="1280890"/>
          </a:xfrm>
        </p:spPr>
        <p:txBody>
          <a:bodyPr/>
          <a:lstStyle/>
          <a:p>
            <a:r>
              <a:rPr lang="en-US" b="1" dirty="0">
                <a:solidFill>
                  <a:srgbClr val="FF0000"/>
                </a:solidFill>
              </a:rPr>
              <a:t>Expressions</a:t>
            </a:r>
          </a:p>
        </p:txBody>
      </p:sp>
      <p:sp>
        <p:nvSpPr>
          <p:cNvPr id="3" name="Content Placeholder 2"/>
          <p:cNvSpPr>
            <a:spLocks noGrp="1"/>
          </p:cNvSpPr>
          <p:nvPr>
            <p:ph sz="quarter" idx="1"/>
          </p:nvPr>
        </p:nvSpPr>
        <p:spPr>
          <a:xfrm>
            <a:off x="1981200" y="1600200"/>
            <a:ext cx="8001000" cy="4873752"/>
          </a:xfrm>
        </p:spPr>
        <p:txBody>
          <a:bodyPr>
            <a:normAutofit/>
          </a:bodyPr>
          <a:lstStyle/>
          <a:p>
            <a:pPr algn="just">
              <a:lnSpc>
                <a:spcPct val="150000"/>
              </a:lnSpc>
              <a:buNone/>
            </a:pPr>
            <a:endParaRPr lang="en-US" sz="2000" dirty="0"/>
          </a:p>
          <a:p>
            <a:pPr algn="just">
              <a:lnSpc>
                <a:spcPct val="150000"/>
              </a:lnSpc>
              <a:buNone/>
            </a:pPr>
            <a:r>
              <a:rPr lang="en-US" sz="2000" dirty="0"/>
              <a:t>Expression is a string of operands and operators</a:t>
            </a:r>
          </a:p>
          <a:p>
            <a:pPr algn="just">
              <a:lnSpc>
                <a:spcPct val="150000"/>
              </a:lnSpc>
              <a:buNone/>
            </a:pPr>
            <a:endParaRPr lang="en-US" sz="2000" dirty="0"/>
          </a:p>
          <a:p>
            <a:pPr algn="just">
              <a:lnSpc>
                <a:spcPct val="150000"/>
              </a:lnSpc>
              <a:buNone/>
            </a:pPr>
            <a:r>
              <a:rPr lang="en-US" sz="2000" dirty="0"/>
              <a:t>There are three types of expressions</a:t>
            </a:r>
          </a:p>
          <a:p>
            <a:pPr lvl="1" algn="just">
              <a:lnSpc>
                <a:spcPct val="150000"/>
              </a:lnSpc>
            </a:pPr>
            <a:r>
              <a:rPr lang="en-US" sz="2000" dirty="0"/>
              <a:t>Infix expression</a:t>
            </a:r>
          </a:p>
          <a:p>
            <a:pPr lvl="1" algn="just">
              <a:lnSpc>
                <a:spcPct val="150000"/>
              </a:lnSpc>
            </a:pPr>
            <a:r>
              <a:rPr lang="en-US" sz="2000" dirty="0"/>
              <a:t>Prefix expression (polish notation)</a:t>
            </a:r>
          </a:p>
          <a:p>
            <a:pPr lvl="1" algn="just">
              <a:lnSpc>
                <a:spcPct val="150000"/>
              </a:lnSpc>
            </a:pPr>
            <a:r>
              <a:rPr lang="en-US" sz="2000" dirty="0"/>
              <a:t>Postfix expression(Reverse polish notation)</a:t>
            </a:r>
          </a:p>
        </p:txBody>
      </p:sp>
      <p:sp>
        <p:nvSpPr>
          <p:cNvPr id="4" name="Date Placeholder 3"/>
          <p:cNvSpPr>
            <a:spLocks noGrp="1"/>
          </p:cNvSpPr>
          <p:nvPr>
            <p:ph type="dt" sz="half" idx="10"/>
          </p:nvPr>
        </p:nvSpPr>
        <p:spPr/>
        <p:txBody>
          <a:bodyPr/>
          <a:lstStyle/>
          <a:p>
            <a:fld id="{82EDD51E-66F4-4FF1-8529-1E3A57FE4FA6}" type="datetime1">
              <a:rPr lang="en-US" smtClean="0"/>
              <a:pPr/>
              <a:t>9/30/2024</a:t>
            </a:fld>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35</a:t>
            </a:fld>
            <a:endParaRPr lang="en-US" dirty="0"/>
          </a:p>
        </p:txBody>
      </p:sp>
      <p:sp>
        <p:nvSpPr>
          <p:cNvPr id="6" name="Footer Placeholder 5"/>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28442923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Expressions</a:t>
            </a:r>
          </a:p>
        </p:txBody>
      </p:sp>
      <p:sp>
        <p:nvSpPr>
          <p:cNvPr id="3" name="Content Placeholder 2"/>
          <p:cNvSpPr>
            <a:spLocks noGrp="1"/>
          </p:cNvSpPr>
          <p:nvPr>
            <p:ph sz="quarter" idx="1"/>
          </p:nvPr>
        </p:nvSpPr>
        <p:spPr/>
        <p:txBody>
          <a:bodyPr>
            <a:normAutofit fontScale="92500" lnSpcReduction="20000"/>
          </a:bodyPr>
          <a:lstStyle/>
          <a:p>
            <a:pPr>
              <a:buNone/>
            </a:pPr>
            <a:r>
              <a:rPr lang="en-US" b="1" dirty="0"/>
              <a:t>1) Infix notation</a:t>
            </a:r>
          </a:p>
          <a:p>
            <a:pPr>
              <a:buNone/>
            </a:pPr>
            <a:r>
              <a:rPr lang="en-US" b="1" dirty="0"/>
              <a:t>Syntax:</a:t>
            </a:r>
            <a:r>
              <a:rPr lang="en-US" dirty="0"/>
              <a:t>  operand1   operator   operand 2</a:t>
            </a:r>
          </a:p>
          <a:p>
            <a:pPr>
              <a:buNone/>
            </a:pPr>
            <a:r>
              <a:rPr lang="en-US" b="1" dirty="0"/>
              <a:t>Ex:</a:t>
            </a:r>
            <a:r>
              <a:rPr lang="en-US" dirty="0"/>
              <a:t> (a + b),  (a + b) * (c - d)</a:t>
            </a:r>
          </a:p>
          <a:p>
            <a:endParaRPr lang="en-US" dirty="0"/>
          </a:p>
          <a:p>
            <a:pPr>
              <a:buNone/>
            </a:pPr>
            <a:r>
              <a:rPr lang="en-US" b="1" dirty="0"/>
              <a:t>2) Prefix Notation</a:t>
            </a:r>
          </a:p>
          <a:p>
            <a:pPr>
              <a:buNone/>
            </a:pPr>
            <a:r>
              <a:rPr lang="en-US" b="1" dirty="0"/>
              <a:t>Syntax:</a:t>
            </a:r>
            <a:r>
              <a:rPr lang="en-US" dirty="0"/>
              <a:t> Operator   Operand 1    Operand 2</a:t>
            </a:r>
          </a:p>
          <a:p>
            <a:pPr>
              <a:buNone/>
            </a:pPr>
            <a:r>
              <a:rPr lang="en-US" b="1" dirty="0"/>
              <a:t>Ex:</a:t>
            </a:r>
            <a:r>
              <a:rPr lang="en-US" dirty="0"/>
              <a:t> (+ a b),  * (+ a b) (- c d)</a:t>
            </a:r>
          </a:p>
          <a:p>
            <a:endParaRPr lang="en-US" dirty="0"/>
          </a:p>
          <a:p>
            <a:pPr>
              <a:buNone/>
            </a:pPr>
            <a:r>
              <a:rPr lang="en-US" b="1" dirty="0"/>
              <a:t>3) Postfix Notation</a:t>
            </a:r>
          </a:p>
          <a:p>
            <a:pPr>
              <a:buNone/>
            </a:pPr>
            <a:r>
              <a:rPr lang="en-US" b="1" dirty="0"/>
              <a:t>Syntax:</a:t>
            </a:r>
            <a:r>
              <a:rPr lang="en-US" dirty="0"/>
              <a:t> Operand 1    Operand 2    operator</a:t>
            </a:r>
          </a:p>
          <a:p>
            <a:pPr>
              <a:buNone/>
            </a:pPr>
            <a:r>
              <a:rPr lang="en-US" b="1" dirty="0"/>
              <a:t>Ex:</a:t>
            </a:r>
            <a:r>
              <a:rPr lang="en-US" dirty="0"/>
              <a:t> (a b +),  (a b +)  (c d -)  *</a:t>
            </a:r>
          </a:p>
        </p:txBody>
      </p:sp>
      <p:sp>
        <p:nvSpPr>
          <p:cNvPr id="4" name="Date Placeholder 3"/>
          <p:cNvSpPr>
            <a:spLocks noGrp="1"/>
          </p:cNvSpPr>
          <p:nvPr>
            <p:ph type="dt" sz="half" idx="10"/>
          </p:nvPr>
        </p:nvSpPr>
        <p:spPr/>
        <p:txBody>
          <a:bodyPr/>
          <a:lstStyle/>
          <a:p>
            <a:fld id="{BB5E9516-3D22-48EC-BAB4-B92E4A391655}" type="datetime1">
              <a:rPr lang="en-US" smtClean="0"/>
              <a:pPr/>
              <a:t>9/30/2024</a:t>
            </a:fld>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36</a:t>
            </a:fld>
            <a:endParaRPr lang="en-US" dirty="0"/>
          </a:p>
        </p:txBody>
      </p:sp>
      <p:sp>
        <p:nvSpPr>
          <p:cNvPr id="6" name="Footer Placeholder 5"/>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12558538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Evaluation of postfix expression</a:t>
            </a:r>
          </a:p>
        </p:txBody>
      </p:sp>
      <p:sp>
        <p:nvSpPr>
          <p:cNvPr id="3" name="Content Placeholder 2"/>
          <p:cNvSpPr>
            <a:spLocks noGrp="1"/>
          </p:cNvSpPr>
          <p:nvPr>
            <p:ph sz="quarter" idx="1"/>
          </p:nvPr>
        </p:nvSpPr>
        <p:spPr>
          <a:xfrm>
            <a:off x="1981200" y="1600200"/>
            <a:ext cx="8229600" cy="4873752"/>
          </a:xfrm>
        </p:spPr>
        <p:txBody>
          <a:bodyPr>
            <a:normAutofit/>
          </a:bodyPr>
          <a:lstStyle/>
          <a:p>
            <a:pPr>
              <a:buNone/>
            </a:pPr>
            <a:r>
              <a:rPr lang="en-US" b="1" dirty="0"/>
              <a:t>Suppose P is a arithmetic expression written in postfix notation</a:t>
            </a:r>
          </a:p>
          <a:p>
            <a:pPr algn="just">
              <a:buNone/>
            </a:pPr>
            <a:r>
              <a:rPr lang="en-US" b="1" dirty="0"/>
              <a:t>Step 1)</a:t>
            </a:r>
            <a:r>
              <a:rPr lang="en-US" dirty="0"/>
              <a:t> Add right parenthesis at the end of expression P</a:t>
            </a:r>
          </a:p>
          <a:p>
            <a:pPr algn="just">
              <a:buNone/>
            </a:pPr>
            <a:r>
              <a:rPr lang="en-US" b="1" dirty="0"/>
              <a:t>Step 2) </a:t>
            </a:r>
            <a:r>
              <a:rPr lang="en-US" dirty="0"/>
              <a:t>Scan P from left to right and repeat steps 3 and 4 for </a:t>
            </a:r>
          </a:p>
          <a:p>
            <a:pPr algn="just">
              <a:buNone/>
            </a:pPr>
            <a:r>
              <a:rPr lang="en-US" dirty="0"/>
              <a:t>             each element of p until the sentinel “)”  is encountered</a:t>
            </a:r>
          </a:p>
          <a:p>
            <a:pPr algn="just">
              <a:buNone/>
            </a:pPr>
            <a:r>
              <a:rPr lang="en-US" b="1" dirty="0"/>
              <a:t>Step 3) </a:t>
            </a:r>
            <a:r>
              <a:rPr lang="en-US" dirty="0"/>
              <a:t>If an operand is encountered, put it on the stack.</a:t>
            </a:r>
          </a:p>
          <a:p>
            <a:pPr algn="just">
              <a:buNone/>
            </a:pPr>
            <a:r>
              <a:rPr lang="en-US" b="1" dirty="0"/>
              <a:t>Step 4)</a:t>
            </a:r>
            <a:r>
              <a:rPr lang="en-US" dirty="0"/>
              <a:t> If an operator </a:t>
            </a:r>
            <a:r>
              <a:rPr lang="el-GR" dirty="0"/>
              <a:t>Θ</a:t>
            </a:r>
            <a:r>
              <a:rPr lang="en-US" dirty="0"/>
              <a:t> is encountered, then:</a:t>
            </a:r>
          </a:p>
          <a:p>
            <a:pPr algn="just">
              <a:buNone/>
            </a:pPr>
            <a:r>
              <a:rPr lang="en-US" dirty="0"/>
              <a:t>		</a:t>
            </a:r>
            <a:r>
              <a:rPr lang="en-US" b="1" dirty="0"/>
              <a:t>   (a)</a:t>
            </a:r>
            <a:r>
              <a:rPr lang="en-US" dirty="0"/>
              <a:t> Remove the top element of stack, where A is the  </a:t>
            </a:r>
          </a:p>
          <a:p>
            <a:pPr algn="just">
              <a:buNone/>
            </a:pPr>
            <a:r>
              <a:rPr lang="en-US" dirty="0"/>
              <a:t>                    top element and B is the next-to-top element</a:t>
            </a:r>
          </a:p>
          <a:p>
            <a:pPr algn="just">
              <a:buNone/>
            </a:pPr>
            <a:r>
              <a:rPr lang="en-US" dirty="0"/>
              <a:t>	</a:t>
            </a:r>
            <a:r>
              <a:rPr lang="en-US" b="1" dirty="0"/>
              <a:t>           (b)</a:t>
            </a:r>
            <a:r>
              <a:rPr lang="en-US" dirty="0"/>
              <a:t> Evaluate B</a:t>
            </a:r>
            <a:r>
              <a:rPr lang="el-GR" dirty="0"/>
              <a:t> Θ</a:t>
            </a:r>
            <a:r>
              <a:rPr lang="en-US" dirty="0"/>
              <a:t> A</a:t>
            </a:r>
          </a:p>
          <a:p>
            <a:pPr algn="just">
              <a:buNone/>
            </a:pPr>
            <a:r>
              <a:rPr lang="en-US" dirty="0"/>
              <a:t>	           </a:t>
            </a:r>
            <a:r>
              <a:rPr lang="en-US" b="1" dirty="0"/>
              <a:t>(c)</a:t>
            </a:r>
            <a:r>
              <a:rPr lang="en-US" dirty="0"/>
              <a:t> Place the result of step (b) back on stack</a:t>
            </a:r>
          </a:p>
          <a:p>
            <a:pPr algn="just">
              <a:buNone/>
            </a:pPr>
            <a:r>
              <a:rPr lang="en-US" b="1" dirty="0"/>
              <a:t>Step 5)</a:t>
            </a:r>
            <a:r>
              <a:rPr lang="en-US" dirty="0"/>
              <a:t> Set value equal to the top element on stack</a:t>
            </a:r>
          </a:p>
          <a:p>
            <a:pPr algn="just">
              <a:buNone/>
            </a:pPr>
            <a:r>
              <a:rPr lang="en-US" b="1" dirty="0"/>
              <a:t>Step 6)</a:t>
            </a:r>
            <a:r>
              <a:rPr lang="en-US" dirty="0"/>
              <a:t> exit</a:t>
            </a:r>
          </a:p>
        </p:txBody>
      </p:sp>
      <p:sp>
        <p:nvSpPr>
          <p:cNvPr id="4" name="Date Placeholder 3"/>
          <p:cNvSpPr>
            <a:spLocks noGrp="1"/>
          </p:cNvSpPr>
          <p:nvPr>
            <p:ph type="dt" sz="half" idx="10"/>
          </p:nvPr>
        </p:nvSpPr>
        <p:spPr/>
        <p:txBody>
          <a:bodyPr/>
          <a:lstStyle/>
          <a:p>
            <a:fld id="{C33F388C-9997-4963-B752-2CD2E5622365}" type="datetime1">
              <a:rPr lang="en-US" smtClean="0"/>
              <a:pPr/>
              <a:t>9/30/2024</a:t>
            </a:fld>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37</a:t>
            </a:fld>
            <a:endParaRPr lang="en-US" dirty="0"/>
          </a:p>
        </p:txBody>
      </p:sp>
      <p:sp>
        <p:nvSpPr>
          <p:cNvPr id="6" name="Footer Placeholder 5"/>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3654205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3324" y="350838"/>
            <a:ext cx="8305800" cy="868362"/>
          </a:xfrm>
        </p:spPr>
        <p:txBody>
          <a:bodyPr>
            <a:normAutofit/>
          </a:bodyPr>
          <a:lstStyle/>
          <a:p>
            <a:r>
              <a:rPr lang="en-US" sz="2400" b="1" dirty="0"/>
              <a:t>Transforming Infix expressions into postfix expressions</a:t>
            </a:r>
          </a:p>
        </p:txBody>
      </p:sp>
      <p:sp>
        <p:nvSpPr>
          <p:cNvPr id="3" name="Content Placeholder 2"/>
          <p:cNvSpPr>
            <a:spLocks noGrp="1"/>
          </p:cNvSpPr>
          <p:nvPr>
            <p:ph sz="quarter" idx="1"/>
          </p:nvPr>
        </p:nvSpPr>
        <p:spPr>
          <a:xfrm>
            <a:off x="1981200" y="1219200"/>
            <a:ext cx="8077200" cy="5254752"/>
          </a:xfrm>
        </p:spPr>
        <p:txBody>
          <a:bodyPr>
            <a:normAutofit/>
          </a:bodyPr>
          <a:lstStyle/>
          <a:p>
            <a:pPr algn="just"/>
            <a:r>
              <a:rPr lang="en-US" sz="2600" b="1" dirty="0"/>
              <a:t>Suppose Q is infix expression and P is equivalent Postfix expression</a:t>
            </a:r>
            <a:endParaRPr lang="en-US" dirty="0"/>
          </a:p>
          <a:p>
            <a:pPr algn="just">
              <a:lnSpc>
                <a:spcPct val="170000"/>
              </a:lnSpc>
              <a:buNone/>
            </a:pPr>
            <a:r>
              <a:rPr lang="en-US" sz="2600" b="1" dirty="0"/>
              <a:t>Polish(Q,P)</a:t>
            </a:r>
          </a:p>
          <a:p>
            <a:pPr algn="just">
              <a:lnSpc>
                <a:spcPct val="170000"/>
              </a:lnSpc>
              <a:buNone/>
            </a:pPr>
            <a:r>
              <a:rPr lang="en-US" b="1" dirty="0"/>
              <a:t>Step 1)</a:t>
            </a:r>
            <a:r>
              <a:rPr lang="en-US" dirty="0"/>
              <a:t> Push “(” onto stack and add “)” to the end of  “Q”</a:t>
            </a:r>
          </a:p>
          <a:p>
            <a:pPr algn="just">
              <a:lnSpc>
                <a:spcPct val="170000"/>
              </a:lnSpc>
              <a:buNone/>
            </a:pPr>
            <a:r>
              <a:rPr lang="en-US" b="1" dirty="0"/>
              <a:t>Step 2)</a:t>
            </a:r>
            <a:r>
              <a:rPr lang="en-US" dirty="0"/>
              <a:t> Scan Q from the left to right and repeat steps 3 to 6   </a:t>
            </a:r>
          </a:p>
          <a:p>
            <a:pPr algn="just">
              <a:lnSpc>
                <a:spcPct val="170000"/>
              </a:lnSpc>
              <a:buNone/>
            </a:pPr>
            <a:r>
              <a:rPr lang="en-US" dirty="0"/>
              <a:t>            for each element of Q until the stack is empty</a:t>
            </a:r>
          </a:p>
          <a:p>
            <a:pPr algn="just">
              <a:lnSpc>
                <a:spcPct val="170000"/>
              </a:lnSpc>
              <a:buNone/>
            </a:pPr>
            <a:r>
              <a:rPr lang="en-US" b="1" dirty="0"/>
              <a:t>Step 3)</a:t>
            </a:r>
            <a:r>
              <a:rPr lang="en-US" dirty="0"/>
              <a:t> If an operand is encountered, add it to P.</a:t>
            </a:r>
          </a:p>
          <a:p>
            <a:pPr algn="just">
              <a:lnSpc>
                <a:spcPct val="170000"/>
              </a:lnSpc>
              <a:buNone/>
            </a:pPr>
            <a:r>
              <a:rPr lang="en-US" b="1" dirty="0"/>
              <a:t>Step 4)</a:t>
            </a:r>
            <a:r>
              <a:rPr lang="en-US" dirty="0"/>
              <a:t> If a left parenthesis is encountered, push it </a:t>
            </a:r>
          </a:p>
          <a:p>
            <a:pPr algn="just">
              <a:lnSpc>
                <a:spcPct val="170000"/>
              </a:lnSpc>
              <a:buNone/>
            </a:pPr>
            <a:r>
              <a:rPr lang="en-US" dirty="0"/>
              <a:t>             onto stack</a:t>
            </a:r>
          </a:p>
        </p:txBody>
      </p:sp>
      <p:sp>
        <p:nvSpPr>
          <p:cNvPr id="4" name="Date Placeholder 3"/>
          <p:cNvSpPr>
            <a:spLocks noGrp="1"/>
          </p:cNvSpPr>
          <p:nvPr>
            <p:ph type="dt" sz="half" idx="10"/>
          </p:nvPr>
        </p:nvSpPr>
        <p:spPr/>
        <p:txBody>
          <a:bodyPr/>
          <a:lstStyle/>
          <a:p>
            <a:fld id="{95FFD073-1046-4BCA-966A-BE5731D4A6F5}" type="datetime1">
              <a:rPr lang="en-US" smtClean="0"/>
              <a:pPr/>
              <a:t>9/30/2024</a:t>
            </a:fld>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38</a:t>
            </a:fld>
            <a:endParaRPr lang="en-US" dirty="0"/>
          </a:p>
        </p:txBody>
      </p:sp>
      <p:sp>
        <p:nvSpPr>
          <p:cNvPr id="6" name="Footer Placeholder 5"/>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15718605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537697" y="1262129"/>
            <a:ext cx="8915400" cy="5215763"/>
          </a:xfrm>
        </p:spPr>
        <p:txBody>
          <a:bodyPr>
            <a:normAutofit/>
          </a:bodyPr>
          <a:lstStyle/>
          <a:p>
            <a:pPr algn="just">
              <a:buNone/>
            </a:pPr>
            <a:r>
              <a:rPr lang="en-US" b="1" dirty="0"/>
              <a:t>Step 5)</a:t>
            </a:r>
            <a:r>
              <a:rPr lang="en-US" dirty="0"/>
              <a:t> If an operator </a:t>
            </a:r>
            <a:r>
              <a:rPr lang="el-GR" dirty="0"/>
              <a:t>Θ</a:t>
            </a:r>
            <a:r>
              <a:rPr lang="en-US" dirty="0"/>
              <a:t> is encountered, then</a:t>
            </a:r>
          </a:p>
          <a:p>
            <a:pPr algn="just">
              <a:buNone/>
            </a:pPr>
            <a:r>
              <a:rPr lang="en-US" dirty="0"/>
              <a:t>	        </a:t>
            </a:r>
            <a:r>
              <a:rPr lang="en-US" b="1" dirty="0"/>
              <a:t>(a)</a:t>
            </a:r>
            <a:r>
              <a:rPr lang="en-US" dirty="0"/>
              <a:t> Repeatedly pop from stack and add to P each  </a:t>
            </a:r>
          </a:p>
          <a:p>
            <a:pPr algn="just">
              <a:buNone/>
            </a:pPr>
            <a:r>
              <a:rPr lang="en-US" dirty="0"/>
              <a:t>                 operator(on the top of stack) which has the      </a:t>
            </a:r>
          </a:p>
          <a:p>
            <a:pPr algn="just">
              <a:buNone/>
            </a:pPr>
            <a:r>
              <a:rPr lang="en-US" dirty="0"/>
              <a:t>                 same precedence as or higher precedence </a:t>
            </a:r>
          </a:p>
          <a:p>
            <a:pPr algn="just">
              <a:buNone/>
            </a:pPr>
            <a:r>
              <a:rPr lang="en-US" dirty="0"/>
              <a:t>                 than </a:t>
            </a:r>
            <a:r>
              <a:rPr lang="el-GR" dirty="0"/>
              <a:t>Θ</a:t>
            </a:r>
            <a:endParaRPr lang="en-US" dirty="0"/>
          </a:p>
          <a:p>
            <a:pPr algn="just">
              <a:buNone/>
            </a:pPr>
            <a:r>
              <a:rPr lang="en-US" dirty="0"/>
              <a:t>		</a:t>
            </a:r>
            <a:r>
              <a:rPr lang="en-US" b="1" dirty="0"/>
              <a:t>(b)</a:t>
            </a:r>
            <a:r>
              <a:rPr lang="en-US" dirty="0"/>
              <a:t> Add </a:t>
            </a:r>
            <a:r>
              <a:rPr lang="el-GR" dirty="0"/>
              <a:t>Θ</a:t>
            </a:r>
            <a:r>
              <a:rPr lang="en-US" dirty="0"/>
              <a:t> to stack</a:t>
            </a:r>
          </a:p>
          <a:p>
            <a:pPr algn="just">
              <a:buNone/>
            </a:pPr>
            <a:r>
              <a:rPr lang="en-US" b="1" dirty="0"/>
              <a:t>Step 6) </a:t>
            </a:r>
            <a:r>
              <a:rPr lang="en-US" dirty="0"/>
              <a:t>If a right parenthesis is encountered, then </a:t>
            </a:r>
          </a:p>
          <a:p>
            <a:pPr algn="just">
              <a:buNone/>
            </a:pPr>
            <a:r>
              <a:rPr lang="en-US" dirty="0"/>
              <a:t>		</a:t>
            </a:r>
            <a:r>
              <a:rPr lang="en-US" b="1" dirty="0"/>
              <a:t>(a)</a:t>
            </a:r>
            <a:r>
              <a:rPr lang="en-US" dirty="0"/>
              <a:t> Repeatedly pop from stack and add to P each </a:t>
            </a:r>
          </a:p>
          <a:p>
            <a:pPr algn="just">
              <a:buNone/>
            </a:pPr>
            <a:r>
              <a:rPr lang="en-US" dirty="0"/>
              <a:t>                 operator(on the top of stack) until a left  </a:t>
            </a:r>
          </a:p>
          <a:p>
            <a:pPr algn="just">
              <a:buNone/>
            </a:pPr>
            <a:r>
              <a:rPr lang="en-US" dirty="0"/>
              <a:t>                 parenthesis is encountered</a:t>
            </a:r>
          </a:p>
          <a:p>
            <a:pPr algn="just">
              <a:buNone/>
            </a:pPr>
            <a:r>
              <a:rPr lang="en-US" dirty="0"/>
              <a:t>           </a:t>
            </a:r>
            <a:r>
              <a:rPr lang="en-US" b="1" dirty="0"/>
              <a:t>(b)</a:t>
            </a:r>
            <a:r>
              <a:rPr lang="en-US" dirty="0"/>
              <a:t> Remove the left parenthesis.[Do not add the </a:t>
            </a:r>
          </a:p>
          <a:p>
            <a:pPr algn="just">
              <a:buNone/>
            </a:pPr>
            <a:r>
              <a:rPr lang="en-US" dirty="0"/>
              <a:t>                 left parenthesis to P]</a:t>
            </a:r>
          </a:p>
          <a:p>
            <a:pPr algn="just">
              <a:buNone/>
            </a:pPr>
            <a:r>
              <a:rPr lang="en-US" b="1" dirty="0"/>
              <a:t>Step 7)</a:t>
            </a:r>
            <a:r>
              <a:rPr lang="en-US" dirty="0"/>
              <a:t> Exit</a:t>
            </a:r>
          </a:p>
          <a:p>
            <a:endParaRPr lang="en-US" dirty="0"/>
          </a:p>
        </p:txBody>
      </p:sp>
      <p:sp>
        <p:nvSpPr>
          <p:cNvPr id="4" name="Date Placeholder 3"/>
          <p:cNvSpPr>
            <a:spLocks noGrp="1"/>
          </p:cNvSpPr>
          <p:nvPr>
            <p:ph type="dt" sz="half" idx="10"/>
          </p:nvPr>
        </p:nvSpPr>
        <p:spPr/>
        <p:txBody>
          <a:bodyPr/>
          <a:lstStyle/>
          <a:p>
            <a:fld id="{EDB92C33-A466-4CE2-AFFE-44F1EDAB0C95}" type="datetime1">
              <a:rPr lang="en-US" smtClean="0"/>
              <a:pPr/>
              <a:t>9/30/2024</a:t>
            </a:fld>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39</a:t>
            </a:fld>
            <a:endParaRPr lang="en-US" dirty="0"/>
          </a:p>
        </p:txBody>
      </p:sp>
      <p:sp>
        <p:nvSpPr>
          <p:cNvPr id="6" name="Footer Placeholder 5"/>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25970651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algn="ctr" eaLnBrk="1" hangingPunct="1"/>
            <a:r>
              <a:rPr lang="en-US"/>
              <a:t>QUEUE</a:t>
            </a:r>
          </a:p>
        </p:txBody>
      </p:sp>
      <p:sp>
        <p:nvSpPr>
          <p:cNvPr id="7171" name="Content Placeholder 2"/>
          <p:cNvSpPr>
            <a:spLocks noGrp="1"/>
          </p:cNvSpPr>
          <p:nvPr>
            <p:ph idx="1"/>
          </p:nvPr>
        </p:nvSpPr>
        <p:spPr>
          <a:xfrm>
            <a:off x="1981200" y="1847850"/>
            <a:ext cx="8229600" cy="4389438"/>
          </a:xfrm>
        </p:spPr>
        <p:txBody>
          <a:bodyPr/>
          <a:lstStyle/>
          <a:p>
            <a:pPr algn="just" eaLnBrk="1" hangingPunct="1"/>
            <a:r>
              <a:rPr lang="en-US" sz="2400" b="1">
                <a:latin typeface="Arial" panose="020B0604020202020204" pitchFamily="34" charset="0"/>
                <a:cs typeface="Arial" panose="020B0604020202020204" pitchFamily="34" charset="0"/>
              </a:rPr>
              <a:t>It is a </a:t>
            </a:r>
            <a:r>
              <a:rPr lang="en-US" sz="2400" b="1" u="sng">
                <a:latin typeface="Arial" panose="020B0604020202020204" pitchFamily="34" charset="0"/>
                <a:cs typeface="Arial" panose="020B0604020202020204" pitchFamily="34" charset="0"/>
              </a:rPr>
              <a:t>non-primitive,</a:t>
            </a:r>
            <a:r>
              <a:rPr lang="en-US" sz="2400" b="1">
                <a:latin typeface="Arial" panose="020B0604020202020204" pitchFamily="34" charset="0"/>
                <a:cs typeface="Arial" panose="020B0604020202020204" pitchFamily="34" charset="0"/>
              </a:rPr>
              <a:t> </a:t>
            </a:r>
            <a:r>
              <a:rPr lang="en-US" sz="2400" b="1" u="sng">
                <a:latin typeface="Arial" panose="020B0604020202020204" pitchFamily="34" charset="0"/>
                <a:cs typeface="Arial" panose="020B0604020202020204" pitchFamily="34" charset="0"/>
              </a:rPr>
              <a:t>linear</a:t>
            </a:r>
            <a:r>
              <a:rPr lang="en-US" sz="2400" b="1">
                <a:latin typeface="Arial" panose="020B0604020202020204" pitchFamily="34" charset="0"/>
                <a:cs typeface="Arial" panose="020B0604020202020204" pitchFamily="34" charset="0"/>
              </a:rPr>
              <a:t> data structure in which </a:t>
            </a:r>
            <a:r>
              <a:rPr lang="en-US" sz="2400" b="1" u="sng">
                <a:latin typeface="Arial" panose="020B0604020202020204" pitchFamily="34" charset="0"/>
                <a:cs typeface="Arial" panose="020B0604020202020204" pitchFamily="34" charset="0"/>
              </a:rPr>
              <a:t>insertion</a:t>
            </a:r>
            <a:r>
              <a:rPr lang="en-US" sz="2400" b="1">
                <a:latin typeface="Arial" panose="020B0604020202020204" pitchFamily="34" charset="0"/>
                <a:cs typeface="Arial" panose="020B0604020202020204" pitchFamily="34" charset="0"/>
              </a:rPr>
              <a:t> (i.e. ENQUEUE) takes place from </a:t>
            </a:r>
            <a:r>
              <a:rPr lang="en-US" sz="2400" b="1" u="sng">
                <a:latin typeface="Arial" panose="020B0604020202020204" pitchFamily="34" charset="0"/>
                <a:cs typeface="Arial" panose="020B0604020202020204" pitchFamily="34" charset="0"/>
              </a:rPr>
              <a:t>one end</a:t>
            </a:r>
            <a:r>
              <a:rPr lang="en-US" sz="2400" b="1">
                <a:latin typeface="Arial" panose="020B0604020202020204" pitchFamily="34" charset="0"/>
                <a:cs typeface="Arial" panose="020B0604020202020204" pitchFamily="34" charset="0"/>
              </a:rPr>
              <a:t> called </a:t>
            </a:r>
            <a:r>
              <a:rPr lang="en-US" sz="2400" b="1" u="sng">
                <a:solidFill>
                  <a:srgbClr val="FF0000"/>
                </a:solidFill>
                <a:latin typeface="Arial" panose="020B0604020202020204" pitchFamily="34" charset="0"/>
                <a:cs typeface="Arial" panose="020B0604020202020204" pitchFamily="34" charset="0"/>
              </a:rPr>
              <a:t>REAR</a:t>
            </a:r>
            <a:r>
              <a:rPr lang="en-US" sz="2400" b="1">
                <a:latin typeface="Arial" panose="020B0604020202020204" pitchFamily="34" charset="0"/>
                <a:cs typeface="Arial" panose="020B0604020202020204" pitchFamily="34" charset="0"/>
              </a:rPr>
              <a:t> and </a:t>
            </a:r>
            <a:r>
              <a:rPr lang="en-US" sz="2400" b="1" u="sng">
                <a:latin typeface="Arial" panose="020B0604020202020204" pitchFamily="34" charset="0"/>
                <a:cs typeface="Arial" panose="020B0604020202020204" pitchFamily="34" charset="0"/>
              </a:rPr>
              <a:t>deletion</a:t>
            </a:r>
            <a:r>
              <a:rPr lang="en-US" sz="2400" b="1">
                <a:latin typeface="Arial" panose="020B0604020202020204" pitchFamily="34" charset="0"/>
                <a:cs typeface="Arial" panose="020B0604020202020204" pitchFamily="34" charset="0"/>
              </a:rPr>
              <a:t> (i.e. DEQUEUE) of elements takes place from </a:t>
            </a:r>
            <a:r>
              <a:rPr lang="en-US" sz="2400" b="1" u="sng">
                <a:latin typeface="Arial" panose="020B0604020202020204" pitchFamily="34" charset="0"/>
                <a:cs typeface="Arial" panose="020B0604020202020204" pitchFamily="34" charset="0"/>
              </a:rPr>
              <a:t>other end</a:t>
            </a:r>
            <a:r>
              <a:rPr lang="en-US" sz="2400" b="1">
                <a:latin typeface="Arial" panose="020B0604020202020204" pitchFamily="34" charset="0"/>
                <a:cs typeface="Arial" panose="020B0604020202020204" pitchFamily="34" charset="0"/>
              </a:rPr>
              <a:t> called </a:t>
            </a:r>
            <a:r>
              <a:rPr lang="en-US" sz="2400" b="1">
                <a:solidFill>
                  <a:srgbClr val="FF0000"/>
                </a:solidFill>
                <a:latin typeface="Arial" panose="020B0604020202020204" pitchFamily="34" charset="0"/>
                <a:cs typeface="Arial" panose="020B0604020202020204" pitchFamily="34" charset="0"/>
              </a:rPr>
              <a:t> </a:t>
            </a:r>
            <a:r>
              <a:rPr lang="en-US" sz="2400" b="1" u="sng">
                <a:solidFill>
                  <a:srgbClr val="FF0000"/>
                </a:solidFill>
                <a:latin typeface="Arial" panose="020B0604020202020204" pitchFamily="34" charset="0"/>
                <a:cs typeface="Arial" panose="020B0604020202020204" pitchFamily="34" charset="0"/>
              </a:rPr>
              <a:t>FRONT</a:t>
            </a:r>
            <a:r>
              <a:rPr lang="en-US" sz="2400" b="1">
                <a:latin typeface="Arial" panose="020B0604020202020204" pitchFamily="34" charset="0"/>
                <a:cs typeface="Arial" panose="020B0604020202020204" pitchFamily="34" charset="0"/>
              </a:rPr>
              <a:t>.</a:t>
            </a:r>
          </a:p>
          <a:p>
            <a:pPr eaLnBrk="1" hangingPunct="1"/>
            <a:endParaRPr lang="en-US" sz="2400" b="1">
              <a:latin typeface="Arial" panose="020B0604020202020204" pitchFamily="34" charset="0"/>
              <a:cs typeface="Arial" panose="020B0604020202020204" pitchFamily="34" charset="0"/>
            </a:endParaRPr>
          </a:p>
          <a:p>
            <a:pPr eaLnBrk="1" hangingPunct="1"/>
            <a:endParaRPr lang="en-US" b="1"/>
          </a:p>
          <a:p>
            <a:pPr eaLnBrk="1" hangingPunct="1"/>
            <a:endParaRPr lang="en-US" b="1"/>
          </a:p>
          <a:p>
            <a:pPr eaLnBrk="1" hangingPunct="1"/>
            <a:endParaRPr lang="en-IN"/>
          </a:p>
          <a:p>
            <a:pPr eaLnBrk="1" hangingPunct="1"/>
            <a:endParaRPr lang="en-IN"/>
          </a:p>
          <a:p>
            <a:pPr eaLnBrk="1" hangingPunct="1"/>
            <a:endParaRPr lang="en-IN"/>
          </a:p>
          <a:p>
            <a:pPr eaLnBrk="1" hangingPunct="1"/>
            <a:endParaRPr lang="en-IN"/>
          </a:p>
        </p:txBody>
      </p:sp>
      <p:sp>
        <p:nvSpPr>
          <p:cNvPr id="7172" name="Line 5"/>
          <p:cNvSpPr>
            <a:spLocks noChangeShapeType="1"/>
          </p:cNvSpPr>
          <p:nvPr/>
        </p:nvSpPr>
        <p:spPr bwMode="auto">
          <a:xfrm>
            <a:off x="4062413" y="4292600"/>
            <a:ext cx="3810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3" name="AutoShape 7"/>
          <p:cNvSpPr>
            <a:spLocks noChangeArrowheads="1"/>
          </p:cNvSpPr>
          <p:nvPr/>
        </p:nvSpPr>
        <p:spPr bwMode="auto">
          <a:xfrm>
            <a:off x="3600450" y="4489450"/>
            <a:ext cx="609600" cy="381000"/>
          </a:xfrm>
          <a:prstGeom prst="rightArrow">
            <a:avLst>
              <a:gd name="adj1" fmla="val 50000"/>
              <a:gd name="adj2" fmla="val 4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solidFill>
                <a:srgbClr val="FF0000"/>
              </a:solidFill>
              <a:latin typeface="Constantia" panose="02030602050306030303" pitchFamily="18" charset="0"/>
            </a:endParaRPr>
          </a:p>
        </p:txBody>
      </p:sp>
      <p:sp>
        <p:nvSpPr>
          <p:cNvPr id="7174" name="AutoShape 8"/>
          <p:cNvSpPr>
            <a:spLocks noChangeArrowheads="1"/>
          </p:cNvSpPr>
          <p:nvPr/>
        </p:nvSpPr>
        <p:spPr bwMode="auto">
          <a:xfrm>
            <a:off x="7791450" y="4489450"/>
            <a:ext cx="609600" cy="381000"/>
          </a:xfrm>
          <a:prstGeom prst="rightArrow">
            <a:avLst>
              <a:gd name="adj1" fmla="val 50000"/>
              <a:gd name="adj2" fmla="val 4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solidFill>
                <a:srgbClr val="FF0000"/>
              </a:solidFill>
              <a:latin typeface="Constantia" panose="02030602050306030303" pitchFamily="18" charset="0"/>
            </a:endParaRPr>
          </a:p>
        </p:txBody>
      </p:sp>
      <p:sp>
        <p:nvSpPr>
          <p:cNvPr id="7175" name="Text Box 9"/>
          <p:cNvSpPr txBox="1">
            <a:spLocks noChangeArrowheads="1"/>
          </p:cNvSpPr>
          <p:nvPr/>
        </p:nvSpPr>
        <p:spPr bwMode="auto">
          <a:xfrm>
            <a:off x="5429251" y="3357563"/>
            <a:ext cx="9937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sz="2800">
                <a:solidFill>
                  <a:srgbClr val="FF0000"/>
                </a:solidFill>
                <a:latin typeface="Arial Narrow" panose="020B0606020202030204" pitchFamily="34" charset="0"/>
              </a:rPr>
              <a:t>queue</a:t>
            </a:r>
            <a:endParaRPr lang="en-US">
              <a:solidFill>
                <a:srgbClr val="FF0000"/>
              </a:solidFill>
              <a:latin typeface="Constantia" panose="02030602050306030303" pitchFamily="18" charset="0"/>
            </a:endParaRPr>
          </a:p>
        </p:txBody>
      </p:sp>
      <p:sp>
        <p:nvSpPr>
          <p:cNvPr id="7176" name="Text Box 10"/>
          <p:cNvSpPr txBox="1">
            <a:spLocks noChangeArrowheads="1"/>
          </p:cNvSpPr>
          <p:nvPr/>
        </p:nvSpPr>
        <p:spPr bwMode="auto">
          <a:xfrm>
            <a:off x="2228850" y="4184650"/>
            <a:ext cx="136683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sz="2800">
                <a:solidFill>
                  <a:srgbClr val="FF0000"/>
                </a:solidFill>
                <a:latin typeface="Arial Narrow" panose="020B0606020202030204" pitchFamily="34" charset="0"/>
              </a:rPr>
              <a:t>elements</a:t>
            </a:r>
          </a:p>
          <a:p>
            <a:pPr algn="ctr"/>
            <a:r>
              <a:rPr lang="en-US" sz="2800">
                <a:solidFill>
                  <a:srgbClr val="FF0000"/>
                </a:solidFill>
                <a:latin typeface="Arial Narrow" panose="020B0606020202030204" pitchFamily="34" charset="0"/>
              </a:rPr>
              <a:t>enter</a:t>
            </a:r>
          </a:p>
        </p:txBody>
      </p:sp>
      <p:sp>
        <p:nvSpPr>
          <p:cNvPr id="7177" name="Text Box 11"/>
          <p:cNvSpPr txBox="1">
            <a:spLocks noChangeArrowheads="1"/>
          </p:cNvSpPr>
          <p:nvPr/>
        </p:nvSpPr>
        <p:spPr bwMode="auto">
          <a:xfrm>
            <a:off x="4591050" y="5022851"/>
            <a:ext cx="2774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sz="2800">
                <a:solidFill>
                  <a:srgbClr val="FF0000"/>
                </a:solidFill>
                <a:latin typeface="Arial Narrow" panose="020B0606020202030204" pitchFamily="34" charset="0"/>
              </a:rPr>
              <a:t>no changes of order</a:t>
            </a:r>
          </a:p>
        </p:txBody>
      </p:sp>
      <p:sp>
        <p:nvSpPr>
          <p:cNvPr id="7178" name="Text Box 12"/>
          <p:cNvSpPr txBox="1">
            <a:spLocks noChangeArrowheads="1"/>
          </p:cNvSpPr>
          <p:nvPr/>
        </p:nvSpPr>
        <p:spPr bwMode="auto">
          <a:xfrm>
            <a:off x="8401050" y="4184650"/>
            <a:ext cx="136683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sz="2800">
                <a:solidFill>
                  <a:srgbClr val="FF0000"/>
                </a:solidFill>
                <a:latin typeface="Arial Narrow" panose="020B0606020202030204" pitchFamily="34" charset="0"/>
              </a:rPr>
              <a:t>elements</a:t>
            </a:r>
          </a:p>
          <a:p>
            <a:pPr algn="ctr"/>
            <a:r>
              <a:rPr lang="en-US" sz="2800">
                <a:solidFill>
                  <a:srgbClr val="FF0000"/>
                </a:solidFill>
                <a:latin typeface="Arial Narrow" panose="020B0606020202030204" pitchFamily="34" charset="0"/>
              </a:rPr>
              <a:t>exit</a:t>
            </a:r>
          </a:p>
        </p:txBody>
      </p:sp>
      <p:sp>
        <p:nvSpPr>
          <p:cNvPr id="7179" name="Oval 13"/>
          <p:cNvSpPr>
            <a:spLocks noChangeArrowheads="1"/>
          </p:cNvSpPr>
          <p:nvPr/>
        </p:nvSpPr>
        <p:spPr bwMode="auto">
          <a:xfrm>
            <a:off x="6267450" y="4413250"/>
            <a:ext cx="533400" cy="533400"/>
          </a:xfrm>
          <a:prstGeom prst="ellipse">
            <a:avLst/>
          </a:prstGeom>
          <a:solidFill>
            <a:srgbClr val="FFFF99"/>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sz="2800">
                <a:solidFill>
                  <a:srgbClr val="FF0000"/>
                </a:solidFill>
                <a:latin typeface="Constantia" panose="02030602050306030303" pitchFamily="18" charset="0"/>
              </a:rPr>
              <a:t>2</a:t>
            </a:r>
          </a:p>
        </p:txBody>
      </p:sp>
      <p:sp>
        <p:nvSpPr>
          <p:cNvPr id="7180" name="Oval 14"/>
          <p:cNvSpPr>
            <a:spLocks noChangeArrowheads="1"/>
          </p:cNvSpPr>
          <p:nvPr/>
        </p:nvSpPr>
        <p:spPr bwMode="auto">
          <a:xfrm>
            <a:off x="5429250" y="4413250"/>
            <a:ext cx="533400" cy="533400"/>
          </a:xfrm>
          <a:prstGeom prst="ellipse">
            <a:avLst/>
          </a:prstGeom>
          <a:solidFill>
            <a:srgbClr val="FFFF99"/>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sz="2800">
                <a:solidFill>
                  <a:srgbClr val="FF0000"/>
                </a:solidFill>
                <a:latin typeface="Constantia" panose="02030602050306030303" pitchFamily="18" charset="0"/>
              </a:rPr>
              <a:t>3</a:t>
            </a:r>
          </a:p>
        </p:txBody>
      </p:sp>
      <p:sp>
        <p:nvSpPr>
          <p:cNvPr id="7181" name="Oval 15"/>
          <p:cNvSpPr>
            <a:spLocks noChangeArrowheads="1"/>
          </p:cNvSpPr>
          <p:nvPr/>
        </p:nvSpPr>
        <p:spPr bwMode="auto">
          <a:xfrm>
            <a:off x="4591050" y="4413250"/>
            <a:ext cx="533400" cy="533400"/>
          </a:xfrm>
          <a:prstGeom prst="ellipse">
            <a:avLst/>
          </a:prstGeom>
          <a:solidFill>
            <a:srgbClr val="FFFF99"/>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sz="2800">
                <a:solidFill>
                  <a:srgbClr val="FF0000"/>
                </a:solidFill>
                <a:latin typeface="Constantia" panose="02030602050306030303" pitchFamily="18" charset="0"/>
              </a:rPr>
              <a:t>4</a:t>
            </a:r>
          </a:p>
        </p:txBody>
      </p:sp>
      <p:sp>
        <p:nvSpPr>
          <p:cNvPr id="7182" name="Oval 16"/>
          <p:cNvSpPr>
            <a:spLocks noChangeArrowheads="1"/>
          </p:cNvSpPr>
          <p:nvPr/>
        </p:nvSpPr>
        <p:spPr bwMode="auto">
          <a:xfrm>
            <a:off x="7029450" y="4413250"/>
            <a:ext cx="533400" cy="533400"/>
          </a:xfrm>
          <a:prstGeom prst="ellipse">
            <a:avLst/>
          </a:prstGeom>
          <a:solidFill>
            <a:srgbClr val="FFFF99"/>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sz="2800">
                <a:solidFill>
                  <a:srgbClr val="FF0000"/>
                </a:solidFill>
                <a:latin typeface="Constantia" panose="02030602050306030303" pitchFamily="18" charset="0"/>
              </a:rPr>
              <a:t>1</a:t>
            </a:r>
          </a:p>
        </p:txBody>
      </p:sp>
      <p:sp>
        <p:nvSpPr>
          <p:cNvPr id="7183" name="Text Box 17"/>
          <p:cNvSpPr txBox="1">
            <a:spLocks noChangeArrowheads="1"/>
          </p:cNvSpPr>
          <p:nvPr/>
        </p:nvSpPr>
        <p:spPr bwMode="auto">
          <a:xfrm>
            <a:off x="3829050" y="3789363"/>
            <a:ext cx="8270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solidFill>
                  <a:srgbClr val="FF0000"/>
                </a:solidFill>
              </a:rPr>
              <a:t>REAR</a:t>
            </a:r>
          </a:p>
        </p:txBody>
      </p:sp>
      <p:sp>
        <p:nvSpPr>
          <p:cNvPr id="7184" name="Text Box 18"/>
          <p:cNvSpPr txBox="1">
            <a:spLocks noChangeArrowheads="1"/>
          </p:cNvSpPr>
          <p:nvPr/>
        </p:nvSpPr>
        <p:spPr bwMode="auto">
          <a:xfrm>
            <a:off x="7597775" y="3803650"/>
            <a:ext cx="9794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solidFill>
                  <a:srgbClr val="FF0000"/>
                </a:solidFill>
              </a:rPr>
              <a:t>FRONT</a:t>
            </a:r>
          </a:p>
        </p:txBody>
      </p:sp>
      <p:sp>
        <p:nvSpPr>
          <p:cNvPr id="7185" name="Line 5"/>
          <p:cNvSpPr>
            <a:spLocks noChangeShapeType="1"/>
          </p:cNvSpPr>
          <p:nvPr/>
        </p:nvSpPr>
        <p:spPr bwMode="auto">
          <a:xfrm>
            <a:off x="4079875" y="5084763"/>
            <a:ext cx="3810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Date Placeholder 17"/>
          <p:cNvSpPr>
            <a:spLocks noGrp="1"/>
          </p:cNvSpPr>
          <p:nvPr>
            <p:ph type="dt" sz="quarter" idx="10"/>
          </p:nvPr>
        </p:nvSpPr>
        <p:spPr/>
        <p:txBody>
          <a:bodyPr/>
          <a:lstStyle/>
          <a:p>
            <a:pPr>
              <a:defRPr/>
            </a:pPr>
            <a:fld id="{7CAF7DE9-C8AD-4C60-ABAE-CEA1C4137C74}" type="datetime1">
              <a:rPr lang="en-US" smtClean="0"/>
              <a:pPr>
                <a:defRPr/>
              </a:pPr>
              <a:t>9/30/2024</a:t>
            </a:fld>
            <a:endParaRPr lang="en-IN"/>
          </a:p>
        </p:txBody>
      </p:sp>
      <p:sp>
        <p:nvSpPr>
          <p:cNvPr id="19" name="Slide Number Placeholder 18"/>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FC4AB39-70FA-4C0D-8B5F-9005B55B0164}" type="slidenum">
              <a:rPr lang="en-IN">
                <a:solidFill>
                  <a:srgbClr val="045C75"/>
                </a:solidFill>
                <a:latin typeface="Constantia" panose="02030602050306030303" pitchFamily="18" charset="0"/>
              </a:rPr>
              <a:pPr eaLnBrk="1" hangingPunct="1"/>
              <a:t>40</a:t>
            </a:fld>
            <a:endParaRPr lang="en-IN">
              <a:solidFill>
                <a:srgbClr val="045C75"/>
              </a:solidFill>
              <a:latin typeface="Constantia" panose="02030602050306030303" pitchFamily="18" charset="0"/>
            </a:endParaRPr>
          </a:p>
        </p:txBody>
      </p:sp>
      <p:sp>
        <p:nvSpPr>
          <p:cNvPr id="20" name="Footer Placeholder 19"/>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11188165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5" presetClass="entr" presetSubtype="0" fill="hold" nodeType="clickEffect">
                                  <p:stCondLst>
                                    <p:cond delay="0"/>
                                  </p:stCondLst>
                                  <p:iterate type="lt">
                                    <p:tmPct val="10000"/>
                                  </p:iterate>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fade">
                                      <p:cBhvr>
                                        <p:cTn id="7" dur="500"/>
                                        <p:tgtEl>
                                          <p:spTgt spid="7171">
                                            <p:txEl>
                                              <p:pRg st="0" end="0"/>
                                            </p:txEl>
                                          </p:spTgt>
                                        </p:tgtEl>
                                      </p:cBhvr>
                                    </p:animEffect>
                                    <p:anim calcmode="lin" valueType="num">
                                      <p:cBhvr>
                                        <p:cTn id="8" dur="500" fill="hold"/>
                                        <p:tgtEl>
                                          <p:spTgt spid="7171">
                                            <p:txEl>
                                              <p:pRg st="0" end="0"/>
                                            </p:txEl>
                                          </p:spTgt>
                                        </p:tgtEl>
                                        <p:attrNameLst>
                                          <p:attrName>ppt_w</p:attrName>
                                        </p:attrNameLst>
                                      </p:cBhvr>
                                      <p:tavLst>
                                        <p:tav tm="0" fmla="#ppt_w*sin(2.5*pi*$)">
                                          <p:val>
                                            <p:fltVal val="0"/>
                                          </p:val>
                                        </p:tav>
                                        <p:tav tm="100000">
                                          <p:val>
                                            <p:fltVal val="1"/>
                                          </p:val>
                                        </p:tav>
                                      </p:tavLst>
                                    </p:anim>
                                    <p:anim calcmode="lin" valueType="num">
                                      <p:cBhvr>
                                        <p:cTn id="9" dur="500" fill="hold"/>
                                        <p:tgtEl>
                                          <p:spTgt spid="7171">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7175"/>
                                        </p:tgtEl>
                                        <p:attrNameLst>
                                          <p:attrName>style.visibility</p:attrName>
                                        </p:attrNameLst>
                                      </p:cBhvr>
                                      <p:to>
                                        <p:strVal val="visible"/>
                                      </p:to>
                                    </p:set>
                                    <p:animEffect transition="in" filter="blinds(horizontal)">
                                      <p:cBhvr>
                                        <p:cTn id="14" dur="500"/>
                                        <p:tgtEl>
                                          <p:spTgt spid="7175"/>
                                        </p:tgtEl>
                                      </p:cBhvr>
                                    </p:animEffect>
                                  </p:childTnLst>
                                </p:cTn>
                              </p:par>
                              <p:par>
                                <p:cTn id="15" presetID="3" presetClass="entr" presetSubtype="10" fill="hold" grpId="0" nodeType="withEffect">
                                  <p:stCondLst>
                                    <p:cond delay="0"/>
                                  </p:stCondLst>
                                  <p:childTnLst>
                                    <p:set>
                                      <p:cBhvr>
                                        <p:cTn id="16" dur="1" fill="hold">
                                          <p:stCondLst>
                                            <p:cond delay="0"/>
                                          </p:stCondLst>
                                        </p:cTn>
                                        <p:tgtEl>
                                          <p:spTgt spid="7172"/>
                                        </p:tgtEl>
                                        <p:attrNameLst>
                                          <p:attrName>style.visibility</p:attrName>
                                        </p:attrNameLst>
                                      </p:cBhvr>
                                      <p:to>
                                        <p:strVal val="visible"/>
                                      </p:to>
                                    </p:set>
                                    <p:animEffect transition="in" filter="blinds(horizontal)">
                                      <p:cBhvr>
                                        <p:cTn id="17" dur="500"/>
                                        <p:tgtEl>
                                          <p:spTgt spid="7172"/>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7185"/>
                                        </p:tgtEl>
                                        <p:attrNameLst>
                                          <p:attrName>style.visibility</p:attrName>
                                        </p:attrNameLst>
                                      </p:cBhvr>
                                      <p:to>
                                        <p:strVal val="visible"/>
                                      </p:to>
                                    </p:set>
                                    <p:animEffect transition="in" filter="blinds(horizontal)">
                                      <p:cBhvr>
                                        <p:cTn id="20" dur="500"/>
                                        <p:tgtEl>
                                          <p:spTgt spid="718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7173"/>
                                        </p:tgtEl>
                                        <p:attrNameLst>
                                          <p:attrName>style.visibility</p:attrName>
                                        </p:attrNameLst>
                                      </p:cBhvr>
                                      <p:to>
                                        <p:strVal val="visible"/>
                                      </p:to>
                                    </p:set>
                                    <p:animEffect transition="in" filter="blinds(horizontal)">
                                      <p:cBhvr>
                                        <p:cTn id="25" dur="500"/>
                                        <p:tgtEl>
                                          <p:spTgt spid="717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7176"/>
                                        </p:tgtEl>
                                        <p:attrNameLst>
                                          <p:attrName>style.visibility</p:attrName>
                                        </p:attrNameLst>
                                      </p:cBhvr>
                                      <p:to>
                                        <p:strVal val="visible"/>
                                      </p:to>
                                    </p:set>
                                    <p:animEffect transition="in" filter="diamond(in)">
                                      <p:cBhvr>
                                        <p:cTn id="30" dur="500"/>
                                        <p:tgtEl>
                                          <p:spTgt spid="717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7183"/>
                                        </p:tgtEl>
                                        <p:attrNameLst>
                                          <p:attrName>style.visibility</p:attrName>
                                        </p:attrNameLst>
                                      </p:cBhvr>
                                      <p:to>
                                        <p:strVal val="visible"/>
                                      </p:to>
                                    </p:set>
                                    <p:animEffect transition="in" filter="blinds(horizontal)">
                                      <p:cBhvr>
                                        <p:cTn id="35" dur="500"/>
                                        <p:tgtEl>
                                          <p:spTgt spid="718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5" presetClass="entr" presetSubtype="10" fill="hold" grpId="0" nodeType="clickEffect">
                                  <p:stCondLst>
                                    <p:cond delay="0"/>
                                  </p:stCondLst>
                                  <p:childTnLst>
                                    <p:set>
                                      <p:cBhvr>
                                        <p:cTn id="39" dur="1" fill="hold">
                                          <p:stCondLst>
                                            <p:cond delay="0"/>
                                          </p:stCondLst>
                                        </p:cTn>
                                        <p:tgtEl>
                                          <p:spTgt spid="7174"/>
                                        </p:tgtEl>
                                        <p:attrNameLst>
                                          <p:attrName>style.visibility</p:attrName>
                                        </p:attrNameLst>
                                      </p:cBhvr>
                                      <p:to>
                                        <p:strVal val="visible"/>
                                      </p:to>
                                    </p:set>
                                    <p:animEffect transition="in" filter="checkerboard(across)">
                                      <p:cBhvr>
                                        <p:cTn id="40" dur="500"/>
                                        <p:tgtEl>
                                          <p:spTgt spid="717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 presetClass="entr" presetSubtype="10" fill="hold" nodeType="clickEffect">
                                  <p:stCondLst>
                                    <p:cond delay="0"/>
                                  </p:stCondLst>
                                  <p:childTnLst>
                                    <p:set>
                                      <p:cBhvr>
                                        <p:cTn id="44" dur="1" fill="hold">
                                          <p:stCondLst>
                                            <p:cond delay="0"/>
                                          </p:stCondLst>
                                        </p:cTn>
                                        <p:tgtEl>
                                          <p:spTgt spid="7178"/>
                                        </p:tgtEl>
                                        <p:attrNameLst>
                                          <p:attrName>style.visibility</p:attrName>
                                        </p:attrNameLst>
                                      </p:cBhvr>
                                      <p:to>
                                        <p:strVal val="visible"/>
                                      </p:to>
                                    </p:set>
                                    <p:animEffect transition="in" filter="checkerboard(across)">
                                      <p:cBhvr>
                                        <p:cTn id="45" dur="500"/>
                                        <p:tgtEl>
                                          <p:spTgt spid="717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4" presetClass="entr" presetSubtype="16" fill="hold" grpId="0" nodeType="clickEffect">
                                  <p:stCondLst>
                                    <p:cond delay="0"/>
                                  </p:stCondLst>
                                  <p:childTnLst>
                                    <p:set>
                                      <p:cBhvr>
                                        <p:cTn id="49" dur="1" fill="hold">
                                          <p:stCondLst>
                                            <p:cond delay="0"/>
                                          </p:stCondLst>
                                        </p:cTn>
                                        <p:tgtEl>
                                          <p:spTgt spid="7184"/>
                                        </p:tgtEl>
                                        <p:attrNameLst>
                                          <p:attrName>style.visibility</p:attrName>
                                        </p:attrNameLst>
                                      </p:cBhvr>
                                      <p:to>
                                        <p:strVal val="visible"/>
                                      </p:to>
                                    </p:set>
                                    <p:animEffect transition="in" filter="box(in)">
                                      <p:cBhvr>
                                        <p:cTn id="50" dur="500"/>
                                        <p:tgtEl>
                                          <p:spTgt spid="718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4" presetClass="entr" presetSubtype="0" fill="hold" grpId="0" nodeType="clickEffect">
                                  <p:stCondLst>
                                    <p:cond delay="0"/>
                                  </p:stCondLst>
                                  <p:childTnLst>
                                    <p:set>
                                      <p:cBhvr>
                                        <p:cTn id="54" dur="1" fill="hold">
                                          <p:stCondLst>
                                            <p:cond delay="0"/>
                                          </p:stCondLst>
                                        </p:cTn>
                                        <p:tgtEl>
                                          <p:spTgt spid="7182"/>
                                        </p:tgtEl>
                                        <p:attrNameLst>
                                          <p:attrName>style.visibility</p:attrName>
                                        </p:attrNameLst>
                                      </p:cBhvr>
                                      <p:to>
                                        <p:strVal val="visible"/>
                                      </p:to>
                                    </p:set>
                                    <p:anim from="(-#ppt_w/2)" to="(#ppt_x)" calcmode="lin" valueType="num">
                                      <p:cBhvr>
                                        <p:cTn id="55" dur="600" fill="hold">
                                          <p:stCondLst>
                                            <p:cond delay="0"/>
                                          </p:stCondLst>
                                        </p:cTn>
                                        <p:tgtEl>
                                          <p:spTgt spid="7182"/>
                                        </p:tgtEl>
                                        <p:attrNameLst>
                                          <p:attrName>ppt_x</p:attrName>
                                        </p:attrNameLst>
                                      </p:cBhvr>
                                    </p:anim>
                                    <p:anim from="0" to="-1.0" calcmode="lin" valueType="num">
                                      <p:cBhvr>
                                        <p:cTn id="56" dur="200" decel="50000" autoRev="1" fill="hold">
                                          <p:stCondLst>
                                            <p:cond delay="600"/>
                                          </p:stCondLst>
                                        </p:cTn>
                                        <p:tgtEl>
                                          <p:spTgt spid="7182"/>
                                        </p:tgtEl>
                                        <p:attrNameLst>
                                          <p:attrName>xshear</p:attrName>
                                        </p:attrNameLst>
                                      </p:cBhvr>
                                    </p:anim>
                                    <p:animScale>
                                      <p:cBhvr>
                                        <p:cTn id="57" dur="200" decel="100000" autoRev="1" fill="hold">
                                          <p:stCondLst>
                                            <p:cond delay="600"/>
                                          </p:stCondLst>
                                        </p:cTn>
                                        <p:tgtEl>
                                          <p:spTgt spid="7182"/>
                                        </p:tgtEl>
                                      </p:cBhvr>
                                      <p:from x="100000" y="100000"/>
                                      <p:to x="80000" y="100000"/>
                                    </p:animScale>
                                    <p:anim by="(#ppt_h/3+#ppt_w*0.1)" calcmode="lin" valueType="num">
                                      <p:cBhvr additive="sum">
                                        <p:cTn id="58" dur="200" decel="100000" autoRev="1" fill="hold">
                                          <p:stCondLst>
                                            <p:cond delay="600"/>
                                          </p:stCondLst>
                                        </p:cTn>
                                        <p:tgtEl>
                                          <p:spTgt spid="7182"/>
                                        </p:tgtEl>
                                        <p:attrNameLst>
                                          <p:attrName>ppt_x</p:attrName>
                                        </p:attrNameLst>
                                      </p:cBhvr>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34" presetClass="entr" presetSubtype="0" fill="hold" grpId="0" nodeType="clickEffect">
                                  <p:stCondLst>
                                    <p:cond delay="0"/>
                                  </p:stCondLst>
                                  <p:childTnLst>
                                    <p:set>
                                      <p:cBhvr>
                                        <p:cTn id="62" dur="1" fill="hold">
                                          <p:stCondLst>
                                            <p:cond delay="0"/>
                                          </p:stCondLst>
                                        </p:cTn>
                                        <p:tgtEl>
                                          <p:spTgt spid="7179"/>
                                        </p:tgtEl>
                                        <p:attrNameLst>
                                          <p:attrName>style.visibility</p:attrName>
                                        </p:attrNameLst>
                                      </p:cBhvr>
                                      <p:to>
                                        <p:strVal val="visible"/>
                                      </p:to>
                                    </p:set>
                                    <p:anim from="(-#ppt_w/2)" to="(#ppt_x)" calcmode="lin" valueType="num">
                                      <p:cBhvr>
                                        <p:cTn id="63" dur="300" fill="hold">
                                          <p:stCondLst>
                                            <p:cond delay="0"/>
                                          </p:stCondLst>
                                        </p:cTn>
                                        <p:tgtEl>
                                          <p:spTgt spid="7179"/>
                                        </p:tgtEl>
                                        <p:attrNameLst>
                                          <p:attrName>ppt_x</p:attrName>
                                        </p:attrNameLst>
                                      </p:cBhvr>
                                    </p:anim>
                                    <p:anim from="0" to="-1.0" calcmode="lin" valueType="num">
                                      <p:cBhvr>
                                        <p:cTn id="64" dur="100" decel="50000" autoRev="1" fill="hold">
                                          <p:stCondLst>
                                            <p:cond delay="300"/>
                                          </p:stCondLst>
                                        </p:cTn>
                                        <p:tgtEl>
                                          <p:spTgt spid="7179"/>
                                        </p:tgtEl>
                                        <p:attrNameLst>
                                          <p:attrName>xshear</p:attrName>
                                        </p:attrNameLst>
                                      </p:cBhvr>
                                    </p:anim>
                                    <p:animScale>
                                      <p:cBhvr>
                                        <p:cTn id="65" dur="100" decel="100000" autoRev="1" fill="hold">
                                          <p:stCondLst>
                                            <p:cond delay="300"/>
                                          </p:stCondLst>
                                        </p:cTn>
                                        <p:tgtEl>
                                          <p:spTgt spid="7179"/>
                                        </p:tgtEl>
                                      </p:cBhvr>
                                      <p:from x="100000" y="100000"/>
                                      <p:to x="80000" y="100000"/>
                                    </p:animScale>
                                    <p:anim by="(#ppt_h/3+#ppt_w*0.1)" calcmode="lin" valueType="num">
                                      <p:cBhvr additive="sum">
                                        <p:cTn id="66" dur="100" decel="100000" autoRev="1" fill="hold">
                                          <p:stCondLst>
                                            <p:cond delay="300"/>
                                          </p:stCondLst>
                                        </p:cTn>
                                        <p:tgtEl>
                                          <p:spTgt spid="7179"/>
                                        </p:tgtEl>
                                        <p:attrNameLst>
                                          <p:attrName>ppt_x</p:attrName>
                                        </p:attrNameLst>
                                      </p:cBhvr>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34" presetClass="entr" presetSubtype="0" fill="hold" grpId="0" nodeType="clickEffect">
                                  <p:stCondLst>
                                    <p:cond delay="0"/>
                                  </p:stCondLst>
                                  <p:childTnLst>
                                    <p:set>
                                      <p:cBhvr>
                                        <p:cTn id="70" dur="1" fill="hold">
                                          <p:stCondLst>
                                            <p:cond delay="0"/>
                                          </p:stCondLst>
                                        </p:cTn>
                                        <p:tgtEl>
                                          <p:spTgt spid="7180"/>
                                        </p:tgtEl>
                                        <p:attrNameLst>
                                          <p:attrName>style.visibility</p:attrName>
                                        </p:attrNameLst>
                                      </p:cBhvr>
                                      <p:to>
                                        <p:strVal val="visible"/>
                                      </p:to>
                                    </p:set>
                                    <p:anim from="(-#ppt_w/2)" to="(#ppt_x)" calcmode="lin" valueType="num">
                                      <p:cBhvr>
                                        <p:cTn id="71" dur="300" fill="hold">
                                          <p:stCondLst>
                                            <p:cond delay="0"/>
                                          </p:stCondLst>
                                        </p:cTn>
                                        <p:tgtEl>
                                          <p:spTgt spid="7180"/>
                                        </p:tgtEl>
                                        <p:attrNameLst>
                                          <p:attrName>ppt_x</p:attrName>
                                        </p:attrNameLst>
                                      </p:cBhvr>
                                    </p:anim>
                                    <p:anim from="0" to="-1.0" calcmode="lin" valueType="num">
                                      <p:cBhvr>
                                        <p:cTn id="72" dur="100" decel="50000" autoRev="1" fill="hold">
                                          <p:stCondLst>
                                            <p:cond delay="300"/>
                                          </p:stCondLst>
                                        </p:cTn>
                                        <p:tgtEl>
                                          <p:spTgt spid="7180"/>
                                        </p:tgtEl>
                                        <p:attrNameLst>
                                          <p:attrName>xshear</p:attrName>
                                        </p:attrNameLst>
                                      </p:cBhvr>
                                    </p:anim>
                                    <p:animScale>
                                      <p:cBhvr>
                                        <p:cTn id="73" dur="100" decel="100000" autoRev="1" fill="hold">
                                          <p:stCondLst>
                                            <p:cond delay="300"/>
                                          </p:stCondLst>
                                        </p:cTn>
                                        <p:tgtEl>
                                          <p:spTgt spid="7180"/>
                                        </p:tgtEl>
                                      </p:cBhvr>
                                      <p:from x="100000" y="100000"/>
                                      <p:to x="80000" y="100000"/>
                                    </p:animScale>
                                    <p:anim by="(#ppt_h/3+#ppt_w*0.1)" calcmode="lin" valueType="num">
                                      <p:cBhvr additive="sum">
                                        <p:cTn id="74" dur="100" decel="100000" autoRev="1" fill="hold">
                                          <p:stCondLst>
                                            <p:cond delay="300"/>
                                          </p:stCondLst>
                                        </p:cTn>
                                        <p:tgtEl>
                                          <p:spTgt spid="7180"/>
                                        </p:tgtEl>
                                        <p:attrNameLst>
                                          <p:attrName>ppt_x</p:attrName>
                                        </p:attrNameLst>
                                      </p:cBhvr>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34" presetClass="entr" presetSubtype="0" fill="hold" grpId="0" nodeType="clickEffect">
                                  <p:stCondLst>
                                    <p:cond delay="0"/>
                                  </p:stCondLst>
                                  <p:childTnLst>
                                    <p:set>
                                      <p:cBhvr>
                                        <p:cTn id="78" dur="1" fill="hold">
                                          <p:stCondLst>
                                            <p:cond delay="0"/>
                                          </p:stCondLst>
                                        </p:cTn>
                                        <p:tgtEl>
                                          <p:spTgt spid="7181"/>
                                        </p:tgtEl>
                                        <p:attrNameLst>
                                          <p:attrName>style.visibility</p:attrName>
                                        </p:attrNameLst>
                                      </p:cBhvr>
                                      <p:to>
                                        <p:strVal val="visible"/>
                                      </p:to>
                                    </p:set>
                                    <p:anim from="(-#ppt_w/2)" to="(#ppt_x)" calcmode="lin" valueType="num">
                                      <p:cBhvr>
                                        <p:cTn id="79" dur="300" fill="hold">
                                          <p:stCondLst>
                                            <p:cond delay="0"/>
                                          </p:stCondLst>
                                        </p:cTn>
                                        <p:tgtEl>
                                          <p:spTgt spid="7181"/>
                                        </p:tgtEl>
                                        <p:attrNameLst>
                                          <p:attrName>ppt_x</p:attrName>
                                        </p:attrNameLst>
                                      </p:cBhvr>
                                    </p:anim>
                                    <p:anim from="0" to="-1.0" calcmode="lin" valueType="num">
                                      <p:cBhvr>
                                        <p:cTn id="80" dur="100" decel="50000" autoRev="1" fill="hold">
                                          <p:stCondLst>
                                            <p:cond delay="300"/>
                                          </p:stCondLst>
                                        </p:cTn>
                                        <p:tgtEl>
                                          <p:spTgt spid="7181"/>
                                        </p:tgtEl>
                                        <p:attrNameLst>
                                          <p:attrName>xshear</p:attrName>
                                        </p:attrNameLst>
                                      </p:cBhvr>
                                    </p:anim>
                                    <p:animScale>
                                      <p:cBhvr>
                                        <p:cTn id="81" dur="100" decel="100000" autoRev="1" fill="hold">
                                          <p:stCondLst>
                                            <p:cond delay="300"/>
                                          </p:stCondLst>
                                        </p:cTn>
                                        <p:tgtEl>
                                          <p:spTgt spid="7181"/>
                                        </p:tgtEl>
                                      </p:cBhvr>
                                      <p:from x="100000" y="100000"/>
                                      <p:to x="80000" y="100000"/>
                                    </p:animScale>
                                    <p:anim by="(#ppt_h/3+#ppt_w*0.1)" calcmode="lin" valueType="num">
                                      <p:cBhvr additive="sum">
                                        <p:cTn id="82" dur="100" decel="100000" autoRev="1" fill="hold">
                                          <p:stCondLst>
                                            <p:cond delay="300"/>
                                          </p:stCondLst>
                                        </p:cTn>
                                        <p:tgtEl>
                                          <p:spTgt spid="7181"/>
                                        </p:tgtEl>
                                        <p:attrNameLst>
                                          <p:attrName>ppt_x</p:attrName>
                                        </p:attrNameLst>
                                      </p:cBhvr>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34" presetClass="entr" presetSubtype="0" fill="hold" grpId="0" nodeType="clickEffect">
                                  <p:stCondLst>
                                    <p:cond delay="0"/>
                                  </p:stCondLst>
                                  <p:childTnLst>
                                    <p:set>
                                      <p:cBhvr>
                                        <p:cTn id="86" dur="1" fill="hold">
                                          <p:stCondLst>
                                            <p:cond delay="0"/>
                                          </p:stCondLst>
                                        </p:cTn>
                                        <p:tgtEl>
                                          <p:spTgt spid="7177"/>
                                        </p:tgtEl>
                                        <p:attrNameLst>
                                          <p:attrName>style.visibility</p:attrName>
                                        </p:attrNameLst>
                                      </p:cBhvr>
                                      <p:to>
                                        <p:strVal val="visible"/>
                                      </p:to>
                                    </p:set>
                                    <p:anim from="(-#ppt_w/2)" to="(#ppt_x)" calcmode="lin" valueType="num">
                                      <p:cBhvr>
                                        <p:cTn id="87" dur="300" fill="hold">
                                          <p:stCondLst>
                                            <p:cond delay="0"/>
                                          </p:stCondLst>
                                        </p:cTn>
                                        <p:tgtEl>
                                          <p:spTgt spid="7177"/>
                                        </p:tgtEl>
                                        <p:attrNameLst>
                                          <p:attrName>ppt_x</p:attrName>
                                        </p:attrNameLst>
                                      </p:cBhvr>
                                    </p:anim>
                                    <p:anim from="0" to="-1.0" calcmode="lin" valueType="num">
                                      <p:cBhvr>
                                        <p:cTn id="88" dur="100" decel="50000" autoRev="1" fill="hold">
                                          <p:stCondLst>
                                            <p:cond delay="300"/>
                                          </p:stCondLst>
                                        </p:cTn>
                                        <p:tgtEl>
                                          <p:spTgt spid="7177"/>
                                        </p:tgtEl>
                                        <p:attrNameLst>
                                          <p:attrName>xshear</p:attrName>
                                        </p:attrNameLst>
                                      </p:cBhvr>
                                    </p:anim>
                                    <p:animScale>
                                      <p:cBhvr>
                                        <p:cTn id="89" dur="100" decel="100000" autoRev="1" fill="hold">
                                          <p:stCondLst>
                                            <p:cond delay="300"/>
                                          </p:stCondLst>
                                        </p:cTn>
                                        <p:tgtEl>
                                          <p:spTgt spid="7177"/>
                                        </p:tgtEl>
                                      </p:cBhvr>
                                      <p:from x="100000" y="100000"/>
                                      <p:to x="80000" y="100000"/>
                                    </p:animScale>
                                    <p:anim by="(#ppt_h/3+#ppt_w*0.1)" calcmode="lin" valueType="num">
                                      <p:cBhvr additive="sum">
                                        <p:cTn id="90" dur="100" decel="100000" autoRev="1" fill="hold">
                                          <p:stCondLst>
                                            <p:cond delay="300"/>
                                          </p:stCondLst>
                                        </p:cTn>
                                        <p:tgtEl>
                                          <p:spTgt spid="7177"/>
                                        </p:tgtEl>
                                        <p:attrNameLst>
                                          <p:attrName>ppt_x</p:attrName>
                                        </p:attrNameLst>
                                      </p:cBhvr>
                                    </p:anim>
                                  </p:childTnLst>
                                </p:cTn>
                              </p:par>
                            </p:childTnLst>
                          </p:cTn>
                        </p:par>
                      </p:childTnLst>
                    </p:cTn>
                  </p:par>
                  <p:par>
                    <p:cTn id="91" fill="hold" nodeType="clickPar">
                      <p:stCondLst>
                        <p:cond delay="indefinite"/>
                      </p:stCondLst>
                      <p:childTnLst>
                        <p:par>
                          <p:cTn id="92" fill="hold" nodeType="withGroup">
                            <p:stCondLst>
                              <p:cond delay="0"/>
                            </p:stCondLst>
                            <p:childTnLst>
                              <p:par>
                                <p:cTn id="93" presetID="34" presetClass="exit" presetSubtype="0" fill="hold" grpId="1" nodeType="clickEffect">
                                  <p:stCondLst>
                                    <p:cond delay="0"/>
                                  </p:stCondLst>
                                  <p:childTnLst>
                                    <p:anim from="(ppt_x)" to="(ppt_x+1)" calcmode="lin" valueType="num">
                                      <p:cBhvr>
                                        <p:cTn id="94" dur="1000">
                                          <p:stCondLst>
                                            <p:cond delay="0"/>
                                          </p:stCondLst>
                                        </p:cTn>
                                        <p:tgtEl>
                                          <p:spTgt spid="7182"/>
                                        </p:tgtEl>
                                        <p:attrNameLst>
                                          <p:attrName>ppt_x</p:attrName>
                                        </p:attrNameLst>
                                      </p:cBhvr>
                                    </p:anim>
                                    <p:anim from="0" to="-1.0" calcmode="lin" valueType="num">
                                      <p:cBhvr>
                                        <p:cTn id="95" dur="200" accel="50000">
                                          <p:stCondLst>
                                            <p:cond delay="0"/>
                                          </p:stCondLst>
                                        </p:cTn>
                                        <p:tgtEl>
                                          <p:spTgt spid="7182"/>
                                        </p:tgtEl>
                                        <p:attrNameLst>
                                          <p:attrName>xshear</p:attrName>
                                        </p:attrNameLst>
                                      </p:cBhvr>
                                    </p:anim>
                                    <p:set>
                                      <p:cBhvr>
                                        <p:cTn id="96" dur="800">
                                          <p:stCondLst>
                                            <p:cond delay="200"/>
                                          </p:stCondLst>
                                        </p:cTn>
                                        <p:tgtEl>
                                          <p:spTgt spid="7182"/>
                                        </p:tgtEl>
                                        <p:attrNameLst>
                                          <p:attrName>xshear</p:attrName>
                                        </p:attrNameLst>
                                      </p:cBhvr>
                                      <p:to>
                                        <p:strVal val="-1.0"/>
                                      </p:to>
                                    </p:set>
                                    <p:set>
                                      <p:cBhvr>
                                        <p:cTn id="97" dur="1" fill="hold">
                                          <p:stCondLst>
                                            <p:cond delay="999"/>
                                          </p:stCondLst>
                                        </p:cTn>
                                        <p:tgtEl>
                                          <p:spTgt spid="7182"/>
                                        </p:tgtEl>
                                        <p:attrNameLst>
                                          <p:attrName>style.visibility</p:attrName>
                                        </p:attrNameLst>
                                      </p:cBhvr>
                                      <p:to>
                                        <p:strVal val="hidden"/>
                                      </p:to>
                                    </p:set>
                                  </p:childTnLst>
                                </p:cTn>
                              </p:par>
                            </p:childTnLst>
                          </p:cTn>
                        </p:par>
                      </p:childTnLst>
                    </p:cTn>
                  </p:par>
                  <p:par>
                    <p:cTn id="98" fill="hold" nodeType="clickPar">
                      <p:stCondLst>
                        <p:cond delay="indefinite"/>
                      </p:stCondLst>
                      <p:childTnLst>
                        <p:par>
                          <p:cTn id="99" fill="hold" nodeType="withGroup">
                            <p:stCondLst>
                              <p:cond delay="0"/>
                            </p:stCondLst>
                            <p:childTnLst>
                              <p:par>
                                <p:cTn id="100" presetID="34" presetClass="exit" presetSubtype="0" fill="hold" grpId="1" nodeType="clickEffect">
                                  <p:stCondLst>
                                    <p:cond delay="0"/>
                                  </p:stCondLst>
                                  <p:childTnLst>
                                    <p:anim from="(ppt_x)" to="(ppt_x+1)" calcmode="lin" valueType="num">
                                      <p:cBhvr>
                                        <p:cTn id="101" dur="1000">
                                          <p:stCondLst>
                                            <p:cond delay="0"/>
                                          </p:stCondLst>
                                        </p:cTn>
                                        <p:tgtEl>
                                          <p:spTgt spid="7179"/>
                                        </p:tgtEl>
                                        <p:attrNameLst>
                                          <p:attrName>ppt_x</p:attrName>
                                        </p:attrNameLst>
                                      </p:cBhvr>
                                    </p:anim>
                                    <p:anim from="0" to="-1.0" calcmode="lin" valueType="num">
                                      <p:cBhvr>
                                        <p:cTn id="102" dur="200" accel="50000">
                                          <p:stCondLst>
                                            <p:cond delay="0"/>
                                          </p:stCondLst>
                                        </p:cTn>
                                        <p:tgtEl>
                                          <p:spTgt spid="7179"/>
                                        </p:tgtEl>
                                        <p:attrNameLst>
                                          <p:attrName>xshear</p:attrName>
                                        </p:attrNameLst>
                                      </p:cBhvr>
                                    </p:anim>
                                    <p:set>
                                      <p:cBhvr>
                                        <p:cTn id="103" dur="800">
                                          <p:stCondLst>
                                            <p:cond delay="200"/>
                                          </p:stCondLst>
                                        </p:cTn>
                                        <p:tgtEl>
                                          <p:spTgt spid="7179"/>
                                        </p:tgtEl>
                                        <p:attrNameLst>
                                          <p:attrName>xshear</p:attrName>
                                        </p:attrNameLst>
                                      </p:cBhvr>
                                      <p:to>
                                        <p:strVal val="-1.0"/>
                                      </p:to>
                                    </p:set>
                                    <p:set>
                                      <p:cBhvr>
                                        <p:cTn id="104" dur="1" fill="hold">
                                          <p:stCondLst>
                                            <p:cond delay="999"/>
                                          </p:stCondLst>
                                        </p:cTn>
                                        <p:tgtEl>
                                          <p:spTgt spid="7179"/>
                                        </p:tgtEl>
                                        <p:attrNameLst>
                                          <p:attrName>style.visibility</p:attrName>
                                        </p:attrNameLst>
                                      </p:cBhvr>
                                      <p:to>
                                        <p:strVal val="hidden"/>
                                      </p:to>
                                    </p:se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34" presetClass="exit" presetSubtype="0" fill="hold" grpId="1" nodeType="clickEffect">
                                  <p:stCondLst>
                                    <p:cond delay="0"/>
                                  </p:stCondLst>
                                  <p:childTnLst>
                                    <p:anim from="(ppt_x)" to="(ppt_x+1)" calcmode="lin" valueType="num">
                                      <p:cBhvr>
                                        <p:cTn id="108" dur="1000">
                                          <p:stCondLst>
                                            <p:cond delay="0"/>
                                          </p:stCondLst>
                                        </p:cTn>
                                        <p:tgtEl>
                                          <p:spTgt spid="7180"/>
                                        </p:tgtEl>
                                        <p:attrNameLst>
                                          <p:attrName>ppt_x</p:attrName>
                                        </p:attrNameLst>
                                      </p:cBhvr>
                                    </p:anim>
                                    <p:anim from="0" to="-1.0" calcmode="lin" valueType="num">
                                      <p:cBhvr>
                                        <p:cTn id="109" dur="200" accel="50000">
                                          <p:stCondLst>
                                            <p:cond delay="0"/>
                                          </p:stCondLst>
                                        </p:cTn>
                                        <p:tgtEl>
                                          <p:spTgt spid="7180"/>
                                        </p:tgtEl>
                                        <p:attrNameLst>
                                          <p:attrName>xshear</p:attrName>
                                        </p:attrNameLst>
                                      </p:cBhvr>
                                    </p:anim>
                                    <p:set>
                                      <p:cBhvr>
                                        <p:cTn id="110" dur="800">
                                          <p:stCondLst>
                                            <p:cond delay="200"/>
                                          </p:stCondLst>
                                        </p:cTn>
                                        <p:tgtEl>
                                          <p:spTgt spid="7180"/>
                                        </p:tgtEl>
                                        <p:attrNameLst>
                                          <p:attrName>xshear</p:attrName>
                                        </p:attrNameLst>
                                      </p:cBhvr>
                                      <p:to>
                                        <p:strVal val="-1.0"/>
                                      </p:to>
                                    </p:set>
                                    <p:set>
                                      <p:cBhvr>
                                        <p:cTn id="111" dur="1" fill="hold">
                                          <p:stCondLst>
                                            <p:cond delay="999"/>
                                          </p:stCondLst>
                                        </p:cTn>
                                        <p:tgtEl>
                                          <p:spTgt spid="7180"/>
                                        </p:tgtEl>
                                        <p:attrNameLst>
                                          <p:attrName>style.visibility</p:attrName>
                                        </p:attrNameLst>
                                      </p:cBhvr>
                                      <p:to>
                                        <p:strVal val="hidden"/>
                                      </p:to>
                                    </p:se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34" presetClass="exit" presetSubtype="0" fill="hold" grpId="1" nodeType="clickEffect">
                                  <p:stCondLst>
                                    <p:cond delay="0"/>
                                  </p:stCondLst>
                                  <p:childTnLst>
                                    <p:anim from="(ppt_x)" to="(ppt_x+1)" calcmode="lin" valueType="num">
                                      <p:cBhvr>
                                        <p:cTn id="115" dur="1000">
                                          <p:stCondLst>
                                            <p:cond delay="0"/>
                                          </p:stCondLst>
                                        </p:cTn>
                                        <p:tgtEl>
                                          <p:spTgt spid="7181"/>
                                        </p:tgtEl>
                                        <p:attrNameLst>
                                          <p:attrName>ppt_x</p:attrName>
                                        </p:attrNameLst>
                                      </p:cBhvr>
                                    </p:anim>
                                    <p:anim from="0" to="-1.0" calcmode="lin" valueType="num">
                                      <p:cBhvr>
                                        <p:cTn id="116" dur="200" accel="50000">
                                          <p:stCondLst>
                                            <p:cond delay="0"/>
                                          </p:stCondLst>
                                        </p:cTn>
                                        <p:tgtEl>
                                          <p:spTgt spid="7181"/>
                                        </p:tgtEl>
                                        <p:attrNameLst>
                                          <p:attrName>xshear</p:attrName>
                                        </p:attrNameLst>
                                      </p:cBhvr>
                                    </p:anim>
                                    <p:set>
                                      <p:cBhvr>
                                        <p:cTn id="117" dur="800">
                                          <p:stCondLst>
                                            <p:cond delay="200"/>
                                          </p:stCondLst>
                                        </p:cTn>
                                        <p:tgtEl>
                                          <p:spTgt spid="7181"/>
                                        </p:tgtEl>
                                        <p:attrNameLst>
                                          <p:attrName>xshear</p:attrName>
                                        </p:attrNameLst>
                                      </p:cBhvr>
                                      <p:to>
                                        <p:strVal val="-1.0"/>
                                      </p:to>
                                    </p:set>
                                    <p:set>
                                      <p:cBhvr>
                                        <p:cTn id="118" dur="1" fill="hold">
                                          <p:stCondLst>
                                            <p:cond delay="999"/>
                                          </p:stCondLst>
                                        </p:cTn>
                                        <p:tgtEl>
                                          <p:spTgt spid="718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animBg="1"/>
      <p:bldP spid="7173" grpId="0" animBg="1"/>
      <p:bldP spid="7174" grpId="0" animBg="1"/>
      <p:bldP spid="7175" grpId="0"/>
      <p:bldP spid="7176" grpId="0"/>
      <p:bldP spid="7177" grpId="0"/>
      <p:bldP spid="7179" grpId="0" animBg="1"/>
      <p:bldP spid="7179" grpId="1" animBg="1"/>
      <p:bldP spid="7180" grpId="0" animBg="1"/>
      <p:bldP spid="7180" grpId="1" animBg="1"/>
      <p:bldP spid="7181" grpId="0" animBg="1"/>
      <p:bldP spid="7181" grpId="1" animBg="1"/>
      <p:bldP spid="7182" grpId="0" animBg="1"/>
      <p:bldP spid="7182" grpId="1" animBg="1"/>
      <p:bldP spid="7183" grpId="0"/>
      <p:bldP spid="7184" grpId="0"/>
      <p:bldP spid="718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algn="ctr" eaLnBrk="1" hangingPunct="1"/>
            <a:r>
              <a:rPr lang="en-US"/>
              <a:t>QUEUE</a:t>
            </a:r>
          </a:p>
        </p:txBody>
      </p:sp>
      <p:sp>
        <p:nvSpPr>
          <p:cNvPr id="8195" name="Content Placeholder 2"/>
          <p:cNvSpPr>
            <a:spLocks noGrp="1"/>
          </p:cNvSpPr>
          <p:nvPr>
            <p:ph idx="1"/>
          </p:nvPr>
        </p:nvSpPr>
        <p:spPr>
          <a:xfrm>
            <a:off x="1981200" y="1844675"/>
            <a:ext cx="8229600" cy="4389438"/>
          </a:xfrm>
        </p:spPr>
        <p:txBody>
          <a:bodyPr/>
          <a:lstStyle/>
          <a:p>
            <a:pPr eaLnBrk="1" hangingPunct="1"/>
            <a:endParaRPr lang="en-IN"/>
          </a:p>
          <a:p>
            <a:pPr eaLnBrk="1" hangingPunct="1"/>
            <a:r>
              <a:rPr lang="en-IN"/>
              <a:t>First element inserted in list, will be the </a:t>
            </a:r>
            <a:r>
              <a:rPr lang="en-US"/>
              <a:t>first to be removed.</a:t>
            </a:r>
          </a:p>
          <a:p>
            <a:pPr eaLnBrk="1" hangingPunct="1"/>
            <a:r>
              <a:rPr lang="en-IN"/>
              <a:t>Thus, Queue is known as FIFO (</a:t>
            </a:r>
            <a:r>
              <a:rPr lang="en-IN" b="1"/>
              <a:t>First In-First Out) or FCFS (First Come First Serve).</a:t>
            </a:r>
            <a:endParaRPr lang="en-US" b="1"/>
          </a:p>
          <a:p>
            <a:r>
              <a:rPr lang="en-US" b="1"/>
              <a:t>Examples of Queue</a:t>
            </a:r>
          </a:p>
          <a:p>
            <a:pPr lvl="1">
              <a:buFont typeface="Wingdings" panose="05000000000000000000" pitchFamily="2" charset="2"/>
              <a:buChar char="Ø"/>
            </a:pPr>
            <a:r>
              <a:rPr lang="en-IN"/>
              <a:t>People waiting in Queue to purchase tickets at railway station or cinema hall,</a:t>
            </a:r>
          </a:p>
          <a:p>
            <a:pPr lvl="1">
              <a:buFont typeface="Wingdings 2" panose="05020102010507070707" pitchFamily="18" charset="2"/>
              <a:buNone/>
            </a:pPr>
            <a:r>
              <a:rPr lang="en-IN"/>
              <a:t>		First person in the queue will be served first.</a:t>
            </a:r>
            <a:endParaRPr lang="en-US"/>
          </a:p>
        </p:txBody>
      </p:sp>
      <p:sp>
        <p:nvSpPr>
          <p:cNvPr id="4" name="Date Placeholder 3"/>
          <p:cNvSpPr>
            <a:spLocks noGrp="1"/>
          </p:cNvSpPr>
          <p:nvPr>
            <p:ph type="dt" sz="quarter" idx="10"/>
          </p:nvPr>
        </p:nvSpPr>
        <p:spPr/>
        <p:txBody>
          <a:bodyPr/>
          <a:lstStyle/>
          <a:p>
            <a:pPr>
              <a:defRPr/>
            </a:pPr>
            <a:fld id="{DB3A136D-D347-4693-BC08-113CFF9E1A25}" type="datetime1">
              <a:rPr lang="en-US" smtClean="0"/>
              <a:pPr>
                <a:defRPr/>
              </a:pPr>
              <a:t>9/30/2024</a:t>
            </a:fld>
            <a:endParaRPr lang="en-IN"/>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59970BD-CA6B-4BAD-B37F-68FF31E84BB0}" type="slidenum">
              <a:rPr lang="en-IN">
                <a:solidFill>
                  <a:srgbClr val="045C75"/>
                </a:solidFill>
                <a:latin typeface="Constantia" panose="02030602050306030303" pitchFamily="18" charset="0"/>
              </a:rPr>
              <a:pPr eaLnBrk="1" hangingPunct="1"/>
              <a:t>41</a:t>
            </a:fld>
            <a:endParaRPr lang="en-IN">
              <a:solidFill>
                <a:srgbClr val="045C75"/>
              </a:solidFill>
              <a:latin typeface="Constantia" panose="02030602050306030303" pitchFamily="18" charset="0"/>
            </a:endParaRPr>
          </a:p>
        </p:txBody>
      </p:sp>
      <p:sp>
        <p:nvSpPr>
          <p:cNvPr id="6" name="Footer Placeholder 5"/>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10325045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195">
                                            <p:txEl>
                                              <p:pRg st="1" end="1"/>
                                            </p:txEl>
                                          </p:spTgt>
                                        </p:tgtEl>
                                        <p:attrNameLst>
                                          <p:attrName>style.visibility</p:attrName>
                                        </p:attrNameLst>
                                      </p:cBhvr>
                                      <p:to>
                                        <p:strVal val="visible"/>
                                      </p:to>
                                    </p:set>
                                    <p:anim calcmode="lin" valueType="num">
                                      <p:cBhvr additive="base">
                                        <p:cTn id="7" dur="500" fill="hold"/>
                                        <p:tgtEl>
                                          <p:spTgt spid="819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8195">
                                            <p:txEl>
                                              <p:pRg st="2" end="2"/>
                                            </p:txEl>
                                          </p:spTgt>
                                        </p:tgtEl>
                                        <p:attrNameLst>
                                          <p:attrName>style.visibility</p:attrName>
                                        </p:attrNameLst>
                                      </p:cBhvr>
                                      <p:to>
                                        <p:strVal val="visible"/>
                                      </p:to>
                                    </p:set>
                                    <p:anim calcmode="lin" valueType="num">
                                      <p:cBhvr additive="base">
                                        <p:cTn id="13" dur="500" fill="hold"/>
                                        <p:tgtEl>
                                          <p:spTgt spid="819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8195">
                                            <p:txEl>
                                              <p:pRg st="3" end="3"/>
                                            </p:txEl>
                                          </p:spTgt>
                                        </p:tgtEl>
                                        <p:attrNameLst>
                                          <p:attrName>style.visibility</p:attrName>
                                        </p:attrNameLst>
                                      </p:cBhvr>
                                      <p:to>
                                        <p:strVal val="visible"/>
                                      </p:to>
                                    </p:set>
                                    <p:anim calcmode="lin" valueType="num">
                                      <p:cBhvr additive="base">
                                        <p:cTn id="19" dur="500" fill="hold"/>
                                        <p:tgtEl>
                                          <p:spTgt spid="819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34" presetClass="entr" presetSubtype="0" fill="hold" nodeType="clickEffect">
                                  <p:stCondLst>
                                    <p:cond delay="0"/>
                                  </p:stCondLst>
                                  <p:childTnLst>
                                    <p:set>
                                      <p:cBhvr>
                                        <p:cTn id="24" dur="1" fill="hold">
                                          <p:stCondLst>
                                            <p:cond delay="0"/>
                                          </p:stCondLst>
                                        </p:cTn>
                                        <p:tgtEl>
                                          <p:spTgt spid="8195">
                                            <p:txEl>
                                              <p:pRg st="4" end="4"/>
                                            </p:txEl>
                                          </p:spTgt>
                                        </p:tgtEl>
                                        <p:attrNameLst>
                                          <p:attrName>style.visibility</p:attrName>
                                        </p:attrNameLst>
                                      </p:cBhvr>
                                      <p:to>
                                        <p:strVal val="visible"/>
                                      </p:to>
                                    </p:set>
                                    <p:anim from="(-#ppt_w/2)" to="(#ppt_x)" calcmode="lin" valueType="num">
                                      <p:cBhvr>
                                        <p:cTn id="25" dur="600" fill="hold">
                                          <p:stCondLst>
                                            <p:cond delay="0"/>
                                          </p:stCondLst>
                                        </p:cTn>
                                        <p:tgtEl>
                                          <p:spTgt spid="8195">
                                            <p:txEl>
                                              <p:pRg st="4" end="4"/>
                                            </p:txEl>
                                          </p:spTgt>
                                        </p:tgtEl>
                                        <p:attrNameLst>
                                          <p:attrName>ppt_x</p:attrName>
                                        </p:attrNameLst>
                                      </p:cBhvr>
                                    </p:anim>
                                    <p:anim from="0" to="-1.0" calcmode="lin" valueType="num">
                                      <p:cBhvr>
                                        <p:cTn id="26" dur="200" decel="50000" autoRev="1" fill="hold">
                                          <p:stCondLst>
                                            <p:cond delay="600"/>
                                          </p:stCondLst>
                                        </p:cTn>
                                        <p:tgtEl>
                                          <p:spTgt spid="8195">
                                            <p:txEl>
                                              <p:pRg st="4" end="4"/>
                                            </p:txEl>
                                          </p:spTgt>
                                        </p:tgtEl>
                                        <p:attrNameLst>
                                          <p:attrName>xshear</p:attrName>
                                        </p:attrNameLst>
                                      </p:cBhvr>
                                    </p:anim>
                                    <p:animScale>
                                      <p:cBhvr>
                                        <p:cTn id="27" dur="200" decel="100000" autoRev="1" fill="hold">
                                          <p:stCondLst>
                                            <p:cond delay="600"/>
                                          </p:stCondLst>
                                        </p:cTn>
                                        <p:tgtEl>
                                          <p:spTgt spid="8195">
                                            <p:txEl>
                                              <p:pRg st="4" end="4"/>
                                            </p:txEl>
                                          </p:spTgt>
                                        </p:tgtEl>
                                      </p:cBhvr>
                                      <p:from x="100000" y="100000"/>
                                      <p:to x="80000" y="100000"/>
                                    </p:animScale>
                                    <p:anim by="(#ppt_h/3+#ppt_w*0.1)" calcmode="lin" valueType="num">
                                      <p:cBhvr additive="sum">
                                        <p:cTn id="28" dur="200" decel="100000" autoRev="1" fill="hold">
                                          <p:stCondLst>
                                            <p:cond delay="600"/>
                                          </p:stCondLst>
                                        </p:cTn>
                                        <p:tgtEl>
                                          <p:spTgt spid="8195">
                                            <p:txEl>
                                              <p:pRg st="4" end="4"/>
                                            </p:txEl>
                                          </p:spTgt>
                                        </p:tgtEl>
                                        <p:attrNameLst>
                                          <p:attrName>ppt_x</p:attrName>
                                        </p:attrNameLst>
                                      </p:cBhvr>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34" presetClass="entr" presetSubtype="0" fill="hold" nodeType="clickEffect">
                                  <p:stCondLst>
                                    <p:cond delay="0"/>
                                  </p:stCondLst>
                                  <p:childTnLst>
                                    <p:set>
                                      <p:cBhvr>
                                        <p:cTn id="32" dur="1" fill="hold">
                                          <p:stCondLst>
                                            <p:cond delay="0"/>
                                          </p:stCondLst>
                                        </p:cTn>
                                        <p:tgtEl>
                                          <p:spTgt spid="8195">
                                            <p:txEl>
                                              <p:pRg st="5" end="5"/>
                                            </p:txEl>
                                          </p:spTgt>
                                        </p:tgtEl>
                                        <p:attrNameLst>
                                          <p:attrName>style.visibility</p:attrName>
                                        </p:attrNameLst>
                                      </p:cBhvr>
                                      <p:to>
                                        <p:strVal val="visible"/>
                                      </p:to>
                                    </p:set>
                                    <p:anim from="(-#ppt_w/2)" to="(#ppt_x)" calcmode="lin" valueType="num">
                                      <p:cBhvr>
                                        <p:cTn id="33" dur="600" fill="hold">
                                          <p:stCondLst>
                                            <p:cond delay="0"/>
                                          </p:stCondLst>
                                        </p:cTn>
                                        <p:tgtEl>
                                          <p:spTgt spid="8195">
                                            <p:txEl>
                                              <p:pRg st="5" end="5"/>
                                            </p:txEl>
                                          </p:spTgt>
                                        </p:tgtEl>
                                        <p:attrNameLst>
                                          <p:attrName>ppt_x</p:attrName>
                                        </p:attrNameLst>
                                      </p:cBhvr>
                                    </p:anim>
                                    <p:anim from="0" to="-1.0" calcmode="lin" valueType="num">
                                      <p:cBhvr>
                                        <p:cTn id="34" dur="200" decel="50000" autoRev="1" fill="hold">
                                          <p:stCondLst>
                                            <p:cond delay="600"/>
                                          </p:stCondLst>
                                        </p:cTn>
                                        <p:tgtEl>
                                          <p:spTgt spid="8195">
                                            <p:txEl>
                                              <p:pRg st="5" end="5"/>
                                            </p:txEl>
                                          </p:spTgt>
                                        </p:tgtEl>
                                        <p:attrNameLst>
                                          <p:attrName>xshear</p:attrName>
                                        </p:attrNameLst>
                                      </p:cBhvr>
                                    </p:anim>
                                    <p:animScale>
                                      <p:cBhvr>
                                        <p:cTn id="35" dur="200" decel="100000" autoRev="1" fill="hold">
                                          <p:stCondLst>
                                            <p:cond delay="600"/>
                                          </p:stCondLst>
                                        </p:cTn>
                                        <p:tgtEl>
                                          <p:spTgt spid="8195">
                                            <p:txEl>
                                              <p:pRg st="5" end="5"/>
                                            </p:txEl>
                                          </p:spTgt>
                                        </p:tgtEl>
                                      </p:cBhvr>
                                      <p:from x="100000" y="100000"/>
                                      <p:to x="80000" y="100000"/>
                                    </p:animScale>
                                    <p:anim by="(#ppt_h/3+#ppt_w*0.1)" calcmode="lin" valueType="num">
                                      <p:cBhvr additive="sum">
                                        <p:cTn id="36" dur="200" decel="100000" autoRev="1" fill="hold">
                                          <p:stCondLst>
                                            <p:cond delay="600"/>
                                          </p:stCondLst>
                                        </p:cTn>
                                        <p:tgtEl>
                                          <p:spTgt spid="8195">
                                            <p:txEl>
                                              <p:pRg st="5" end="5"/>
                                            </p:txEl>
                                          </p:spTgt>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2187575" y="188913"/>
            <a:ext cx="8229600" cy="1143000"/>
          </a:xfrm>
        </p:spPr>
        <p:txBody>
          <a:bodyPr/>
          <a:lstStyle/>
          <a:p>
            <a:pPr algn="ctr"/>
            <a:r>
              <a:rPr lang="en-US"/>
              <a:t>Representation of Queue</a:t>
            </a:r>
          </a:p>
        </p:txBody>
      </p:sp>
      <p:sp>
        <p:nvSpPr>
          <p:cNvPr id="3" name="Content Placeholder 2"/>
          <p:cNvSpPr>
            <a:spLocks noGrp="1"/>
          </p:cNvSpPr>
          <p:nvPr>
            <p:ph idx="1"/>
          </p:nvPr>
        </p:nvSpPr>
        <p:spPr>
          <a:xfrm>
            <a:off x="1981200" y="1560514"/>
            <a:ext cx="8229600" cy="4389437"/>
          </a:xfrm>
        </p:spPr>
        <p:txBody>
          <a:bodyPr/>
          <a:lstStyle/>
          <a:p>
            <a:pPr>
              <a:defRPr/>
            </a:pPr>
            <a:r>
              <a:rPr lang="en-IN" dirty="0"/>
              <a:t>It has two pointer variables</a:t>
            </a:r>
          </a:p>
          <a:p>
            <a:pPr lvl="1">
              <a:defRPr/>
            </a:pPr>
            <a:r>
              <a:rPr lang="en-IN" dirty="0"/>
              <a:t> FRONT : Points to be element to be deleted</a:t>
            </a:r>
            <a:endParaRPr lang="en-US" dirty="0"/>
          </a:p>
          <a:p>
            <a:pPr lvl="1">
              <a:defRPr/>
            </a:pPr>
            <a:r>
              <a:rPr lang="en-IN" dirty="0"/>
              <a:t> REAR    : Points to newly inserted element </a:t>
            </a:r>
            <a:endParaRPr lang="en-US" dirty="0"/>
          </a:p>
          <a:p>
            <a:pPr marL="273050" lvl="1" indent="-273050">
              <a:buClr>
                <a:srgbClr val="0BD0D9"/>
              </a:buClr>
              <a:buSzPct val="95000"/>
              <a:defRPr/>
            </a:pPr>
            <a:r>
              <a:rPr lang="en-US" dirty="0"/>
              <a:t>When queue is empty</a:t>
            </a:r>
          </a:p>
          <a:p>
            <a:pPr lvl="1">
              <a:defRPr/>
            </a:pPr>
            <a:r>
              <a:rPr lang="en-IN" dirty="0"/>
              <a:t>FRONT = -1 and REAR = -1</a:t>
            </a:r>
          </a:p>
          <a:p>
            <a:pPr marL="273050" lvl="1" indent="-273050">
              <a:buClr>
                <a:srgbClr val="0BD0D9"/>
              </a:buClr>
              <a:buSzPct val="95000"/>
              <a:defRPr/>
            </a:pPr>
            <a:endParaRPr lang="en-US" dirty="0"/>
          </a:p>
          <a:p>
            <a:pPr marL="273050" lvl="1" indent="-273050">
              <a:buClr>
                <a:srgbClr val="0BD0D9"/>
              </a:buClr>
              <a:buSzPct val="95000"/>
              <a:defRPr/>
            </a:pPr>
            <a:r>
              <a:rPr lang="en-US" dirty="0"/>
              <a:t>When queue is not empty</a:t>
            </a:r>
          </a:p>
          <a:p>
            <a:pPr lvl="1">
              <a:buFont typeface="Wingdings 2" panose="05020102010507070707" pitchFamily="18" charset="2"/>
              <a:buNone/>
              <a:defRPr/>
            </a:pPr>
            <a:endParaRPr lang="en-US" dirty="0"/>
          </a:p>
        </p:txBody>
      </p:sp>
      <p:sp>
        <p:nvSpPr>
          <p:cNvPr id="10244" name="Rectangle 5"/>
          <p:cNvSpPr>
            <a:spLocks noChangeArrowheads="1"/>
          </p:cNvSpPr>
          <p:nvPr/>
        </p:nvSpPr>
        <p:spPr bwMode="auto">
          <a:xfrm>
            <a:off x="3824288" y="5383213"/>
            <a:ext cx="3962400" cy="463550"/>
          </a:xfrm>
          <a:prstGeom prst="rect">
            <a:avLst/>
          </a:prstGeom>
          <a:solidFill>
            <a:schemeClr val="accent1"/>
          </a:solidFill>
          <a:ln w="381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p>
        </p:txBody>
      </p:sp>
      <p:sp>
        <p:nvSpPr>
          <p:cNvPr id="10245" name="Line 6"/>
          <p:cNvSpPr>
            <a:spLocks noChangeShapeType="1"/>
          </p:cNvSpPr>
          <p:nvPr/>
        </p:nvSpPr>
        <p:spPr bwMode="auto">
          <a:xfrm flipH="1">
            <a:off x="3146426" y="5846763"/>
            <a:ext cx="8302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6" name="Line 7"/>
          <p:cNvSpPr>
            <a:spLocks noChangeShapeType="1"/>
          </p:cNvSpPr>
          <p:nvPr/>
        </p:nvSpPr>
        <p:spPr bwMode="auto">
          <a:xfrm flipH="1">
            <a:off x="7464425" y="5846763"/>
            <a:ext cx="8318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7" name="Line 8"/>
          <p:cNvSpPr>
            <a:spLocks noChangeShapeType="1"/>
          </p:cNvSpPr>
          <p:nvPr/>
        </p:nvSpPr>
        <p:spPr bwMode="auto">
          <a:xfrm flipH="1">
            <a:off x="7464425" y="5383213"/>
            <a:ext cx="8318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8" name="Line 9"/>
          <p:cNvSpPr>
            <a:spLocks noChangeShapeType="1"/>
          </p:cNvSpPr>
          <p:nvPr/>
        </p:nvSpPr>
        <p:spPr bwMode="auto">
          <a:xfrm flipH="1">
            <a:off x="3146426" y="5383213"/>
            <a:ext cx="8302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 name="Text Box 14"/>
          <p:cNvSpPr txBox="1">
            <a:spLocks noChangeArrowheads="1"/>
          </p:cNvSpPr>
          <p:nvPr/>
        </p:nvSpPr>
        <p:spPr bwMode="auto">
          <a:xfrm>
            <a:off x="6977064" y="4652963"/>
            <a:ext cx="847725" cy="368300"/>
          </a:xfrm>
          <a:prstGeom prst="rect">
            <a:avLst/>
          </a:prstGeom>
          <a:solidFill>
            <a:schemeClr val="tx2">
              <a:lumMod val="65000"/>
            </a:schemeClr>
          </a:solidFill>
          <a:ln w="38100">
            <a:solidFill>
              <a:schemeClr val="tx1"/>
            </a:solidFill>
            <a:miter lim="800000"/>
            <a:headEnd/>
            <a:tailEnd/>
          </a:ln>
          <a:effectLst/>
        </p:spPr>
        <p:txBody>
          <a:bodyPr>
            <a:spAutoFit/>
          </a:bodyPr>
          <a:lstStyle/>
          <a:p>
            <a:pPr>
              <a:spcBef>
                <a:spcPct val="50000"/>
              </a:spcBef>
              <a:defRPr/>
            </a:pPr>
            <a:r>
              <a:rPr lang="en-US" b="1" dirty="0">
                <a:solidFill>
                  <a:srgbClr val="FFFFFF"/>
                </a:solidFill>
                <a:latin typeface="Arial" charset="0"/>
              </a:rPr>
              <a:t>Rear</a:t>
            </a:r>
          </a:p>
        </p:txBody>
      </p:sp>
      <p:sp>
        <p:nvSpPr>
          <p:cNvPr id="22" name="Text Box 15"/>
          <p:cNvSpPr txBox="1">
            <a:spLocks noChangeArrowheads="1"/>
          </p:cNvSpPr>
          <p:nvPr/>
        </p:nvSpPr>
        <p:spPr bwMode="auto">
          <a:xfrm>
            <a:off x="3976688" y="6235700"/>
            <a:ext cx="823912" cy="369888"/>
          </a:xfrm>
          <a:prstGeom prst="rect">
            <a:avLst/>
          </a:prstGeom>
          <a:solidFill>
            <a:schemeClr val="tx2">
              <a:lumMod val="65000"/>
            </a:schemeClr>
          </a:solidFill>
          <a:ln w="38100">
            <a:solidFill>
              <a:schemeClr val="tx1"/>
            </a:solidFill>
            <a:miter lim="800000"/>
            <a:headEnd/>
            <a:tailEnd/>
          </a:ln>
          <a:effectLst/>
        </p:spPr>
        <p:txBody>
          <a:bodyPr>
            <a:spAutoFit/>
          </a:bodyPr>
          <a:lstStyle/>
          <a:p>
            <a:pPr>
              <a:spcBef>
                <a:spcPct val="50000"/>
              </a:spcBef>
              <a:defRPr/>
            </a:pPr>
            <a:r>
              <a:rPr lang="en-US" b="1" dirty="0">
                <a:solidFill>
                  <a:srgbClr val="FFFFFF"/>
                </a:solidFill>
                <a:latin typeface="Arial" charset="0"/>
              </a:rPr>
              <a:t>Front</a:t>
            </a:r>
          </a:p>
        </p:txBody>
      </p:sp>
      <p:sp>
        <p:nvSpPr>
          <p:cNvPr id="23" name="TextBox 22"/>
          <p:cNvSpPr txBox="1"/>
          <p:nvPr/>
        </p:nvSpPr>
        <p:spPr>
          <a:xfrm>
            <a:off x="3900488" y="5416550"/>
            <a:ext cx="914400" cy="381000"/>
          </a:xfrm>
          <a:prstGeom prst="rect">
            <a:avLst/>
          </a:prstGeom>
          <a:solidFill>
            <a:srgbClr val="FFC000"/>
          </a:solidFill>
          <a:ln>
            <a:solidFill>
              <a:schemeClr val="tx1"/>
            </a:solidFill>
          </a:ln>
        </p:spPr>
        <p:txBody>
          <a:bodyPr>
            <a:spAutoFit/>
          </a:bodyPr>
          <a:lstStyle/>
          <a:p>
            <a:pPr algn="ctr">
              <a:defRPr/>
            </a:pPr>
            <a:r>
              <a:rPr lang="en-US" b="1" dirty="0">
                <a:solidFill>
                  <a:schemeClr val="accent3"/>
                </a:solidFill>
                <a:latin typeface="Arial" charset="0"/>
              </a:rPr>
              <a:t>A</a:t>
            </a:r>
          </a:p>
        </p:txBody>
      </p:sp>
      <p:sp>
        <p:nvSpPr>
          <p:cNvPr id="24" name="TextBox 23"/>
          <p:cNvSpPr txBox="1"/>
          <p:nvPr/>
        </p:nvSpPr>
        <p:spPr>
          <a:xfrm>
            <a:off x="4814888" y="5416550"/>
            <a:ext cx="914400" cy="381000"/>
          </a:xfrm>
          <a:prstGeom prst="rect">
            <a:avLst/>
          </a:prstGeom>
          <a:solidFill>
            <a:srgbClr val="FFC000"/>
          </a:solidFill>
          <a:ln>
            <a:solidFill>
              <a:schemeClr val="tx1"/>
            </a:solidFill>
          </a:ln>
        </p:spPr>
        <p:txBody>
          <a:bodyPr>
            <a:spAutoFit/>
          </a:bodyPr>
          <a:lstStyle/>
          <a:p>
            <a:pPr algn="ctr">
              <a:defRPr/>
            </a:pPr>
            <a:r>
              <a:rPr lang="en-US" b="1" dirty="0">
                <a:solidFill>
                  <a:schemeClr val="accent3"/>
                </a:solidFill>
                <a:latin typeface="Arial" charset="0"/>
              </a:rPr>
              <a:t>B</a:t>
            </a:r>
          </a:p>
        </p:txBody>
      </p:sp>
      <p:sp>
        <p:nvSpPr>
          <p:cNvPr id="25" name="TextBox 24"/>
          <p:cNvSpPr txBox="1"/>
          <p:nvPr/>
        </p:nvSpPr>
        <p:spPr>
          <a:xfrm>
            <a:off x="5729288" y="5416550"/>
            <a:ext cx="914400" cy="381000"/>
          </a:xfrm>
          <a:prstGeom prst="rect">
            <a:avLst/>
          </a:prstGeom>
          <a:solidFill>
            <a:srgbClr val="FFC000"/>
          </a:solidFill>
          <a:ln>
            <a:solidFill>
              <a:schemeClr val="tx1"/>
            </a:solidFill>
          </a:ln>
        </p:spPr>
        <p:txBody>
          <a:bodyPr>
            <a:spAutoFit/>
          </a:bodyPr>
          <a:lstStyle/>
          <a:p>
            <a:pPr algn="ctr">
              <a:defRPr/>
            </a:pPr>
            <a:r>
              <a:rPr lang="en-US" b="1" dirty="0">
                <a:solidFill>
                  <a:schemeClr val="accent3"/>
                </a:solidFill>
                <a:latin typeface="Arial" charset="0"/>
              </a:rPr>
              <a:t>C</a:t>
            </a:r>
          </a:p>
        </p:txBody>
      </p:sp>
      <p:cxnSp>
        <p:nvCxnSpPr>
          <p:cNvPr id="26" name="Straight Arrow Connector 25"/>
          <p:cNvCxnSpPr/>
          <p:nvPr/>
        </p:nvCxnSpPr>
        <p:spPr>
          <a:xfrm rot="5400000" flipH="1" flipV="1">
            <a:off x="4203701" y="5992813"/>
            <a:ext cx="304800" cy="317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7391400" y="5021264"/>
            <a:ext cx="1588" cy="2889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7024688" y="5416550"/>
            <a:ext cx="914400" cy="381000"/>
          </a:xfrm>
          <a:prstGeom prst="rect">
            <a:avLst/>
          </a:prstGeom>
          <a:solidFill>
            <a:srgbClr val="FFC000"/>
          </a:solidFill>
          <a:ln>
            <a:solidFill>
              <a:schemeClr val="tx1"/>
            </a:solidFill>
          </a:ln>
        </p:spPr>
        <p:txBody>
          <a:bodyPr>
            <a:spAutoFit/>
          </a:bodyPr>
          <a:lstStyle/>
          <a:p>
            <a:pPr algn="ctr">
              <a:defRPr/>
            </a:pPr>
            <a:r>
              <a:rPr lang="en-US" b="1" dirty="0">
                <a:solidFill>
                  <a:schemeClr val="accent3"/>
                </a:solidFill>
                <a:latin typeface="Arial" charset="0"/>
              </a:rPr>
              <a:t>D</a:t>
            </a:r>
          </a:p>
        </p:txBody>
      </p:sp>
      <p:sp>
        <p:nvSpPr>
          <p:cNvPr id="10257" name="Rectangle 5"/>
          <p:cNvSpPr>
            <a:spLocks noChangeArrowheads="1"/>
          </p:cNvSpPr>
          <p:nvPr/>
        </p:nvSpPr>
        <p:spPr bwMode="auto">
          <a:xfrm>
            <a:off x="5910263" y="3789363"/>
            <a:ext cx="3962400" cy="463550"/>
          </a:xfrm>
          <a:prstGeom prst="rect">
            <a:avLst/>
          </a:prstGeom>
          <a:solidFill>
            <a:schemeClr val="accent1"/>
          </a:solidFill>
          <a:ln w="381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p>
        </p:txBody>
      </p:sp>
      <p:sp>
        <p:nvSpPr>
          <p:cNvPr id="10258" name="Line 6"/>
          <p:cNvSpPr>
            <a:spLocks noChangeShapeType="1"/>
          </p:cNvSpPr>
          <p:nvPr/>
        </p:nvSpPr>
        <p:spPr bwMode="auto">
          <a:xfrm flipH="1">
            <a:off x="5232401" y="4252913"/>
            <a:ext cx="8302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59" name="Line 7"/>
          <p:cNvSpPr>
            <a:spLocks noChangeShapeType="1"/>
          </p:cNvSpPr>
          <p:nvPr/>
        </p:nvSpPr>
        <p:spPr bwMode="auto">
          <a:xfrm flipH="1">
            <a:off x="9550400" y="4252913"/>
            <a:ext cx="8318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60" name="Line 8"/>
          <p:cNvSpPr>
            <a:spLocks noChangeShapeType="1"/>
          </p:cNvSpPr>
          <p:nvPr/>
        </p:nvSpPr>
        <p:spPr bwMode="auto">
          <a:xfrm flipH="1">
            <a:off x="9550400" y="3789363"/>
            <a:ext cx="8318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61" name="Line 9"/>
          <p:cNvSpPr>
            <a:spLocks noChangeShapeType="1"/>
          </p:cNvSpPr>
          <p:nvPr/>
        </p:nvSpPr>
        <p:spPr bwMode="auto">
          <a:xfrm flipH="1">
            <a:off x="5232401" y="3789363"/>
            <a:ext cx="8302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 name="Date Placeholder 28"/>
          <p:cNvSpPr>
            <a:spLocks noGrp="1"/>
          </p:cNvSpPr>
          <p:nvPr>
            <p:ph type="dt" sz="quarter" idx="10"/>
          </p:nvPr>
        </p:nvSpPr>
        <p:spPr/>
        <p:txBody>
          <a:bodyPr/>
          <a:lstStyle/>
          <a:p>
            <a:pPr>
              <a:defRPr/>
            </a:pPr>
            <a:fld id="{54297704-D178-49AF-A7F4-4BBEF013BE19}" type="datetime1">
              <a:rPr lang="en-US" smtClean="0"/>
              <a:pPr>
                <a:defRPr/>
              </a:pPr>
              <a:t>9/30/2024</a:t>
            </a:fld>
            <a:endParaRPr lang="en-IN"/>
          </a:p>
        </p:txBody>
      </p:sp>
      <p:sp>
        <p:nvSpPr>
          <p:cNvPr id="30" name="Slide Number Placeholder 29"/>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A59D355-7D7A-445F-826A-6463554E3823}" type="slidenum">
              <a:rPr lang="en-IN">
                <a:solidFill>
                  <a:srgbClr val="045C75"/>
                </a:solidFill>
                <a:latin typeface="Constantia" panose="02030602050306030303" pitchFamily="18" charset="0"/>
              </a:rPr>
              <a:pPr eaLnBrk="1" hangingPunct="1"/>
              <a:t>42</a:t>
            </a:fld>
            <a:endParaRPr lang="en-IN">
              <a:solidFill>
                <a:srgbClr val="045C75"/>
              </a:solidFill>
              <a:latin typeface="Constantia" panose="02030602050306030303" pitchFamily="18" charset="0"/>
            </a:endParaRPr>
          </a:p>
        </p:txBody>
      </p:sp>
      <p:sp>
        <p:nvSpPr>
          <p:cNvPr id="31" name="Footer Placeholder 30"/>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23425933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from="(-#ppt_w/2)" to="(#ppt_x)" calcmode="lin" valueType="num">
                                      <p:cBhvr>
                                        <p:cTn id="7" dur="600" fill="hold">
                                          <p:stCondLst>
                                            <p:cond delay="0"/>
                                          </p:stCondLst>
                                        </p:cTn>
                                        <p:tgtEl>
                                          <p:spTgt spid="3">
                                            <p:txEl>
                                              <p:pRg st="0" end="0"/>
                                            </p:txEl>
                                          </p:spTgt>
                                        </p:tgtEl>
                                        <p:attrNameLst>
                                          <p:attrName>ppt_x</p:attrName>
                                        </p:attrNameLst>
                                      </p:cBhvr>
                                    </p:anim>
                                    <p:anim from="0" to="-1.0" calcmode="lin" valueType="num">
                                      <p:cBhvr>
                                        <p:cTn id="8" dur="200" decel="50000" autoRev="1" fill="hold">
                                          <p:stCondLst>
                                            <p:cond delay="600"/>
                                          </p:stCondLst>
                                        </p:cTn>
                                        <p:tgtEl>
                                          <p:spTgt spid="3">
                                            <p:txEl>
                                              <p:pRg st="0" end="0"/>
                                            </p:txEl>
                                          </p:spTgt>
                                        </p:tgtEl>
                                        <p:attrNameLst>
                                          <p:attrName>xshear</p:attrName>
                                        </p:attrNameLst>
                                      </p:cBhvr>
                                    </p:anim>
                                    <p:animScale>
                                      <p:cBhvr>
                                        <p:cTn id="9" dur="200" decel="100000" autoRev="1" fill="hold">
                                          <p:stCondLst>
                                            <p:cond delay="600"/>
                                          </p:stCondLst>
                                        </p:cTn>
                                        <p:tgtEl>
                                          <p:spTgt spid="3">
                                            <p:txEl>
                                              <p:pRg st="0" end="0"/>
                                            </p:txEl>
                                          </p:spTgt>
                                        </p:tgtEl>
                                      </p:cBhvr>
                                      <p:from x="100000" y="100000"/>
                                      <p:to x="80000" y="100000"/>
                                    </p:animScale>
                                    <p:anim by="(#ppt_h/3+#ppt_w*0.1)" calcmode="lin" valueType="num">
                                      <p:cBhvr additive="sum">
                                        <p:cTn id="10" dur="200" decel="100000" autoRev="1" fill="hold">
                                          <p:stCondLst>
                                            <p:cond delay="600"/>
                                          </p:stCondLst>
                                        </p:cTn>
                                        <p:tgtEl>
                                          <p:spTgt spid="3">
                                            <p:txEl>
                                              <p:pRg st="0" end="0"/>
                                            </p:txEl>
                                          </p:spTgt>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4"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from="(-#ppt_w/2)" to="(#ppt_x)" calcmode="lin" valueType="num">
                                      <p:cBhvr>
                                        <p:cTn id="15" dur="600" fill="hold">
                                          <p:stCondLst>
                                            <p:cond delay="0"/>
                                          </p:stCondLst>
                                        </p:cTn>
                                        <p:tgtEl>
                                          <p:spTgt spid="3">
                                            <p:txEl>
                                              <p:pRg st="1" end="1"/>
                                            </p:txEl>
                                          </p:spTgt>
                                        </p:tgtEl>
                                        <p:attrNameLst>
                                          <p:attrName>ppt_x</p:attrName>
                                        </p:attrNameLst>
                                      </p:cBhvr>
                                    </p:anim>
                                    <p:anim from="0" to="-1.0" calcmode="lin" valueType="num">
                                      <p:cBhvr>
                                        <p:cTn id="16" dur="200" decel="50000" autoRev="1" fill="hold">
                                          <p:stCondLst>
                                            <p:cond delay="600"/>
                                          </p:stCondLst>
                                        </p:cTn>
                                        <p:tgtEl>
                                          <p:spTgt spid="3">
                                            <p:txEl>
                                              <p:pRg st="1" end="1"/>
                                            </p:txEl>
                                          </p:spTgt>
                                        </p:tgtEl>
                                        <p:attrNameLst>
                                          <p:attrName>xshear</p:attrName>
                                        </p:attrNameLst>
                                      </p:cBhvr>
                                    </p:anim>
                                    <p:animScale>
                                      <p:cBhvr>
                                        <p:cTn id="17" dur="200" decel="100000" autoRev="1" fill="hold">
                                          <p:stCondLst>
                                            <p:cond delay="600"/>
                                          </p:stCondLst>
                                        </p:cTn>
                                        <p:tgtEl>
                                          <p:spTgt spid="3">
                                            <p:txEl>
                                              <p:pRg st="1" end="1"/>
                                            </p:txEl>
                                          </p:spTgt>
                                        </p:tgtEl>
                                      </p:cBhvr>
                                      <p:from x="100000" y="100000"/>
                                      <p:to x="80000" y="100000"/>
                                    </p:animScale>
                                    <p:anim by="(#ppt_h/3+#ppt_w*0.1)" calcmode="lin" valueType="num">
                                      <p:cBhvr additive="sum">
                                        <p:cTn id="18" dur="200" decel="100000" autoRev="1" fill="hold">
                                          <p:stCondLst>
                                            <p:cond delay="600"/>
                                          </p:stCondLst>
                                        </p:cTn>
                                        <p:tgtEl>
                                          <p:spTgt spid="3">
                                            <p:txEl>
                                              <p:pRg st="1" end="1"/>
                                            </p:txEl>
                                          </p:spTgt>
                                        </p:tgtEl>
                                        <p:attrNameLst>
                                          <p:attrName>ppt_x</p:attrName>
                                        </p:attrNameLst>
                                      </p:cBhvr>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4"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from="(-#ppt_w/2)" to="(#ppt_x)" calcmode="lin" valueType="num">
                                      <p:cBhvr>
                                        <p:cTn id="23" dur="600" fill="hold">
                                          <p:stCondLst>
                                            <p:cond delay="0"/>
                                          </p:stCondLst>
                                        </p:cTn>
                                        <p:tgtEl>
                                          <p:spTgt spid="3">
                                            <p:txEl>
                                              <p:pRg st="2" end="2"/>
                                            </p:txEl>
                                          </p:spTgt>
                                        </p:tgtEl>
                                        <p:attrNameLst>
                                          <p:attrName>ppt_x</p:attrName>
                                        </p:attrNameLst>
                                      </p:cBhvr>
                                    </p:anim>
                                    <p:anim from="0" to="-1.0" calcmode="lin" valueType="num">
                                      <p:cBhvr>
                                        <p:cTn id="24" dur="200" decel="50000" autoRev="1" fill="hold">
                                          <p:stCondLst>
                                            <p:cond delay="600"/>
                                          </p:stCondLst>
                                        </p:cTn>
                                        <p:tgtEl>
                                          <p:spTgt spid="3">
                                            <p:txEl>
                                              <p:pRg st="2" end="2"/>
                                            </p:txEl>
                                          </p:spTgt>
                                        </p:tgtEl>
                                        <p:attrNameLst>
                                          <p:attrName>xshear</p:attrName>
                                        </p:attrNameLst>
                                      </p:cBhvr>
                                    </p:anim>
                                    <p:animScale>
                                      <p:cBhvr>
                                        <p:cTn id="25" dur="200" decel="100000" autoRev="1" fill="hold">
                                          <p:stCondLst>
                                            <p:cond delay="600"/>
                                          </p:stCondLst>
                                        </p:cTn>
                                        <p:tgtEl>
                                          <p:spTgt spid="3">
                                            <p:txEl>
                                              <p:pRg st="2" end="2"/>
                                            </p:txEl>
                                          </p:spTgt>
                                        </p:tgtEl>
                                      </p:cBhvr>
                                      <p:from x="100000" y="100000"/>
                                      <p:to x="80000" y="100000"/>
                                    </p:animScale>
                                    <p:anim by="(#ppt_h/3+#ppt_w*0.1)" calcmode="lin" valueType="num">
                                      <p:cBhvr additive="sum">
                                        <p:cTn id="26" dur="200" decel="100000" autoRev="1" fill="hold">
                                          <p:stCondLst>
                                            <p:cond delay="600"/>
                                          </p:stCondLst>
                                        </p:cTn>
                                        <p:tgtEl>
                                          <p:spTgt spid="3">
                                            <p:txEl>
                                              <p:pRg st="2" end="2"/>
                                            </p:txEl>
                                          </p:spTgt>
                                        </p:tgtEl>
                                        <p:attrNameLst>
                                          <p:attrName>ppt_x</p:attrName>
                                        </p:attrNameLst>
                                      </p:cBhvr>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4"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to="" calcmode="lin" valueType="num">
                                      <p:cBhvr>
                                        <p:cTn id="31" dur="1" fill="hold"/>
                                        <p:tgtEl>
                                          <p:spTgt spid="3">
                                            <p:txEl>
                                              <p:pRg st="3" end="3"/>
                                            </p:txEl>
                                          </p:spTgt>
                                        </p:tgtEl>
                                        <p:attrNameLst>
                                          <p:attrName/>
                                        </p:attrNameLst>
                                      </p:cBhvr>
                                    </p:anim>
                                  </p:childTnLst>
                                </p:cTn>
                              </p:par>
                              <p:par>
                                <p:cTn id="32" presetID="24" presetClass="entr" presetSubtype="0" fill="hold" nodeType="with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 to="" calcmode="lin" valueType="num">
                                      <p:cBhvr>
                                        <p:cTn id="34" dur="1" fill="hold"/>
                                        <p:tgtEl>
                                          <p:spTgt spid="3">
                                            <p:txEl>
                                              <p:pRg st="4" end="4"/>
                                            </p:txEl>
                                          </p:spTgt>
                                        </p:tgtEl>
                                        <p:attrNameLst>
                                          <p:attrName/>
                                        </p:attrNameLst>
                                      </p:cBhvr>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34" presetClass="entr" presetSubtype="0" fill="hold" grpId="0" nodeType="clickEffect">
                                  <p:stCondLst>
                                    <p:cond delay="0"/>
                                  </p:stCondLst>
                                  <p:childTnLst>
                                    <p:set>
                                      <p:cBhvr>
                                        <p:cTn id="38" dur="1" fill="hold">
                                          <p:stCondLst>
                                            <p:cond delay="0"/>
                                          </p:stCondLst>
                                        </p:cTn>
                                        <p:tgtEl>
                                          <p:spTgt spid="10257"/>
                                        </p:tgtEl>
                                        <p:attrNameLst>
                                          <p:attrName>style.visibility</p:attrName>
                                        </p:attrNameLst>
                                      </p:cBhvr>
                                      <p:to>
                                        <p:strVal val="visible"/>
                                      </p:to>
                                    </p:set>
                                    <p:anim from="(-#ppt_w/2)" to="(#ppt_x)" calcmode="lin" valueType="num">
                                      <p:cBhvr>
                                        <p:cTn id="39" dur="600" fill="hold">
                                          <p:stCondLst>
                                            <p:cond delay="0"/>
                                          </p:stCondLst>
                                        </p:cTn>
                                        <p:tgtEl>
                                          <p:spTgt spid="10257"/>
                                        </p:tgtEl>
                                        <p:attrNameLst>
                                          <p:attrName>ppt_x</p:attrName>
                                        </p:attrNameLst>
                                      </p:cBhvr>
                                    </p:anim>
                                    <p:anim from="0" to="-1.0" calcmode="lin" valueType="num">
                                      <p:cBhvr>
                                        <p:cTn id="40" dur="200" decel="50000" autoRev="1" fill="hold">
                                          <p:stCondLst>
                                            <p:cond delay="600"/>
                                          </p:stCondLst>
                                        </p:cTn>
                                        <p:tgtEl>
                                          <p:spTgt spid="10257"/>
                                        </p:tgtEl>
                                        <p:attrNameLst>
                                          <p:attrName>xshear</p:attrName>
                                        </p:attrNameLst>
                                      </p:cBhvr>
                                    </p:anim>
                                    <p:animScale>
                                      <p:cBhvr>
                                        <p:cTn id="41" dur="200" decel="100000" autoRev="1" fill="hold">
                                          <p:stCondLst>
                                            <p:cond delay="600"/>
                                          </p:stCondLst>
                                        </p:cTn>
                                        <p:tgtEl>
                                          <p:spTgt spid="10257"/>
                                        </p:tgtEl>
                                      </p:cBhvr>
                                      <p:from x="100000" y="100000"/>
                                      <p:to x="80000" y="100000"/>
                                    </p:animScale>
                                    <p:anim by="(#ppt_h/3+#ppt_w*0.1)" calcmode="lin" valueType="num">
                                      <p:cBhvr additive="sum">
                                        <p:cTn id="42" dur="200" decel="100000" autoRev="1" fill="hold">
                                          <p:stCondLst>
                                            <p:cond delay="600"/>
                                          </p:stCondLst>
                                        </p:cTn>
                                        <p:tgtEl>
                                          <p:spTgt spid="10257"/>
                                        </p:tgtEl>
                                        <p:attrNameLst>
                                          <p:attrName>ppt_x</p:attrName>
                                        </p:attrNameLst>
                                      </p:cBhvr>
                                    </p:anim>
                                  </p:childTnLst>
                                </p:cTn>
                              </p:par>
                              <p:par>
                                <p:cTn id="43" presetID="34" presetClass="entr" presetSubtype="0" fill="hold" grpId="0" nodeType="withEffect">
                                  <p:stCondLst>
                                    <p:cond delay="0"/>
                                  </p:stCondLst>
                                  <p:childTnLst>
                                    <p:set>
                                      <p:cBhvr>
                                        <p:cTn id="44" dur="1" fill="hold">
                                          <p:stCondLst>
                                            <p:cond delay="0"/>
                                          </p:stCondLst>
                                        </p:cTn>
                                        <p:tgtEl>
                                          <p:spTgt spid="10261"/>
                                        </p:tgtEl>
                                        <p:attrNameLst>
                                          <p:attrName>style.visibility</p:attrName>
                                        </p:attrNameLst>
                                      </p:cBhvr>
                                      <p:to>
                                        <p:strVal val="visible"/>
                                      </p:to>
                                    </p:set>
                                    <p:anim from="(-#ppt_w/2)" to="(#ppt_x)" calcmode="lin" valueType="num">
                                      <p:cBhvr>
                                        <p:cTn id="45" dur="600" fill="hold">
                                          <p:stCondLst>
                                            <p:cond delay="0"/>
                                          </p:stCondLst>
                                        </p:cTn>
                                        <p:tgtEl>
                                          <p:spTgt spid="10261"/>
                                        </p:tgtEl>
                                        <p:attrNameLst>
                                          <p:attrName>ppt_x</p:attrName>
                                        </p:attrNameLst>
                                      </p:cBhvr>
                                    </p:anim>
                                    <p:anim from="0" to="-1.0" calcmode="lin" valueType="num">
                                      <p:cBhvr>
                                        <p:cTn id="46" dur="200" decel="50000" autoRev="1" fill="hold">
                                          <p:stCondLst>
                                            <p:cond delay="600"/>
                                          </p:stCondLst>
                                        </p:cTn>
                                        <p:tgtEl>
                                          <p:spTgt spid="10261"/>
                                        </p:tgtEl>
                                        <p:attrNameLst>
                                          <p:attrName>xshear</p:attrName>
                                        </p:attrNameLst>
                                      </p:cBhvr>
                                    </p:anim>
                                    <p:animScale>
                                      <p:cBhvr>
                                        <p:cTn id="47" dur="200" decel="100000" autoRev="1" fill="hold">
                                          <p:stCondLst>
                                            <p:cond delay="600"/>
                                          </p:stCondLst>
                                        </p:cTn>
                                        <p:tgtEl>
                                          <p:spTgt spid="10261"/>
                                        </p:tgtEl>
                                      </p:cBhvr>
                                      <p:from x="100000" y="100000"/>
                                      <p:to x="80000" y="100000"/>
                                    </p:animScale>
                                    <p:anim by="(#ppt_h/3+#ppt_w*0.1)" calcmode="lin" valueType="num">
                                      <p:cBhvr additive="sum">
                                        <p:cTn id="48" dur="200" decel="100000" autoRev="1" fill="hold">
                                          <p:stCondLst>
                                            <p:cond delay="600"/>
                                          </p:stCondLst>
                                        </p:cTn>
                                        <p:tgtEl>
                                          <p:spTgt spid="10261"/>
                                        </p:tgtEl>
                                        <p:attrNameLst>
                                          <p:attrName>ppt_x</p:attrName>
                                        </p:attrNameLst>
                                      </p:cBhvr>
                                    </p:anim>
                                  </p:childTnLst>
                                </p:cTn>
                              </p:par>
                              <p:par>
                                <p:cTn id="49" presetID="34" presetClass="entr" presetSubtype="0" fill="hold" grpId="0" nodeType="withEffect">
                                  <p:stCondLst>
                                    <p:cond delay="0"/>
                                  </p:stCondLst>
                                  <p:childTnLst>
                                    <p:set>
                                      <p:cBhvr>
                                        <p:cTn id="50" dur="1" fill="hold">
                                          <p:stCondLst>
                                            <p:cond delay="0"/>
                                          </p:stCondLst>
                                        </p:cTn>
                                        <p:tgtEl>
                                          <p:spTgt spid="10258"/>
                                        </p:tgtEl>
                                        <p:attrNameLst>
                                          <p:attrName>style.visibility</p:attrName>
                                        </p:attrNameLst>
                                      </p:cBhvr>
                                      <p:to>
                                        <p:strVal val="visible"/>
                                      </p:to>
                                    </p:set>
                                    <p:anim from="(-#ppt_w/2)" to="(#ppt_x)" calcmode="lin" valueType="num">
                                      <p:cBhvr>
                                        <p:cTn id="51" dur="600" fill="hold">
                                          <p:stCondLst>
                                            <p:cond delay="0"/>
                                          </p:stCondLst>
                                        </p:cTn>
                                        <p:tgtEl>
                                          <p:spTgt spid="10258"/>
                                        </p:tgtEl>
                                        <p:attrNameLst>
                                          <p:attrName>ppt_x</p:attrName>
                                        </p:attrNameLst>
                                      </p:cBhvr>
                                    </p:anim>
                                    <p:anim from="0" to="-1.0" calcmode="lin" valueType="num">
                                      <p:cBhvr>
                                        <p:cTn id="52" dur="200" decel="50000" autoRev="1" fill="hold">
                                          <p:stCondLst>
                                            <p:cond delay="600"/>
                                          </p:stCondLst>
                                        </p:cTn>
                                        <p:tgtEl>
                                          <p:spTgt spid="10258"/>
                                        </p:tgtEl>
                                        <p:attrNameLst>
                                          <p:attrName>xshear</p:attrName>
                                        </p:attrNameLst>
                                      </p:cBhvr>
                                    </p:anim>
                                    <p:animScale>
                                      <p:cBhvr>
                                        <p:cTn id="53" dur="200" decel="100000" autoRev="1" fill="hold">
                                          <p:stCondLst>
                                            <p:cond delay="600"/>
                                          </p:stCondLst>
                                        </p:cTn>
                                        <p:tgtEl>
                                          <p:spTgt spid="10258"/>
                                        </p:tgtEl>
                                      </p:cBhvr>
                                      <p:from x="100000" y="100000"/>
                                      <p:to x="80000" y="100000"/>
                                    </p:animScale>
                                    <p:anim by="(#ppt_h/3+#ppt_w*0.1)" calcmode="lin" valueType="num">
                                      <p:cBhvr additive="sum">
                                        <p:cTn id="54" dur="200" decel="100000" autoRev="1" fill="hold">
                                          <p:stCondLst>
                                            <p:cond delay="600"/>
                                          </p:stCondLst>
                                        </p:cTn>
                                        <p:tgtEl>
                                          <p:spTgt spid="10258"/>
                                        </p:tgtEl>
                                        <p:attrNameLst>
                                          <p:attrName>ppt_x</p:attrName>
                                        </p:attrNameLst>
                                      </p:cBhvr>
                                    </p:anim>
                                  </p:childTnLst>
                                </p:cTn>
                              </p:par>
                              <p:par>
                                <p:cTn id="55" presetID="34" presetClass="entr" presetSubtype="0" fill="hold" grpId="0" nodeType="withEffect">
                                  <p:stCondLst>
                                    <p:cond delay="0"/>
                                  </p:stCondLst>
                                  <p:childTnLst>
                                    <p:set>
                                      <p:cBhvr>
                                        <p:cTn id="56" dur="1" fill="hold">
                                          <p:stCondLst>
                                            <p:cond delay="0"/>
                                          </p:stCondLst>
                                        </p:cTn>
                                        <p:tgtEl>
                                          <p:spTgt spid="10260"/>
                                        </p:tgtEl>
                                        <p:attrNameLst>
                                          <p:attrName>style.visibility</p:attrName>
                                        </p:attrNameLst>
                                      </p:cBhvr>
                                      <p:to>
                                        <p:strVal val="visible"/>
                                      </p:to>
                                    </p:set>
                                    <p:anim from="(-#ppt_w/2)" to="(#ppt_x)" calcmode="lin" valueType="num">
                                      <p:cBhvr>
                                        <p:cTn id="57" dur="600" fill="hold">
                                          <p:stCondLst>
                                            <p:cond delay="0"/>
                                          </p:stCondLst>
                                        </p:cTn>
                                        <p:tgtEl>
                                          <p:spTgt spid="10260"/>
                                        </p:tgtEl>
                                        <p:attrNameLst>
                                          <p:attrName>ppt_x</p:attrName>
                                        </p:attrNameLst>
                                      </p:cBhvr>
                                    </p:anim>
                                    <p:anim from="0" to="-1.0" calcmode="lin" valueType="num">
                                      <p:cBhvr>
                                        <p:cTn id="58" dur="200" decel="50000" autoRev="1" fill="hold">
                                          <p:stCondLst>
                                            <p:cond delay="600"/>
                                          </p:stCondLst>
                                        </p:cTn>
                                        <p:tgtEl>
                                          <p:spTgt spid="10260"/>
                                        </p:tgtEl>
                                        <p:attrNameLst>
                                          <p:attrName>xshear</p:attrName>
                                        </p:attrNameLst>
                                      </p:cBhvr>
                                    </p:anim>
                                    <p:animScale>
                                      <p:cBhvr>
                                        <p:cTn id="59" dur="200" decel="100000" autoRev="1" fill="hold">
                                          <p:stCondLst>
                                            <p:cond delay="600"/>
                                          </p:stCondLst>
                                        </p:cTn>
                                        <p:tgtEl>
                                          <p:spTgt spid="10260"/>
                                        </p:tgtEl>
                                      </p:cBhvr>
                                      <p:from x="100000" y="100000"/>
                                      <p:to x="80000" y="100000"/>
                                    </p:animScale>
                                    <p:anim by="(#ppt_h/3+#ppt_w*0.1)" calcmode="lin" valueType="num">
                                      <p:cBhvr additive="sum">
                                        <p:cTn id="60" dur="200" decel="100000" autoRev="1" fill="hold">
                                          <p:stCondLst>
                                            <p:cond delay="600"/>
                                          </p:stCondLst>
                                        </p:cTn>
                                        <p:tgtEl>
                                          <p:spTgt spid="10260"/>
                                        </p:tgtEl>
                                        <p:attrNameLst>
                                          <p:attrName>ppt_x</p:attrName>
                                        </p:attrNameLst>
                                      </p:cBhvr>
                                    </p:anim>
                                  </p:childTnLst>
                                </p:cTn>
                              </p:par>
                              <p:par>
                                <p:cTn id="61" presetID="34" presetClass="entr" presetSubtype="0" fill="hold" grpId="0" nodeType="withEffect">
                                  <p:stCondLst>
                                    <p:cond delay="0"/>
                                  </p:stCondLst>
                                  <p:childTnLst>
                                    <p:set>
                                      <p:cBhvr>
                                        <p:cTn id="62" dur="1" fill="hold">
                                          <p:stCondLst>
                                            <p:cond delay="0"/>
                                          </p:stCondLst>
                                        </p:cTn>
                                        <p:tgtEl>
                                          <p:spTgt spid="10259"/>
                                        </p:tgtEl>
                                        <p:attrNameLst>
                                          <p:attrName>style.visibility</p:attrName>
                                        </p:attrNameLst>
                                      </p:cBhvr>
                                      <p:to>
                                        <p:strVal val="visible"/>
                                      </p:to>
                                    </p:set>
                                    <p:anim from="(-#ppt_w/2)" to="(#ppt_x)" calcmode="lin" valueType="num">
                                      <p:cBhvr>
                                        <p:cTn id="63" dur="600" fill="hold">
                                          <p:stCondLst>
                                            <p:cond delay="0"/>
                                          </p:stCondLst>
                                        </p:cTn>
                                        <p:tgtEl>
                                          <p:spTgt spid="10259"/>
                                        </p:tgtEl>
                                        <p:attrNameLst>
                                          <p:attrName>ppt_x</p:attrName>
                                        </p:attrNameLst>
                                      </p:cBhvr>
                                    </p:anim>
                                    <p:anim from="0" to="-1.0" calcmode="lin" valueType="num">
                                      <p:cBhvr>
                                        <p:cTn id="64" dur="200" decel="50000" autoRev="1" fill="hold">
                                          <p:stCondLst>
                                            <p:cond delay="600"/>
                                          </p:stCondLst>
                                        </p:cTn>
                                        <p:tgtEl>
                                          <p:spTgt spid="10259"/>
                                        </p:tgtEl>
                                        <p:attrNameLst>
                                          <p:attrName>xshear</p:attrName>
                                        </p:attrNameLst>
                                      </p:cBhvr>
                                    </p:anim>
                                    <p:animScale>
                                      <p:cBhvr>
                                        <p:cTn id="65" dur="200" decel="100000" autoRev="1" fill="hold">
                                          <p:stCondLst>
                                            <p:cond delay="600"/>
                                          </p:stCondLst>
                                        </p:cTn>
                                        <p:tgtEl>
                                          <p:spTgt spid="10259"/>
                                        </p:tgtEl>
                                      </p:cBhvr>
                                      <p:from x="100000" y="100000"/>
                                      <p:to x="80000" y="100000"/>
                                    </p:animScale>
                                    <p:anim by="(#ppt_h/3+#ppt_w*0.1)" calcmode="lin" valueType="num">
                                      <p:cBhvr additive="sum">
                                        <p:cTn id="66" dur="200" decel="100000" autoRev="1" fill="hold">
                                          <p:stCondLst>
                                            <p:cond delay="600"/>
                                          </p:stCondLst>
                                        </p:cTn>
                                        <p:tgtEl>
                                          <p:spTgt spid="10259"/>
                                        </p:tgtEl>
                                        <p:attrNameLst>
                                          <p:attrName>ppt_x</p:attrName>
                                        </p:attrNameLst>
                                      </p:cBhvr>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34" presetClass="entr" presetSubtype="0" fill="hold" nodeType="clickEffect">
                                  <p:stCondLst>
                                    <p:cond delay="0"/>
                                  </p:stCondLst>
                                  <p:childTnLst>
                                    <p:set>
                                      <p:cBhvr>
                                        <p:cTn id="70" dur="1" fill="hold">
                                          <p:stCondLst>
                                            <p:cond delay="0"/>
                                          </p:stCondLst>
                                        </p:cTn>
                                        <p:tgtEl>
                                          <p:spTgt spid="3">
                                            <p:txEl>
                                              <p:pRg st="6" end="6"/>
                                            </p:txEl>
                                          </p:spTgt>
                                        </p:tgtEl>
                                        <p:attrNameLst>
                                          <p:attrName>style.visibility</p:attrName>
                                        </p:attrNameLst>
                                      </p:cBhvr>
                                      <p:to>
                                        <p:strVal val="visible"/>
                                      </p:to>
                                    </p:set>
                                    <p:anim from="(-#ppt_w/2)" to="(#ppt_x)" calcmode="lin" valueType="num">
                                      <p:cBhvr>
                                        <p:cTn id="71" dur="600" fill="hold">
                                          <p:stCondLst>
                                            <p:cond delay="0"/>
                                          </p:stCondLst>
                                        </p:cTn>
                                        <p:tgtEl>
                                          <p:spTgt spid="3">
                                            <p:txEl>
                                              <p:pRg st="6" end="6"/>
                                            </p:txEl>
                                          </p:spTgt>
                                        </p:tgtEl>
                                        <p:attrNameLst>
                                          <p:attrName>ppt_x</p:attrName>
                                        </p:attrNameLst>
                                      </p:cBhvr>
                                    </p:anim>
                                    <p:anim from="0" to="-1.0" calcmode="lin" valueType="num">
                                      <p:cBhvr>
                                        <p:cTn id="72" dur="200" decel="50000" autoRev="1" fill="hold">
                                          <p:stCondLst>
                                            <p:cond delay="600"/>
                                          </p:stCondLst>
                                        </p:cTn>
                                        <p:tgtEl>
                                          <p:spTgt spid="3">
                                            <p:txEl>
                                              <p:pRg st="6" end="6"/>
                                            </p:txEl>
                                          </p:spTgt>
                                        </p:tgtEl>
                                        <p:attrNameLst>
                                          <p:attrName>xshear</p:attrName>
                                        </p:attrNameLst>
                                      </p:cBhvr>
                                    </p:anim>
                                    <p:animScale>
                                      <p:cBhvr>
                                        <p:cTn id="73" dur="200" decel="100000" autoRev="1" fill="hold">
                                          <p:stCondLst>
                                            <p:cond delay="600"/>
                                          </p:stCondLst>
                                        </p:cTn>
                                        <p:tgtEl>
                                          <p:spTgt spid="3">
                                            <p:txEl>
                                              <p:pRg st="6" end="6"/>
                                            </p:txEl>
                                          </p:spTgt>
                                        </p:tgtEl>
                                      </p:cBhvr>
                                      <p:from x="100000" y="100000"/>
                                      <p:to x="80000" y="100000"/>
                                    </p:animScale>
                                    <p:anim by="(#ppt_h/3+#ppt_w*0.1)" calcmode="lin" valueType="num">
                                      <p:cBhvr additive="sum">
                                        <p:cTn id="74" dur="200" decel="100000" autoRev="1" fill="hold">
                                          <p:stCondLst>
                                            <p:cond delay="600"/>
                                          </p:stCondLst>
                                        </p:cTn>
                                        <p:tgtEl>
                                          <p:spTgt spid="3">
                                            <p:txEl>
                                              <p:pRg st="6" end="6"/>
                                            </p:txEl>
                                          </p:spTgt>
                                        </p:tgtEl>
                                        <p:attrNameLst>
                                          <p:attrName>ppt_x</p:attrName>
                                        </p:attrNameLst>
                                      </p:cBhvr>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34" presetClass="entr" presetSubtype="0" fill="hold" grpId="0" nodeType="clickEffect">
                                  <p:stCondLst>
                                    <p:cond delay="0"/>
                                  </p:stCondLst>
                                  <p:childTnLst>
                                    <p:set>
                                      <p:cBhvr>
                                        <p:cTn id="78" dur="1" fill="hold">
                                          <p:stCondLst>
                                            <p:cond delay="0"/>
                                          </p:stCondLst>
                                        </p:cTn>
                                        <p:tgtEl>
                                          <p:spTgt spid="10248"/>
                                        </p:tgtEl>
                                        <p:attrNameLst>
                                          <p:attrName>style.visibility</p:attrName>
                                        </p:attrNameLst>
                                      </p:cBhvr>
                                      <p:to>
                                        <p:strVal val="visible"/>
                                      </p:to>
                                    </p:set>
                                    <p:anim from="(-#ppt_w/2)" to="(#ppt_x)" calcmode="lin" valueType="num">
                                      <p:cBhvr>
                                        <p:cTn id="79" dur="600" fill="hold">
                                          <p:stCondLst>
                                            <p:cond delay="0"/>
                                          </p:stCondLst>
                                        </p:cTn>
                                        <p:tgtEl>
                                          <p:spTgt spid="10248"/>
                                        </p:tgtEl>
                                        <p:attrNameLst>
                                          <p:attrName>ppt_x</p:attrName>
                                        </p:attrNameLst>
                                      </p:cBhvr>
                                    </p:anim>
                                    <p:anim from="0" to="-1.0" calcmode="lin" valueType="num">
                                      <p:cBhvr>
                                        <p:cTn id="80" dur="200" decel="50000" autoRev="1" fill="hold">
                                          <p:stCondLst>
                                            <p:cond delay="600"/>
                                          </p:stCondLst>
                                        </p:cTn>
                                        <p:tgtEl>
                                          <p:spTgt spid="10248"/>
                                        </p:tgtEl>
                                        <p:attrNameLst>
                                          <p:attrName>xshear</p:attrName>
                                        </p:attrNameLst>
                                      </p:cBhvr>
                                    </p:anim>
                                    <p:animScale>
                                      <p:cBhvr>
                                        <p:cTn id="81" dur="200" decel="100000" autoRev="1" fill="hold">
                                          <p:stCondLst>
                                            <p:cond delay="600"/>
                                          </p:stCondLst>
                                        </p:cTn>
                                        <p:tgtEl>
                                          <p:spTgt spid="10248"/>
                                        </p:tgtEl>
                                      </p:cBhvr>
                                      <p:from x="100000" y="100000"/>
                                      <p:to x="80000" y="100000"/>
                                    </p:animScale>
                                    <p:anim by="(#ppt_h/3+#ppt_w*0.1)" calcmode="lin" valueType="num">
                                      <p:cBhvr additive="sum">
                                        <p:cTn id="82" dur="200" decel="100000" autoRev="1" fill="hold">
                                          <p:stCondLst>
                                            <p:cond delay="600"/>
                                          </p:stCondLst>
                                        </p:cTn>
                                        <p:tgtEl>
                                          <p:spTgt spid="10248"/>
                                        </p:tgtEl>
                                        <p:attrNameLst>
                                          <p:attrName>ppt_x</p:attrName>
                                        </p:attrNameLst>
                                      </p:cBhvr>
                                    </p:anim>
                                  </p:childTnLst>
                                </p:cTn>
                              </p:par>
                              <p:par>
                                <p:cTn id="83" presetID="34" presetClass="entr" presetSubtype="0" fill="hold" grpId="0" nodeType="withEffect">
                                  <p:stCondLst>
                                    <p:cond delay="0"/>
                                  </p:stCondLst>
                                  <p:childTnLst>
                                    <p:set>
                                      <p:cBhvr>
                                        <p:cTn id="84" dur="1" fill="hold">
                                          <p:stCondLst>
                                            <p:cond delay="0"/>
                                          </p:stCondLst>
                                        </p:cTn>
                                        <p:tgtEl>
                                          <p:spTgt spid="23"/>
                                        </p:tgtEl>
                                        <p:attrNameLst>
                                          <p:attrName>style.visibility</p:attrName>
                                        </p:attrNameLst>
                                      </p:cBhvr>
                                      <p:to>
                                        <p:strVal val="visible"/>
                                      </p:to>
                                    </p:set>
                                    <p:anim from="(-#ppt_w/2)" to="(#ppt_x)" calcmode="lin" valueType="num">
                                      <p:cBhvr>
                                        <p:cTn id="85" dur="600" fill="hold">
                                          <p:stCondLst>
                                            <p:cond delay="0"/>
                                          </p:stCondLst>
                                        </p:cTn>
                                        <p:tgtEl>
                                          <p:spTgt spid="23"/>
                                        </p:tgtEl>
                                        <p:attrNameLst>
                                          <p:attrName>ppt_x</p:attrName>
                                        </p:attrNameLst>
                                      </p:cBhvr>
                                    </p:anim>
                                    <p:anim from="0" to="-1.0" calcmode="lin" valueType="num">
                                      <p:cBhvr>
                                        <p:cTn id="86" dur="200" decel="50000" autoRev="1" fill="hold">
                                          <p:stCondLst>
                                            <p:cond delay="600"/>
                                          </p:stCondLst>
                                        </p:cTn>
                                        <p:tgtEl>
                                          <p:spTgt spid="23"/>
                                        </p:tgtEl>
                                        <p:attrNameLst>
                                          <p:attrName>xshear</p:attrName>
                                        </p:attrNameLst>
                                      </p:cBhvr>
                                    </p:anim>
                                    <p:animScale>
                                      <p:cBhvr>
                                        <p:cTn id="87" dur="200" decel="100000" autoRev="1" fill="hold">
                                          <p:stCondLst>
                                            <p:cond delay="600"/>
                                          </p:stCondLst>
                                        </p:cTn>
                                        <p:tgtEl>
                                          <p:spTgt spid="23"/>
                                        </p:tgtEl>
                                      </p:cBhvr>
                                      <p:from x="100000" y="100000"/>
                                      <p:to x="80000" y="100000"/>
                                    </p:animScale>
                                    <p:anim by="(#ppt_h/3+#ppt_w*0.1)" calcmode="lin" valueType="num">
                                      <p:cBhvr additive="sum">
                                        <p:cTn id="88" dur="200" decel="100000" autoRev="1" fill="hold">
                                          <p:stCondLst>
                                            <p:cond delay="600"/>
                                          </p:stCondLst>
                                        </p:cTn>
                                        <p:tgtEl>
                                          <p:spTgt spid="23"/>
                                        </p:tgtEl>
                                        <p:attrNameLst>
                                          <p:attrName>ppt_x</p:attrName>
                                        </p:attrNameLst>
                                      </p:cBhvr>
                                    </p:anim>
                                  </p:childTnLst>
                                </p:cTn>
                              </p:par>
                              <p:par>
                                <p:cTn id="89" presetID="34" presetClass="entr" presetSubtype="0" fill="hold" grpId="0" nodeType="withEffect">
                                  <p:stCondLst>
                                    <p:cond delay="0"/>
                                  </p:stCondLst>
                                  <p:childTnLst>
                                    <p:set>
                                      <p:cBhvr>
                                        <p:cTn id="90" dur="1" fill="hold">
                                          <p:stCondLst>
                                            <p:cond delay="0"/>
                                          </p:stCondLst>
                                        </p:cTn>
                                        <p:tgtEl>
                                          <p:spTgt spid="24"/>
                                        </p:tgtEl>
                                        <p:attrNameLst>
                                          <p:attrName>style.visibility</p:attrName>
                                        </p:attrNameLst>
                                      </p:cBhvr>
                                      <p:to>
                                        <p:strVal val="visible"/>
                                      </p:to>
                                    </p:set>
                                    <p:anim from="(-#ppt_w/2)" to="(#ppt_x)" calcmode="lin" valueType="num">
                                      <p:cBhvr>
                                        <p:cTn id="91" dur="600" fill="hold">
                                          <p:stCondLst>
                                            <p:cond delay="0"/>
                                          </p:stCondLst>
                                        </p:cTn>
                                        <p:tgtEl>
                                          <p:spTgt spid="24"/>
                                        </p:tgtEl>
                                        <p:attrNameLst>
                                          <p:attrName>ppt_x</p:attrName>
                                        </p:attrNameLst>
                                      </p:cBhvr>
                                    </p:anim>
                                    <p:anim from="0" to="-1.0" calcmode="lin" valueType="num">
                                      <p:cBhvr>
                                        <p:cTn id="92" dur="200" decel="50000" autoRev="1" fill="hold">
                                          <p:stCondLst>
                                            <p:cond delay="600"/>
                                          </p:stCondLst>
                                        </p:cTn>
                                        <p:tgtEl>
                                          <p:spTgt spid="24"/>
                                        </p:tgtEl>
                                        <p:attrNameLst>
                                          <p:attrName>xshear</p:attrName>
                                        </p:attrNameLst>
                                      </p:cBhvr>
                                    </p:anim>
                                    <p:animScale>
                                      <p:cBhvr>
                                        <p:cTn id="93" dur="200" decel="100000" autoRev="1" fill="hold">
                                          <p:stCondLst>
                                            <p:cond delay="600"/>
                                          </p:stCondLst>
                                        </p:cTn>
                                        <p:tgtEl>
                                          <p:spTgt spid="24"/>
                                        </p:tgtEl>
                                      </p:cBhvr>
                                      <p:from x="100000" y="100000"/>
                                      <p:to x="80000" y="100000"/>
                                    </p:animScale>
                                    <p:anim by="(#ppt_h/3+#ppt_w*0.1)" calcmode="lin" valueType="num">
                                      <p:cBhvr additive="sum">
                                        <p:cTn id="94" dur="200" decel="100000" autoRev="1" fill="hold">
                                          <p:stCondLst>
                                            <p:cond delay="600"/>
                                          </p:stCondLst>
                                        </p:cTn>
                                        <p:tgtEl>
                                          <p:spTgt spid="24"/>
                                        </p:tgtEl>
                                        <p:attrNameLst>
                                          <p:attrName>ppt_x</p:attrName>
                                        </p:attrNameLst>
                                      </p:cBhvr>
                                    </p:anim>
                                  </p:childTnLst>
                                </p:cTn>
                              </p:par>
                              <p:par>
                                <p:cTn id="95" presetID="34" presetClass="entr" presetSubtype="0" fill="hold" grpId="0" nodeType="withEffect">
                                  <p:stCondLst>
                                    <p:cond delay="0"/>
                                  </p:stCondLst>
                                  <p:childTnLst>
                                    <p:set>
                                      <p:cBhvr>
                                        <p:cTn id="96" dur="1" fill="hold">
                                          <p:stCondLst>
                                            <p:cond delay="0"/>
                                          </p:stCondLst>
                                        </p:cTn>
                                        <p:tgtEl>
                                          <p:spTgt spid="10244"/>
                                        </p:tgtEl>
                                        <p:attrNameLst>
                                          <p:attrName>style.visibility</p:attrName>
                                        </p:attrNameLst>
                                      </p:cBhvr>
                                      <p:to>
                                        <p:strVal val="visible"/>
                                      </p:to>
                                    </p:set>
                                    <p:anim from="(-#ppt_w/2)" to="(#ppt_x)" calcmode="lin" valueType="num">
                                      <p:cBhvr>
                                        <p:cTn id="97" dur="600" fill="hold">
                                          <p:stCondLst>
                                            <p:cond delay="0"/>
                                          </p:stCondLst>
                                        </p:cTn>
                                        <p:tgtEl>
                                          <p:spTgt spid="10244"/>
                                        </p:tgtEl>
                                        <p:attrNameLst>
                                          <p:attrName>ppt_x</p:attrName>
                                        </p:attrNameLst>
                                      </p:cBhvr>
                                    </p:anim>
                                    <p:anim from="0" to="-1.0" calcmode="lin" valueType="num">
                                      <p:cBhvr>
                                        <p:cTn id="98" dur="200" decel="50000" autoRev="1" fill="hold">
                                          <p:stCondLst>
                                            <p:cond delay="600"/>
                                          </p:stCondLst>
                                        </p:cTn>
                                        <p:tgtEl>
                                          <p:spTgt spid="10244"/>
                                        </p:tgtEl>
                                        <p:attrNameLst>
                                          <p:attrName>xshear</p:attrName>
                                        </p:attrNameLst>
                                      </p:cBhvr>
                                    </p:anim>
                                    <p:animScale>
                                      <p:cBhvr>
                                        <p:cTn id="99" dur="200" decel="100000" autoRev="1" fill="hold">
                                          <p:stCondLst>
                                            <p:cond delay="600"/>
                                          </p:stCondLst>
                                        </p:cTn>
                                        <p:tgtEl>
                                          <p:spTgt spid="10244"/>
                                        </p:tgtEl>
                                      </p:cBhvr>
                                      <p:from x="100000" y="100000"/>
                                      <p:to x="80000" y="100000"/>
                                    </p:animScale>
                                    <p:anim by="(#ppt_h/3+#ppt_w*0.1)" calcmode="lin" valueType="num">
                                      <p:cBhvr additive="sum">
                                        <p:cTn id="100" dur="200" decel="100000" autoRev="1" fill="hold">
                                          <p:stCondLst>
                                            <p:cond delay="600"/>
                                          </p:stCondLst>
                                        </p:cTn>
                                        <p:tgtEl>
                                          <p:spTgt spid="10244"/>
                                        </p:tgtEl>
                                        <p:attrNameLst>
                                          <p:attrName>ppt_x</p:attrName>
                                        </p:attrNameLst>
                                      </p:cBhvr>
                                    </p:anim>
                                  </p:childTnLst>
                                </p:cTn>
                              </p:par>
                              <p:par>
                                <p:cTn id="101" presetID="34" presetClass="entr" presetSubtype="0" fill="hold" grpId="0" nodeType="withEffect">
                                  <p:stCondLst>
                                    <p:cond delay="0"/>
                                  </p:stCondLst>
                                  <p:childTnLst>
                                    <p:set>
                                      <p:cBhvr>
                                        <p:cTn id="102" dur="1" fill="hold">
                                          <p:stCondLst>
                                            <p:cond delay="0"/>
                                          </p:stCondLst>
                                        </p:cTn>
                                        <p:tgtEl>
                                          <p:spTgt spid="25"/>
                                        </p:tgtEl>
                                        <p:attrNameLst>
                                          <p:attrName>style.visibility</p:attrName>
                                        </p:attrNameLst>
                                      </p:cBhvr>
                                      <p:to>
                                        <p:strVal val="visible"/>
                                      </p:to>
                                    </p:set>
                                    <p:anim from="(-#ppt_w/2)" to="(#ppt_x)" calcmode="lin" valueType="num">
                                      <p:cBhvr>
                                        <p:cTn id="103" dur="600" fill="hold">
                                          <p:stCondLst>
                                            <p:cond delay="0"/>
                                          </p:stCondLst>
                                        </p:cTn>
                                        <p:tgtEl>
                                          <p:spTgt spid="25"/>
                                        </p:tgtEl>
                                        <p:attrNameLst>
                                          <p:attrName>ppt_x</p:attrName>
                                        </p:attrNameLst>
                                      </p:cBhvr>
                                    </p:anim>
                                    <p:anim from="0" to="-1.0" calcmode="lin" valueType="num">
                                      <p:cBhvr>
                                        <p:cTn id="104" dur="200" decel="50000" autoRev="1" fill="hold">
                                          <p:stCondLst>
                                            <p:cond delay="600"/>
                                          </p:stCondLst>
                                        </p:cTn>
                                        <p:tgtEl>
                                          <p:spTgt spid="25"/>
                                        </p:tgtEl>
                                        <p:attrNameLst>
                                          <p:attrName>xshear</p:attrName>
                                        </p:attrNameLst>
                                      </p:cBhvr>
                                    </p:anim>
                                    <p:animScale>
                                      <p:cBhvr>
                                        <p:cTn id="105" dur="200" decel="100000" autoRev="1" fill="hold">
                                          <p:stCondLst>
                                            <p:cond delay="600"/>
                                          </p:stCondLst>
                                        </p:cTn>
                                        <p:tgtEl>
                                          <p:spTgt spid="25"/>
                                        </p:tgtEl>
                                      </p:cBhvr>
                                      <p:from x="100000" y="100000"/>
                                      <p:to x="80000" y="100000"/>
                                    </p:animScale>
                                    <p:anim by="(#ppt_h/3+#ppt_w*0.1)" calcmode="lin" valueType="num">
                                      <p:cBhvr additive="sum">
                                        <p:cTn id="106" dur="200" decel="100000" autoRev="1" fill="hold">
                                          <p:stCondLst>
                                            <p:cond delay="600"/>
                                          </p:stCondLst>
                                        </p:cTn>
                                        <p:tgtEl>
                                          <p:spTgt spid="25"/>
                                        </p:tgtEl>
                                        <p:attrNameLst>
                                          <p:attrName>ppt_x</p:attrName>
                                        </p:attrNameLst>
                                      </p:cBhvr>
                                    </p:anim>
                                  </p:childTnLst>
                                </p:cTn>
                              </p:par>
                              <p:par>
                                <p:cTn id="107" presetID="34" presetClass="entr" presetSubtype="0" fill="hold" grpId="0" nodeType="withEffect">
                                  <p:stCondLst>
                                    <p:cond delay="0"/>
                                  </p:stCondLst>
                                  <p:childTnLst>
                                    <p:set>
                                      <p:cBhvr>
                                        <p:cTn id="108" dur="1" fill="hold">
                                          <p:stCondLst>
                                            <p:cond delay="0"/>
                                          </p:stCondLst>
                                        </p:cTn>
                                        <p:tgtEl>
                                          <p:spTgt spid="28"/>
                                        </p:tgtEl>
                                        <p:attrNameLst>
                                          <p:attrName>style.visibility</p:attrName>
                                        </p:attrNameLst>
                                      </p:cBhvr>
                                      <p:to>
                                        <p:strVal val="visible"/>
                                      </p:to>
                                    </p:set>
                                    <p:anim from="(-#ppt_w/2)" to="(#ppt_x)" calcmode="lin" valueType="num">
                                      <p:cBhvr>
                                        <p:cTn id="109" dur="600" fill="hold">
                                          <p:stCondLst>
                                            <p:cond delay="0"/>
                                          </p:stCondLst>
                                        </p:cTn>
                                        <p:tgtEl>
                                          <p:spTgt spid="28"/>
                                        </p:tgtEl>
                                        <p:attrNameLst>
                                          <p:attrName>ppt_x</p:attrName>
                                        </p:attrNameLst>
                                      </p:cBhvr>
                                    </p:anim>
                                    <p:anim from="0" to="-1.0" calcmode="lin" valueType="num">
                                      <p:cBhvr>
                                        <p:cTn id="110" dur="200" decel="50000" autoRev="1" fill="hold">
                                          <p:stCondLst>
                                            <p:cond delay="600"/>
                                          </p:stCondLst>
                                        </p:cTn>
                                        <p:tgtEl>
                                          <p:spTgt spid="28"/>
                                        </p:tgtEl>
                                        <p:attrNameLst>
                                          <p:attrName>xshear</p:attrName>
                                        </p:attrNameLst>
                                      </p:cBhvr>
                                    </p:anim>
                                    <p:animScale>
                                      <p:cBhvr>
                                        <p:cTn id="111" dur="200" decel="100000" autoRev="1" fill="hold">
                                          <p:stCondLst>
                                            <p:cond delay="600"/>
                                          </p:stCondLst>
                                        </p:cTn>
                                        <p:tgtEl>
                                          <p:spTgt spid="28"/>
                                        </p:tgtEl>
                                      </p:cBhvr>
                                      <p:from x="100000" y="100000"/>
                                      <p:to x="80000" y="100000"/>
                                    </p:animScale>
                                    <p:anim by="(#ppt_h/3+#ppt_w*0.1)" calcmode="lin" valueType="num">
                                      <p:cBhvr additive="sum">
                                        <p:cTn id="112" dur="200" decel="100000" autoRev="1" fill="hold">
                                          <p:stCondLst>
                                            <p:cond delay="600"/>
                                          </p:stCondLst>
                                        </p:cTn>
                                        <p:tgtEl>
                                          <p:spTgt spid="28"/>
                                        </p:tgtEl>
                                        <p:attrNameLst>
                                          <p:attrName>ppt_x</p:attrName>
                                        </p:attrNameLst>
                                      </p:cBhvr>
                                    </p:anim>
                                  </p:childTnLst>
                                </p:cTn>
                              </p:par>
                              <p:par>
                                <p:cTn id="113" presetID="34" presetClass="entr" presetSubtype="0" fill="hold" grpId="0" nodeType="withEffect">
                                  <p:stCondLst>
                                    <p:cond delay="0"/>
                                  </p:stCondLst>
                                  <p:childTnLst>
                                    <p:set>
                                      <p:cBhvr>
                                        <p:cTn id="114" dur="1" fill="hold">
                                          <p:stCondLst>
                                            <p:cond delay="0"/>
                                          </p:stCondLst>
                                        </p:cTn>
                                        <p:tgtEl>
                                          <p:spTgt spid="10247"/>
                                        </p:tgtEl>
                                        <p:attrNameLst>
                                          <p:attrName>style.visibility</p:attrName>
                                        </p:attrNameLst>
                                      </p:cBhvr>
                                      <p:to>
                                        <p:strVal val="visible"/>
                                      </p:to>
                                    </p:set>
                                    <p:anim from="(-#ppt_w/2)" to="(#ppt_x)" calcmode="lin" valueType="num">
                                      <p:cBhvr>
                                        <p:cTn id="115" dur="600" fill="hold">
                                          <p:stCondLst>
                                            <p:cond delay="0"/>
                                          </p:stCondLst>
                                        </p:cTn>
                                        <p:tgtEl>
                                          <p:spTgt spid="10247"/>
                                        </p:tgtEl>
                                        <p:attrNameLst>
                                          <p:attrName>ppt_x</p:attrName>
                                        </p:attrNameLst>
                                      </p:cBhvr>
                                    </p:anim>
                                    <p:anim from="0" to="-1.0" calcmode="lin" valueType="num">
                                      <p:cBhvr>
                                        <p:cTn id="116" dur="200" decel="50000" autoRev="1" fill="hold">
                                          <p:stCondLst>
                                            <p:cond delay="600"/>
                                          </p:stCondLst>
                                        </p:cTn>
                                        <p:tgtEl>
                                          <p:spTgt spid="10247"/>
                                        </p:tgtEl>
                                        <p:attrNameLst>
                                          <p:attrName>xshear</p:attrName>
                                        </p:attrNameLst>
                                      </p:cBhvr>
                                    </p:anim>
                                    <p:animScale>
                                      <p:cBhvr>
                                        <p:cTn id="117" dur="200" decel="100000" autoRev="1" fill="hold">
                                          <p:stCondLst>
                                            <p:cond delay="600"/>
                                          </p:stCondLst>
                                        </p:cTn>
                                        <p:tgtEl>
                                          <p:spTgt spid="10247"/>
                                        </p:tgtEl>
                                      </p:cBhvr>
                                      <p:from x="100000" y="100000"/>
                                      <p:to x="80000" y="100000"/>
                                    </p:animScale>
                                    <p:anim by="(#ppt_h/3+#ppt_w*0.1)" calcmode="lin" valueType="num">
                                      <p:cBhvr additive="sum">
                                        <p:cTn id="118" dur="200" decel="100000" autoRev="1" fill="hold">
                                          <p:stCondLst>
                                            <p:cond delay="600"/>
                                          </p:stCondLst>
                                        </p:cTn>
                                        <p:tgtEl>
                                          <p:spTgt spid="10247"/>
                                        </p:tgtEl>
                                        <p:attrNameLst>
                                          <p:attrName>ppt_x</p:attrName>
                                        </p:attrNameLst>
                                      </p:cBhvr>
                                    </p:anim>
                                  </p:childTnLst>
                                </p:cTn>
                              </p:par>
                              <p:par>
                                <p:cTn id="119" presetID="34" presetClass="entr" presetSubtype="0" fill="hold" grpId="0" nodeType="withEffect">
                                  <p:stCondLst>
                                    <p:cond delay="0"/>
                                  </p:stCondLst>
                                  <p:childTnLst>
                                    <p:set>
                                      <p:cBhvr>
                                        <p:cTn id="120" dur="1" fill="hold">
                                          <p:stCondLst>
                                            <p:cond delay="0"/>
                                          </p:stCondLst>
                                        </p:cTn>
                                        <p:tgtEl>
                                          <p:spTgt spid="10246"/>
                                        </p:tgtEl>
                                        <p:attrNameLst>
                                          <p:attrName>style.visibility</p:attrName>
                                        </p:attrNameLst>
                                      </p:cBhvr>
                                      <p:to>
                                        <p:strVal val="visible"/>
                                      </p:to>
                                    </p:set>
                                    <p:anim from="(-#ppt_w/2)" to="(#ppt_x)" calcmode="lin" valueType="num">
                                      <p:cBhvr>
                                        <p:cTn id="121" dur="600" fill="hold">
                                          <p:stCondLst>
                                            <p:cond delay="0"/>
                                          </p:stCondLst>
                                        </p:cTn>
                                        <p:tgtEl>
                                          <p:spTgt spid="10246"/>
                                        </p:tgtEl>
                                        <p:attrNameLst>
                                          <p:attrName>ppt_x</p:attrName>
                                        </p:attrNameLst>
                                      </p:cBhvr>
                                    </p:anim>
                                    <p:anim from="0" to="-1.0" calcmode="lin" valueType="num">
                                      <p:cBhvr>
                                        <p:cTn id="122" dur="200" decel="50000" autoRev="1" fill="hold">
                                          <p:stCondLst>
                                            <p:cond delay="600"/>
                                          </p:stCondLst>
                                        </p:cTn>
                                        <p:tgtEl>
                                          <p:spTgt spid="10246"/>
                                        </p:tgtEl>
                                        <p:attrNameLst>
                                          <p:attrName>xshear</p:attrName>
                                        </p:attrNameLst>
                                      </p:cBhvr>
                                    </p:anim>
                                    <p:animScale>
                                      <p:cBhvr>
                                        <p:cTn id="123" dur="200" decel="100000" autoRev="1" fill="hold">
                                          <p:stCondLst>
                                            <p:cond delay="600"/>
                                          </p:stCondLst>
                                        </p:cTn>
                                        <p:tgtEl>
                                          <p:spTgt spid="10246"/>
                                        </p:tgtEl>
                                      </p:cBhvr>
                                      <p:from x="100000" y="100000"/>
                                      <p:to x="80000" y="100000"/>
                                    </p:animScale>
                                    <p:anim by="(#ppt_h/3+#ppt_w*0.1)" calcmode="lin" valueType="num">
                                      <p:cBhvr additive="sum">
                                        <p:cTn id="124" dur="200" decel="100000" autoRev="1" fill="hold">
                                          <p:stCondLst>
                                            <p:cond delay="600"/>
                                          </p:stCondLst>
                                        </p:cTn>
                                        <p:tgtEl>
                                          <p:spTgt spid="10246"/>
                                        </p:tgtEl>
                                        <p:attrNameLst>
                                          <p:attrName>ppt_x</p:attrName>
                                        </p:attrNameLst>
                                      </p:cBhvr>
                                    </p:anim>
                                  </p:childTnLst>
                                </p:cTn>
                              </p:par>
                              <p:par>
                                <p:cTn id="125" presetID="34" presetClass="entr" presetSubtype="0" fill="hold" nodeType="withEffect">
                                  <p:stCondLst>
                                    <p:cond delay="0"/>
                                  </p:stCondLst>
                                  <p:childTnLst>
                                    <p:set>
                                      <p:cBhvr>
                                        <p:cTn id="126" dur="1" fill="hold">
                                          <p:stCondLst>
                                            <p:cond delay="0"/>
                                          </p:stCondLst>
                                        </p:cTn>
                                        <p:tgtEl>
                                          <p:spTgt spid="26"/>
                                        </p:tgtEl>
                                        <p:attrNameLst>
                                          <p:attrName>style.visibility</p:attrName>
                                        </p:attrNameLst>
                                      </p:cBhvr>
                                      <p:to>
                                        <p:strVal val="visible"/>
                                      </p:to>
                                    </p:set>
                                    <p:anim from="(-#ppt_w/2)" to="(#ppt_x)" calcmode="lin" valueType="num">
                                      <p:cBhvr>
                                        <p:cTn id="127" dur="600" fill="hold">
                                          <p:stCondLst>
                                            <p:cond delay="0"/>
                                          </p:stCondLst>
                                        </p:cTn>
                                        <p:tgtEl>
                                          <p:spTgt spid="26"/>
                                        </p:tgtEl>
                                        <p:attrNameLst>
                                          <p:attrName>ppt_x</p:attrName>
                                        </p:attrNameLst>
                                      </p:cBhvr>
                                    </p:anim>
                                    <p:anim from="0" to="-1.0" calcmode="lin" valueType="num">
                                      <p:cBhvr>
                                        <p:cTn id="128" dur="200" decel="50000" autoRev="1" fill="hold">
                                          <p:stCondLst>
                                            <p:cond delay="600"/>
                                          </p:stCondLst>
                                        </p:cTn>
                                        <p:tgtEl>
                                          <p:spTgt spid="26"/>
                                        </p:tgtEl>
                                        <p:attrNameLst>
                                          <p:attrName>xshear</p:attrName>
                                        </p:attrNameLst>
                                      </p:cBhvr>
                                    </p:anim>
                                    <p:animScale>
                                      <p:cBhvr>
                                        <p:cTn id="129" dur="200" decel="100000" autoRev="1" fill="hold">
                                          <p:stCondLst>
                                            <p:cond delay="600"/>
                                          </p:stCondLst>
                                        </p:cTn>
                                        <p:tgtEl>
                                          <p:spTgt spid="26"/>
                                        </p:tgtEl>
                                      </p:cBhvr>
                                      <p:from x="100000" y="100000"/>
                                      <p:to x="80000" y="100000"/>
                                    </p:animScale>
                                    <p:anim by="(#ppt_h/3+#ppt_w*0.1)" calcmode="lin" valueType="num">
                                      <p:cBhvr additive="sum">
                                        <p:cTn id="130" dur="200" decel="100000" autoRev="1" fill="hold">
                                          <p:stCondLst>
                                            <p:cond delay="600"/>
                                          </p:stCondLst>
                                        </p:cTn>
                                        <p:tgtEl>
                                          <p:spTgt spid="26"/>
                                        </p:tgtEl>
                                        <p:attrNameLst>
                                          <p:attrName>ppt_x</p:attrName>
                                        </p:attrNameLst>
                                      </p:cBhvr>
                                    </p:anim>
                                  </p:childTnLst>
                                </p:cTn>
                              </p:par>
                              <p:par>
                                <p:cTn id="131" presetID="34" presetClass="entr" presetSubtype="0" fill="hold" grpId="0" nodeType="withEffect">
                                  <p:stCondLst>
                                    <p:cond delay="0"/>
                                  </p:stCondLst>
                                  <p:childTnLst>
                                    <p:set>
                                      <p:cBhvr>
                                        <p:cTn id="132" dur="1" fill="hold">
                                          <p:stCondLst>
                                            <p:cond delay="0"/>
                                          </p:stCondLst>
                                        </p:cTn>
                                        <p:tgtEl>
                                          <p:spTgt spid="22"/>
                                        </p:tgtEl>
                                        <p:attrNameLst>
                                          <p:attrName>style.visibility</p:attrName>
                                        </p:attrNameLst>
                                      </p:cBhvr>
                                      <p:to>
                                        <p:strVal val="visible"/>
                                      </p:to>
                                    </p:set>
                                    <p:anim from="(-#ppt_w/2)" to="(#ppt_x)" calcmode="lin" valueType="num">
                                      <p:cBhvr>
                                        <p:cTn id="133" dur="600" fill="hold">
                                          <p:stCondLst>
                                            <p:cond delay="0"/>
                                          </p:stCondLst>
                                        </p:cTn>
                                        <p:tgtEl>
                                          <p:spTgt spid="22"/>
                                        </p:tgtEl>
                                        <p:attrNameLst>
                                          <p:attrName>ppt_x</p:attrName>
                                        </p:attrNameLst>
                                      </p:cBhvr>
                                    </p:anim>
                                    <p:anim from="0" to="-1.0" calcmode="lin" valueType="num">
                                      <p:cBhvr>
                                        <p:cTn id="134" dur="200" decel="50000" autoRev="1" fill="hold">
                                          <p:stCondLst>
                                            <p:cond delay="600"/>
                                          </p:stCondLst>
                                        </p:cTn>
                                        <p:tgtEl>
                                          <p:spTgt spid="22"/>
                                        </p:tgtEl>
                                        <p:attrNameLst>
                                          <p:attrName>xshear</p:attrName>
                                        </p:attrNameLst>
                                      </p:cBhvr>
                                    </p:anim>
                                    <p:animScale>
                                      <p:cBhvr>
                                        <p:cTn id="135" dur="200" decel="100000" autoRev="1" fill="hold">
                                          <p:stCondLst>
                                            <p:cond delay="600"/>
                                          </p:stCondLst>
                                        </p:cTn>
                                        <p:tgtEl>
                                          <p:spTgt spid="22"/>
                                        </p:tgtEl>
                                      </p:cBhvr>
                                      <p:from x="100000" y="100000"/>
                                      <p:to x="80000" y="100000"/>
                                    </p:animScale>
                                    <p:anim by="(#ppt_h/3+#ppt_w*0.1)" calcmode="lin" valueType="num">
                                      <p:cBhvr additive="sum">
                                        <p:cTn id="136" dur="200" decel="100000" autoRev="1" fill="hold">
                                          <p:stCondLst>
                                            <p:cond delay="600"/>
                                          </p:stCondLst>
                                        </p:cTn>
                                        <p:tgtEl>
                                          <p:spTgt spid="22"/>
                                        </p:tgtEl>
                                        <p:attrNameLst>
                                          <p:attrName>ppt_x</p:attrName>
                                        </p:attrNameLst>
                                      </p:cBhvr>
                                    </p:anim>
                                  </p:childTnLst>
                                </p:cTn>
                              </p:par>
                              <p:par>
                                <p:cTn id="137" presetID="34" presetClass="entr" presetSubtype="0" fill="hold" grpId="0" nodeType="withEffect">
                                  <p:stCondLst>
                                    <p:cond delay="0"/>
                                  </p:stCondLst>
                                  <p:childTnLst>
                                    <p:set>
                                      <p:cBhvr>
                                        <p:cTn id="138" dur="1" fill="hold">
                                          <p:stCondLst>
                                            <p:cond delay="0"/>
                                          </p:stCondLst>
                                        </p:cTn>
                                        <p:tgtEl>
                                          <p:spTgt spid="21"/>
                                        </p:tgtEl>
                                        <p:attrNameLst>
                                          <p:attrName>style.visibility</p:attrName>
                                        </p:attrNameLst>
                                      </p:cBhvr>
                                      <p:to>
                                        <p:strVal val="visible"/>
                                      </p:to>
                                    </p:set>
                                    <p:anim from="(-#ppt_w/2)" to="(#ppt_x)" calcmode="lin" valueType="num">
                                      <p:cBhvr>
                                        <p:cTn id="139" dur="600" fill="hold">
                                          <p:stCondLst>
                                            <p:cond delay="0"/>
                                          </p:stCondLst>
                                        </p:cTn>
                                        <p:tgtEl>
                                          <p:spTgt spid="21"/>
                                        </p:tgtEl>
                                        <p:attrNameLst>
                                          <p:attrName>ppt_x</p:attrName>
                                        </p:attrNameLst>
                                      </p:cBhvr>
                                    </p:anim>
                                    <p:anim from="0" to="-1.0" calcmode="lin" valueType="num">
                                      <p:cBhvr>
                                        <p:cTn id="140" dur="200" decel="50000" autoRev="1" fill="hold">
                                          <p:stCondLst>
                                            <p:cond delay="600"/>
                                          </p:stCondLst>
                                        </p:cTn>
                                        <p:tgtEl>
                                          <p:spTgt spid="21"/>
                                        </p:tgtEl>
                                        <p:attrNameLst>
                                          <p:attrName>xshear</p:attrName>
                                        </p:attrNameLst>
                                      </p:cBhvr>
                                    </p:anim>
                                    <p:animScale>
                                      <p:cBhvr>
                                        <p:cTn id="141" dur="200" decel="100000" autoRev="1" fill="hold">
                                          <p:stCondLst>
                                            <p:cond delay="600"/>
                                          </p:stCondLst>
                                        </p:cTn>
                                        <p:tgtEl>
                                          <p:spTgt spid="21"/>
                                        </p:tgtEl>
                                      </p:cBhvr>
                                      <p:from x="100000" y="100000"/>
                                      <p:to x="80000" y="100000"/>
                                    </p:animScale>
                                    <p:anim by="(#ppt_h/3+#ppt_w*0.1)" calcmode="lin" valueType="num">
                                      <p:cBhvr additive="sum">
                                        <p:cTn id="142" dur="200" decel="100000" autoRev="1" fill="hold">
                                          <p:stCondLst>
                                            <p:cond delay="600"/>
                                          </p:stCondLst>
                                        </p:cTn>
                                        <p:tgtEl>
                                          <p:spTgt spid="21"/>
                                        </p:tgtEl>
                                        <p:attrNameLst>
                                          <p:attrName>ppt_x</p:attrName>
                                        </p:attrNameLst>
                                      </p:cBhvr>
                                    </p:anim>
                                  </p:childTnLst>
                                </p:cTn>
                              </p:par>
                              <p:par>
                                <p:cTn id="143" presetID="34" presetClass="entr" presetSubtype="0" fill="hold" nodeType="withEffect">
                                  <p:stCondLst>
                                    <p:cond delay="0"/>
                                  </p:stCondLst>
                                  <p:childTnLst>
                                    <p:set>
                                      <p:cBhvr>
                                        <p:cTn id="144" dur="1" fill="hold">
                                          <p:stCondLst>
                                            <p:cond delay="0"/>
                                          </p:stCondLst>
                                        </p:cTn>
                                        <p:tgtEl>
                                          <p:spTgt spid="27"/>
                                        </p:tgtEl>
                                        <p:attrNameLst>
                                          <p:attrName>style.visibility</p:attrName>
                                        </p:attrNameLst>
                                      </p:cBhvr>
                                      <p:to>
                                        <p:strVal val="visible"/>
                                      </p:to>
                                    </p:set>
                                    <p:anim from="(-#ppt_w/2)" to="(#ppt_x)" calcmode="lin" valueType="num">
                                      <p:cBhvr>
                                        <p:cTn id="145" dur="600" fill="hold">
                                          <p:stCondLst>
                                            <p:cond delay="0"/>
                                          </p:stCondLst>
                                        </p:cTn>
                                        <p:tgtEl>
                                          <p:spTgt spid="27"/>
                                        </p:tgtEl>
                                        <p:attrNameLst>
                                          <p:attrName>ppt_x</p:attrName>
                                        </p:attrNameLst>
                                      </p:cBhvr>
                                    </p:anim>
                                    <p:anim from="0" to="-1.0" calcmode="lin" valueType="num">
                                      <p:cBhvr>
                                        <p:cTn id="146" dur="200" decel="50000" autoRev="1" fill="hold">
                                          <p:stCondLst>
                                            <p:cond delay="600"/>
                                          </p:stCondLst>
                                        </p:cTn>
                                        <p:tgtEl>
                                          <p:spTgt spid="27"/>
                                        </p:tgtEl>
                                        <p:attrNameLst>
                                          <p:attrName>xshear</p:attrName>
                                        </p:attrNameLst>
                                      </p:cBhvr>
                                    </p:anim>
                                    <p:animScale>
                                      <p:cBhvr>
                                        <p:cTn id="147" dur="200" decel="100000" autoRev="1" fill="hold">
                                          <p:stCondLst>
                                            <p:cond delay="600"/>
                                          </p:stCondLst>
                                        </p:cTn>
                                        <p:tgtEl>
                                          <p:spTgt spid="27"/>
                                        </p:tgtEl>
                                      </p:cBhvr>
                                      <p:from x="100000" y="100000"/>
                                      <p:to x="80000" y="100000"/>
                                    </p:animScale>
                                    <p:anim by="(#ppt_h/3+#ppt_w*0.1)" calcmode="lin" valueType="num">
                                      <p:cBhvr additive="sum">
                                        <p:cTn id="148" dur="200" decel="100000" autoRev="1" fill="hold">
                                          <p:stCondLst>
                                            <p:cond delay="600"/>
                                          </p:stCondLst>
                                        </p:cTn>
                                        <p:tgtEl>
                                          <p:spTgt spid="27"/>
                                        </p:tgtEl>
                                        <p:attrNameLst>
                                          <p:attrName>ppt_x</p:attrName>
                                        </p:attrNameLst>
                                      </p:cBhvr>
                                    </p:anim>
                                  </p:childTnLst>
                                </p:cTn>
                              </p:par>
                              <p:par>
                                <p:cTn id="149" presetID="34" presetClass="entr" presetSubtype="0" fill="hold" grpId="0" nodeType="withEffect">
                                  <p:stCondLst>
                                    <p:cond delay="0"/>
                                  </p:stCondLst>
                                  <p:childTnLst>
                                    <p:set>
                                      <p:cBhvr>
                                        <p:cTn id="150" dur="1" fill="hold">
                                          <p:stCondLst>
                                            <p:cond delay="0"/>
                                          </p:stCondLst>
                                        </p:cTn>
                                        <p:tgtEl>
                                          <p:spTgt spid="10245"/>
                                        </p:tgtEl>
                                        <p:attrNameLst>
                                          <p:attrName>style.visibility</p:attrName>
                                        </p:attrNameLst>
                                      </p:cBhvr>
                                      <p:to>
                                        <p:strVal val="visible"/>
                                      </p:to>
                                    </p:set>
                                    <p:anim from="(-#ppt_w/2)" to="(#ppt_x)" calcmode="lin" valueType="num">
                                      <p:cBhvr>
                                        <p:cTn id="151" dur="600" fill="hold">
                                          <p:stCondLst>
                                            <p:cond delay="0"/>
                                          </p:stCondLst>
                                        </p:cTn>
                                        <p:tgtEl>
                                          <p:spTgt spid="10245"/>
                                        </p:tgtEl>
                                        <p:attrNameLst>
                                          <p:attrName>ppt_x</p:attrName>
                                        </p:attrNameLst>
                                      </p:cBhvr>
                                    </p:anim>
                                    <p:anim from="0" to="-1.0" calcmode="lin" valueType="num">
                                      <p:cBhvr>
                                        <p:cTn id="152" dur="200" decel="50000" autoRev="1" fill="hold">
                                          <p:stCondLst>
                                            <p:cond delay="600"/>
                                          </p:stCondLst>
                                        </p:cTn>
                                        <p:tgtEl>
                                          <p:spTgt spid="10245"/>
                                        </p:tgtEl>
                                        <p:attrNameLst>
                                          <p:attrName>xshear</p:attrName>
                                        </p:attrNameLst>
                                      </p:cBhvr>
                                    </p:anim>
                                    <p:animScale>
                                      <p:cBhvr>
                                        <p:cTn id="153" dur="200" decel="100000" autoRev="1" fill="hold">
                                          <p:stCondLst>
                                            <p:cond delay="600"/>
                                          </p:stCondLst>
                                        </p:cTn>
                                        <p:tgtEl>
                                          <p:spTgt spid="10245"/>
                                        </p:tgtEl>
                                      </p:cBhvr>
                                      <p:from x="100000" y="100000"/>
                                      <p:to x="80000" y="100000"/>
                                    </p:animScale>
                                    <p:anim by="(#ppt_h/3+#ppt_w*0.1)" calcmode="lin" valueType="num">
                                      <p:cBhvr additive="sum">
                                        <p:cTn id="154" dur="200" decel="100000" autoRev="1" fill="hold">
                                          <p:stCondLst>
                                            <p:cond delay="600"/>
                                          </p:stCondLst>
                                        </p:cTn>
                                        <p:tgtEl>
                                          <p:spTgt spid="10245"/>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animBg="1"/>
      <p:bldP spid="10245" grpId="0" animBg="1"/>
      <p:bldP spid="10246" grpId="0" animBg="1"/>
      <p:bldP spid="10247" grpId="0" animBg="1"/>
      <p:bldP spid="10248" grpId="0" animBg="1"/>
      <p:bldP spid="21" grpId="0" animBg="1"/>
      <p:bldP spid="22" grpId="0" animBg="1"/>
      <p:bldP spid="23" grpId="0" animBg="1"/>
      <p:bldP spid="24" grpId="0" animBg="1"/>
      <p:bldP spid="25" grpId="0" animBg="1"/>
      <p:bldP spid="28" grpId="0" animBg="1"/>
      <p:bldP spid="10257" grpId="0" animBg="1"/>
      <p:bldP spid="10258" grpId="0" animBg="1"/>
      <p:bldP spid="10259" grpId="0" animBg="1"/>
      <p:bldP spid="10260" grpId="0" animBg="1"/>
      <p:bldP spid="10261"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algn="ctr"/>
            <a:r>
              <a:rPr lang="en-US"/>
              <a:t>Representation of Queue</a:t>
            </a:r>
          </a:p>
        </p:txBody>
      </p:sp>
      <p:sp>
        <p:nvSpPr>
          <p:cNvPr id="9219" name="Content Placeholder 2"/>
          <p:cNvSpPr>
            <a:spLocks noGrp="1"/>
          </p:cNvSpPr>
          <p:nvPr>
            <p:ph idx="1"/>
          </p:nvPr>
        </p:nvSpPr>
        <p:spPr>
          <a:xfrm>
            <a:off x="1981200" y="2133600"/>
            <a:ext cx="8229600" cy="4389438"/>
          </a:xfrm>
        </p:spPr>
        <p:txBody>
          <a:bodyPr/>
          <a:lstStyle/>
          <a:p>
            <a:endParaRPr lang="en-US"/>
          </a:p>
          <a:p>
            <a:endParaRPr lang="en-US"/>
          </a:p>
          <a:p>
            <a:endParaRPr lang="en-US"/>
          </a:p>
          <a:p>
            <a:endParaRPr lang="en-US"/>
          </a:p>
          <a:p>
            <a:r>
              <a:rPr lang="en-US"/>
              <a:t>Enqueue:</a:t>
            </a:r>
          </a:p>
          <a:p>
            <a:endParaRPr lang="en-US"/>
          </a:p>
          <a:p>
            <a:endParaRPr lang="en-US"/>
          </a:p>
          <a:p>
            <a:endParaRPr lang="en-US"/>
          </a:p>
          <a:p>
            <a:endParaRPr lang="en-US"/>
          </a:p>
        </p:txBody>
      </p:sp>
      <p:sp>
        <p:nvSpPr>
          <p:cNvPr id="9220" name="Rectangle 5"/>
          <p:cNvSpPr>
            <a:spLocks noChangeArrowheads="1"/>
          </p:cNvSpPr>
          <p:nvPr/>
        </p:nvSpPr>
        <p:spPr bwMode="auto">
          <a:xfrm>
            <a:off x="3533775" y="2286000"/>
            <a:ext cx="3962400" cy="463550"/>
          </a:xfrm>
          <a:prstGeom prst="rect">
            <a:avLst/>
          </a:prstGeom>
          <a:solidFill>
            <a:schemeClr val="accent1"/>
          </a:solidFill>
          <a:ln w="381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p>
        </p:txBody>
      </p:sp>
      <p:sp>
        <p:nvSpPr>
          <p:cNvPr id="9221" name="Line 6"/>
          <p:cNvSpPr>
            <a:spLocks noChangeShapeType="1"/>
          </p:cNvSpPr>
          <p:nvPr/>
        </p:nvSpPr>
        <p:spPr bwMode="auto">
          <a:xfrm flipH="1">
            <a:off x="2855913" y="2749550"/>
            <a:ext cx="8302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2" name="Line 7"/>
          <p:cNvSpPr>
            <a:spLocks noChangeShapeType="1"/>
          </p:cNvSpPr>
          <p:nvPr/>
        </p:nvSpPr>
        <p:spPr bwMode="auto">
          <a:xfrm flipH="1">
            <a:off x="7173913" y="2749550"/>
            <a:ext cx="8318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3" name="Line 8"/>
          <p:cNvSpPr>
            <a:spLocks noChangeShapeType="1"/>
          </p:cNvSpPr>
          <p:nvPr/>
        </p:nvSpPr>
        <p:spPr bwMode="auto">
          <a:xfrm flipH="1">
            <a:off x="7173913" y="2286000"/>
            <a:ext cx="8318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4" name="Line 9"/>
          <p:cNvSpPr>
            <a:spLocks noChangeShapeType="1"/>
          </p:cNvSpPr>
          <p:nvPr/>
        </p:nvSpPr>
        <p:spPr bwMode="auto">
          <a:xfrm flipH="1">
            <a:off x="2855913" y="2286000"/>
            <a:ext cx="8302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 name="Text Box 12"/>
          <p:cNvSpPr txBox="1">
            <a:spLocks noChangeArrowheads="1"/>
          </p:cNvSpPr>
          <p:nvPr/>
        </p:nvSpPr>
        <p:spPr bwMode="auto">
          <a:xfrm>
            <a:off x="8337550" y="4897439"/>
            <a:ext cx="1143000" cy="484187"/>
          </a:xfrm>
          <a:prstGeom prst="rect">
            <a:avLst/>
          </a:prstGeom>
          <a:solidFill>
            <a:schemeClr val="accent3">
              <a:lumMod val="65000"/>
            </a:schemeClr>
          </a:solidFill>
          <a:ln w="38100">
            <a:solidFill>
              <a:schemeClr val="tx1"/>
            </a:solidFill>
            <a:miter lim="800000"/>
            <a:headEnd/>
            <a:tailEnd/>
          </a:ln>
          <a:effectLst/>
        </p:spPr>
        <p:txBody>
          <a:bodyPr>
            <a:spAutoFit/>
          </a:bodyPr>
          <a:lstStyle/>
          <a:p>
            <a:pPr>
              <a:lnSpc>
                <a:spcPct val="70000"/>
              </a:lnSpc>
              <a:spcBef>
                <a:spcPct val="50000"/>
              </a:spcBef>
              <a:defRPr/>
            </a:pPr>
            <a:r>
              <a:rPr lang="en-US" dirty="0">
                <a:solidFill>
                  <a:srgbClr val="FFFFFF"/>
                </a:solidFill>
                <a:latin typeface="Arial" charset="0"/>
              </a:rPr>
              <a:t>Add element</a:t>
            </a:r>
          </a:p>
        </p:txBody>
      </p:sp>
      <p:sp>
        <p:nvSpPr>
          <p:cNvPr id="23" name="Text Box 14"/>
          <p:cNvSpPr txBox="1">
            <a:spLocks noChangeArrowheads="1"/>
          </p:cNvSpPr>
          <p:nvPr/>
        </p:nvSpPr>
        <p:spPr bwMode="auto">
          <a:xfrm>
            <a:off x="5519739" y="2997200"/>
            <a:ext cx="777875" cy="368300"/>
          </a:xfrm>
          <a:prstGeom prst="rect">
            <a:avLst/>
          </a:prstGeom>
          <a:solidFill>
            <a:schemeClr val="tx2">
              <a:lumMod val="65000"/>
            </a:schemeClr>
          </a:solidFill>
          <a:ln w="38100">
            <a:solidFill>
              <a:schemeClr val="tx1"/>
            </a:solidFill>
            <a:miter lim="800000"/>
            <a:headEnd/>
            <a:tailEnd/>
          </a:ln>
          <a:effectLst/>
        </p:spPr>
        <p:txBody>
          <a:bodyPr>
            <a:spAutoFit/>
          </a:bodyPr>
          <a:lstStyle/>
          <a:p>
            <a:pPr>
              <a:spcBef>
                <a:spcPct val="50000"/>
              </a:spcBef>
              <a:defRPr/>
            </a:pPr>
            <a:r>
              <a:rPr lang="en-US" b="1" dirty="0">
                <a:solidFill>
                  <a:srgbClr val="FFFFFF"/>
                </a:solidFill>
                <a:latin typeface="Arial" charset="0"/>
              </a:rPr>
              <a:t>Rear</a:t>
            </a:r>
          </a:p>
        </p:txBody>
      </p:sp>
      <p:sp>
        <p:nvSpPr>
          <p:cNvPr id="24" name="Text Box 15"/>
          <p:cNvSpPr txBox="1">
            <a:spLocks noChangeArrowheads="1"/>
          </p:cNvSpPr>
          <p:nvPr/>
        </p:nvSpPr>
        <p:spPr bwMode="auto">
          <a:xfrm>
            <a:off x="3686175" y="3068639"/>
            <a:ext cx="825500" cy="369887"/>
          </a:xfrm>
          <a:prstGeom prst="rect">
            <a:avLst/>
          </a:prstGeom>
          <a:solidFill>
            <a:schemeClr val="tx2">
              <a:lumMod val="65000"/>
            </a:schemeClr>
          </a:solidFill>
          <a:ln w="38100">
            <a:solidFill>
              <a:schemeClr val="tx1"/>
            </a:solidFill>
            <a:miter lim="800000"/>
            <a:headEnd/>
            <a:tailEnd/>
          </a:ln>
          <a:effectLst/>
        </p:spPr>
        <p:txBody>
          <a:bodyPr>
            <a:spAutoFit/>
          </a:bodyPr>
          <a:lstStyle/>
          <a:p>
            <a:pPr>
              <a:spcBef>
                <a:spcPct val="50000"/>
              </a:spcBef>
              <a:defRPr/>
            </a:pPr>
            <a:r>
              <a:rPr lang="en-US" b="1" dirty="0">
                <a:solidFill>
                  <a:srgbClr val="FFFFFF"/>
                </a:solidFill>
                <a:latin typeface="Arial" charset="0"/>
              </a:rPr>
              <a:t>Front</a:t>
            </a:r>
          </a:p>
        </p:txBody>
      </p:sp>
      <p:cxnSp>
        <p:nvCxnSpPr>
          <p:cNvPr id="25" name="Straight Arrow Connector 24"/>
          <p:cNvCxnSpPr/>
          <p:nvPr/>
        </p:nvCxnSpPr>
        <p:spPr>
          <a:xfrm rot="10800000">
            <a:off x="7589838" y="5207000"/>
            <a:ext cx="7620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3609975" y="2319338"/>
            <a:ext cx="914400" cy="381000"/>
          </a:xfrm>
          <a:prstGeom prst="rect">
            <a:avLst/>
          </a:prstGeom>
          <a:solidFill>
            <a:srgbClr val="FFC000"/>
          </a:solidFill>
          <a:ln>
            <a:solidFill>
              <a:schemeClr val="tx1"/>
            </a:solidFill>
          </a:ln>
        </p:spPr>
        <p:txBody>
          <a:bodyPr>
            <a:spAutoFit/>
          </a:bodyPr>
          <a:lstStyle/>
          <a:p>
            <a:pPr algn="ctr">
              <a:defRPr/>
            </a:pPr>
            <a:r>
              <a:rPr lang="en-US" b="1" dirty="0">
                <a:solidFill>
                  <a:schemeClr val="accent3"/>
                </a:solidFill>
                <a:latin typeface="Arial" charset="0"/>
              </a:rPr>
              <a:t>A</a:t>
            </a:r>
          </a:p>
        </p:txBody>
      </p:sp>
      <p:sp>
        <p:nvSpPr>
          <p:cNvPr id="27" name="TextBox 26"/>
          <p:cNvSpPr txBox="1"/>
          <p:nvPr/>
        </p:nvSpPr>
        <p:spPr>
          <a:xfrm>
            <a:off x="4524375" y="2319338"/>
            <a:ext cx="914400" cy="381000"/>
          </a:xfrm>
          <a:prstGeom prst="rect">
            <a:avLst/>
          </a:prstGeom>
          <a:solidFill>
            <a:srgbClr val="FFC000"/>
          </a:solidFill>
          <a:ln>
            <a:solidFill>
              <a:schemeClr val="tx1"/>
            </a:solidFill>
          </a:ln>
        </p:spPr>
        <p:txBody>
          <a:bodyPr>
            <a:spAutoFit/>
          </a:bodyPr>
          <a:lstStyle/>
          <a:p>
            <a:pPr algn="ctr">
              <a:defRPr/>
            </a:pPr>
            <a:r>
              <a:rPr lang="en-US" b="1" dirty="0">
                <a:solidFill>
                  <a:schemeClr val="accent3"/>
                </a:solidFill>
                <a:latin typeface="Arial" charset="0"/>
              </a:rPr>
              <a:t>B</a:t>
            </a:r>
          </a:p>
        </p:txBody>
      </p:sp>
      <p:sp>
        <p:nvSpPr>
          <p:cNvPr id="28" name="TextBox 27"/>
          <p:cNvSpPr txBox="1"/>
          <p:nvPr/>
        </p:nvSpPr>
        <p:spPr>
          <a:xfrm>
            <a:off x="5438775" y="2319338"/>
            <a:ext cx="914400" cy="381000"/>
          </a:xfrm>
          <a:prstGeom prst="rect">
            <a:avLst/>
          </a:prstGeom>
          <a:solidFill>
            <a:srgbClr val="FFC000"/>
          </a:solidFill>
          <a:ln>
            <a:solidFill>
              <a:schemeClr val="tx1"/>
            </a:solidFill>
          </a:ln>
        </p:spPr>
        <p:txBody>
          <a:bodyPr>
            <a:spAutoFit/>
          </a:bodyPr>
          <a:lstStyle/>
          <a:p>
            <a:pPr algn="ctr">
              <a:defRPr/>
            </a:pPr>
            <a:r>
              <a:rPr lang="en-US" b="1" dirty="0">
                <a:solidFill>
                  <a:schemeClr val="accent3"/>
                </a:solidFill>
                <a:latin typeface="Arial" charset="0"/>
              </a:rPr>
              <a:t>C</a:t>
            </a:r>
          </a:p>
        </p:txBody>
      </p:sp>
      <p:cxnSp>
        <p:nvCxnSpPr>
          <p:cNvPr id="29" name="Straight Arrow Connector 28"/>
          <p:cNvCxnSpPr/>
          <p:nvPr/>
        </p:nvCxnSpPr>
        <p:spPr>
          <a:xfrm rot="5400000" flipH="1" flipV="1">
            <a:off x="3913188" y="2895601"/>
            <a:ext cx="304800" cy="317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5400000" flipH="1" flipV="1">
            <a:off x="5833269" y="2856706"/>
            <a:ext cx="2286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7" name="Rectangle 5"/>
          <p:cNvSpPr>
            <a:spLocks noChangeArrowheads="1"/>
          </p:cNvSpPr>
          <p:nvPr/>
        </p:nvSpPr>
        <p:spPr bwMode="auto">
          <a:xfrm>
            <a:off x="3495675" y="4941888"/>
            <a:ext cx="3962400" cy="463550"/>
          </a:xfrm>
          <a:prstGeom prst="rect">
            <a:avLst/>
          </a:prstGeom>
          <a:solidFill>
            <a:schemeClr val="accent1"/>
          </a:solidFill>
          <a:ln w="381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p>
        </p:txBody>
      </p:sp>
      <p:sp>
        <p:nvSpPr>
          <p:cNvPr id="48" name="Line 6"/>
          <p:cNvSpPr>
            <a:spLocks noChangeShapeType="1"/>
          </p:cNvSpPr>
          <p:nvPr/>
        </p:nvSpPr>
        <p:spPr bwMode="auto">
          <a:xfrm flipH="1">
            <a:off x="2817813" y="5405438"/>
            <a:ext cx="8302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 name="Line 7"/>
          <p:cNvSpPr>
            <a:spLocks noChangeShapeType="1"/>
          </p:cNvSpPr>
          <p:nvPr/>
        </p:nvSpPr>
        <p:spPr bwMode="auto">
          <a:xfrm flipH="1">
            <a:off x="7135813" y="5405438"/>
            <a:ext cx="8318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 name="Line 8"/>
          <p:cNvSpPr>
            <a:spLocks noChangeShapeType="1"/>
          </p:cNvSpPr>
          <p:nvPr/>
        </p:nvSpPr>
        <p:spPr bwMode="auto">
          <a:xfrm flipH="1">
            <a:off x="7135813" y="4941888"/>
            <a:ext cx="8318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 name="Line 9"/>
          <p:cNvSpPr>
            <a:spLocks noChangeShapeType="1"/>
          </p:cNvSpPr>
          <p:nvPr/>
        </p:nvSpPr>
        <p:spPr bwMode="auto">
          <a:xfrm flipH="1">
            <a:off x="2817813" y="4941888"/>
            <a:ext cx="8302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 name="Text Box 14"/>
          <p:cNvSpPr txBox="1">
            <a:spLocks noChangeArrowheads="1"/>
          </p:cNvSpPr>
          <p:nvPr/>
        </p:nvSpPr>
        <p:spPr bwMode="auto">
          <a:xfrm>
            <a:off x="6672264" y="5661025"/>
            <a:ext cx="777875" cy="369888"/>
          </a:xfrm>
          <a:prstGeom prst="rect">
            <a:avLst/>
          </a:prstGeom>
          <a:solidFill>
            <a:schemeClr val="tx2">
              <a:lumMod val="65000"/>
            </a:schemeClr>
          </a:solidFill>
          <a:ln w="38100">
            <a:solidFill>
              <a:schemeClr val="tx1"/>
            </a:solidFill>
            <a:miter lim="800000"/>
            <a:headEnd/>
            <a:tailEnd/>
          </a:ln>
          <a:effectLst/>
        </p:spPr>
        <p:txBody>
          <a:bodyPr>
            <a:spAutoFit/>
          </a:bodyPr>
          <a:lstStyle/>
          <a:p>
            <a:pPr>
              <a:spcBef>
                <a:spcPct val="50000"/>
              </a:spcBef>
              <a:defRPr/>
            </a:pPr>
            <a:r>
              <a:rPr lang="en-US" b="1" dirty="0">
                <a:solidFill>
                  <a:srgbClr val="FFFFFF"/>
                </a:solidFill>
                <a:latin typeface="Arial" charset="0"/>
              </a:rPr>
              <a:t>Rear</a:t>
            </a:r>
          </a:p>
        </p:txBody>
      </p:sp>
      <p:sp>
        <p:nvSpPr>
          <p:cNvPr id="53" name="Text Box 15"/>
          <p:cNvSpPr txBox="1">
            <a:spLocks noChangeArrowheads="1"/>
          </p:cNvSpPr>
          <p:nvPr/>
        </p:nvSpPr>
        <p:spPr bwMode="auto">
          <a:xfrm>
            <a:off x="3614738" y="5732464"/>
            <a:ext cx="825500" cy="369887"/>
          </a:xfrm>
          <a:prstGeom prst="rect">
            <a:avLst/>
          </a:prstGeom>
          <a:solidFill>
            <a:schemeClr val="tx2">
              <a:lumMod val="65000"/>
            </a:schemeClr>
          </a:solidFill>
          <a:ln w="38100">
            <a:solidFill>
              <a:schemeClr val="tx1"/>
            </a:solidFill>
            <a:miter lim="800000"/>
            <a:headEnd/>
            <a:tailEnd/>
          </a:ln>
          <a:effectLst/>
        </p:spPr>
        <p:txBody>
          <a:bodyPr>
            <a:spAutoFit/>
          </a:bodyPr>
          <a:lstStyle/>
          <a:p>
            <a:pPr>
              <a:spcBef>
                <a:spcPct val="50000"/>
              </a:spcBef>
              <a:defRPr/>
            </a:pPr>
            <a:r>
              <a:rPr lang="en-US" b="1" dirty="0">
                <a:solidFill>
                  <a:srgbClr val="FFFFFF"/>
                </a:solidFill>
                <a:latin typeface="Arial" charset="0"/>
              </a:rPr>
              <a:t>Front</a:t>
            </a:r>
          </a:p>
        </p:txBody>
      </p:sp>
      <p:sp>
        <p:nvSpPr>
          <p:cNvPr id="54" name="TextBox 53"/>
          <p:cNvSpPr txBox="1"/>
          <p:nvPr/>
        </p:nvSpPr>
        <p:spPr>
          <a:xfrm>
            <a:off x="3571875" y="4975225"/>
            <a:ext cx="914400" cy="381000"/>
          </a:xfrm>
          <a:prstGeom prst="rect">
            <a:avLst/>
          </a:prstGeom>
          <a:solidFill>
            <a:srgbClr val="FFC000"/>
          </a:solidFill>
          <a:ln>
            <a:solidFill>
              <a:schemeClr val="tx1"/>
            </a:solidFill>
          </a:ln>
        </p:spPr>
        <p:txBody>
          <a:bodyPr>
            <a:spAutoFit/>
          </a:bodyPr>
          <a:lstStyle/>
          <a:p>
            <a:pPr algn="ctr">
              <a:defRPr/>
            </a:pPr>
            <a:r>
              <a:rPr lang="en-US" b="1" dirty="0">
                <a:solidFill>
                  <a:schemeClr val="accent3"/>
                </a:solidFill>
                <a:latin typeface="Arial" charset="0"/>
              </a:rPr>
              <a:t>A</a:t>
            </a:r>
          </a:p>
        </p:txBody>
      </p:sp>
      <p:sp>
        <p:nvSpPr>
          <p:cNvPr id="55" name="TextBox 54"/>
          <p:cNvSpPr txBox="1"/>
          <p:nvPr/>
        </p:nvSpPr>
        <p:spPr>
          <a:xfrm>
            <a:off x="4486275" y="4975225"/>
            <a:ext cx="914400" cy="381000"/>
          </a:xfrm>
          <a:prstGeom prst="rect">
            <a:avLst/>
          </a:prstGeom>
          <a:solidFill>
            <a:srgbClr val="FFC000"/>
          </a:solidFill>
          <a:ln>
            <a:solidFill>
              <a:schemeClr val="tx1"/>
            </a:solidFill>
          </a:ln>
        </p:spPr>
        <p:txBody>
          <a:bodyPr>
            <a:spAutoFit/>
          </a:bodyPr>
          <a:lstStyle/>
          <a:p>
            <a:pPr algn="ctr">
              <a:defRPr/>
            </a:pPr>
            <a:r>
              <a:rPr lang="en-US" b="1" dirty="0">
                <a:solidFill>
                  <a:schemeClr val="accent3"/>
                </a:solidFill>
                <a:latin typeface="Arial" charset="0"/>
              </a:rPr>
              <a:t>B</a:t>
            </a:r>
          </a:p>
        </p:txBody>
      </p:sp>
      <p:sp>
        <p:nvSpPr>
          <p:cNvPr id="56" name="TextBox 55"/>
          <p:cNvSpPr txBox="1"/>
          <p:nvPr/>
        </p:nvSpPr>
        <p:spPr>
          <a:xfrm>
            <a:off x="5400675" y="4975225"/>
            <a:ext cx="914400" cy="381000"/>
          </a:xfrm>
          <a:prstGeom prst="rect">
            <a:avLst/>
          </a:prstGeom>
          <a:solidFill>
            <a:srgbClr val="FFC000"/>
          </a:solidFill>
          <a:ln>
            <a:solidFill>
              <a:schemeClr val="tx1"/>
            </a:solidFill>
          </a:ln>
        </p:spPr>
        <p:txBody>
          <a:bodyPr>
            <a:spAutoFit/>
          </a:bodyPr>
          <a:lstStyle/>
          <a:p>
            <a:pPr algn="ctr">
              <a:defRPr/>
            </a:pPr>
            <a:r>
              <a:rPr lang="en-US" b="1" dirty="0">
                <a:solidFill>
                  <a:schemeClr val="accent3"/>
                </a:solidFill>
                <a:latin typeface="Arial" charset="0"/>
              </a:rPr>
              <a:t>C</a:t>
            </a:r>
          </a:p>
        </p:txBody>
      </p:sp>
      <p:cxnSp>
        <p:nvCxnSpPr>
          <p:cNvPr id="57" name="Straight Arrow Connector 56"/>
          <p:cNvCxnSpPr/>
          <p:nvPr/>
        </p:nvCxnSpPr>
        <p:spPr>
          <a:xfrm rot="5400000" flipH="1" flipV="1">
            <a:off x="3875088" y="5551488"/>
            <a:ext cx="304800" cy="317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rot="5400000" flipH="1" flipV="1">
            <a:off x="6928644" y="5545931"/>
            <a:ext cx="2286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6694488" y="4941888"/>
            <a:ext cx="914400" cy="381000"/>
          </a:xfrm>
          <a:prstGeom prst="rect">
            <a:avLst/>
          </a:prstGeom>
          <a:solidFill>
            <a:srgbClr val="FFC000"/>
          </a:solidFill>
          <a:ln>
            <a:solidFill>
              <a:schemeClr val="accent2">
                <a:lumMod val="75000"/>
              </a:schemeClr>
            </a:solidFill>
          </a:ln>
        </p:spPr>
        <p:txBody>
          <a:bodyPr>
            <a:spAutoFit/>
          </a:bodyPr>
          <a:lstStyle/>
          <a:p>
            <a:pPr algn="ctr">
              <a:defRPr/>
            </a:pPr>
            <a:r>
              <a:rPr lang="en-US" b="1" dirty="0">
                <a:solidFill>
                  <a:schemeClr val="accent3"/>
                </a:solidFill>
                <a:latin typeface="Arial" charset="0"/>
              </a:rPr>
              <a:t>D</a:t>
            </a:r>
          </a:p>
        </p:txBody>
      </p:sp>
      <p:sp>
        <p:nvSpPr>
          <p:cNvPr id="60" name="Date Placeholder 59"/>
          <p:cNvSpPr>
            <a:spLocks noGrp="1"/>
          </p:cNvSpPr>
          <p:nvPr>
            <p:ph type="dt" sz="quarter" idx="10"/>
          </p:nvPr>
        </p:nvSpPr>
        <p:spPr/>
        <p:txBody>
          <a:bodyPr/>
          <a:lstStyle/>
          <a:p>
            <a:pPr>
              <a:defRPr/>
            </a:pPr>
            <a:fld id="{C735747F-1F24-4885-BEBA-19A1C98C711D}" type="datetime1">
              <a:rPr lang="en-US" smtClean="0"/>
              <a:pPr>
                <a:defRPr/>
              </a:pPr>
              <a:t>9/30/2024</a:t>
            </a:fld>
            <a:endParaRPr lang="en-IN"/>
          </a:p>
        </p:txBody>
      </p:sp>
      <p:sp>
        <p:nvSpPr>
          <p:cNvPr id="61" name="Slide Number Placeholder 60"/>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B92F253-69BD-45E8-9CB2-49BA97FB894A}" type="slidenum">
              <a:rPr lang="en-IN">
                <a:solidFill>
                  <a:srgbClr val="045C75"/>
                </a:solidFill>
                <a:latin typeface="Constantia" panose="02030602050306030303" pitchFamily="18" charset="0"/>
              </a:rPr>
              <a:pPr eaLnBrk="1" hangingPunct="1"/>
              <a:t>43</a:t>
            </a:fld>
            <a:endParaRPr lang="en-IN">
              <a:solidFill>
                <a:srgbClr val="045C75"/>
              </a:solidFill>
              <a:latin typeface="Constantia" panose="02030602050306030303" pitchFamily="18" charset="0"/>
            </a:endParaRPr>
          </a:p>
        </p:txBody>
      </p:sp>
      <p:sp>
        <p:nvSpPr>
          <p:cNvPr id="62" name="Footer Placeholder 61"/>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8997941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219">
                                            <p:txEl>
                                              <p:pRg st="4" end="4"/>
                                            </p:txEl>
                                          </p:spTgt>
                                        </p:tgtEl>
                                        <p:attrNameLst>
                                          <p:attrName>style.visibility</p:attrName>
                                        </p:attrNameLst>
                                      </p:cBhvr>
                                      <p:to>
                                        <p:strVal val="visible"/>
                                      </p:to>
                                    </p:set>
                                    <p:anim calcmode="lin" valueType="num">
                                      <p:cBhvr additive="base">
                                        <p:cTn id="7" dur="500" fill="hold"/>
                                        <p:tgtEl>
                                          <p:spTgt spid="9219">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1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63" presetClass="path" presetSubtype="0" accel="50000" decel="50000" autoRev="1" fill="hold" nodeType="clickEffect">
                                  <p:stCondLst>
                                    <p:cond delay="0"/>
                                  </p:stCondLst>
                                  <p:childTnLst>
                                    <p:animMotion origin="layout" path="M -4.16667E-6 4.81481E-6 L 0.11059 -0.00047 " pathEditMode="relative" rAng="0" ptsTypes="AA">
                                      <p:cBhvr>
                                        <p:cTn id="12" dur="2000" fill="hold"/>
                                        <p:tgtEl>
                                          <p:spTgt spid="30"/>
                                        </p:tgtEl>
                                        <p:attrNameLst>
                                          <p:attrName>ppt_x</p:attrName>
                                          <p:attrName>ppt_y</p:attrName>
                                        </p:attrNameLst>
                                      </p:cBhvr>
                                      <p:rCtr x="5521" y="-23"/>
                                    </p:animMotion>
                                  </p:childTnLst>
                                </p:cTn>
                              </p:par>
                              <p:par>
                                <p:cTn id="13" presetID="63" presetClass="path" presetSubtype="0" accel="50000" decel="50000" autoRev="1" fill="hold" grpId="0" nodeType="withEffect">
                                  <p:stCondLst>
                                    <p:cond delay="0"/>
                                  </p:stCondLst>
                                  <p:childTnLst>
                                    <p:animMotion origin="layout" path="M -3.88889E-6 1.11111E-6 L 0.11493 -0.00579 " pathEditMode="relative" rAng="0" ptsTypes="AA">
                                      <p:cBhvr>
                                        <p:cTn id="14" dur="2000" fill="hold"/>
                                        <p:tgtEl>
                                          <p:spTgt spid="23"/>
                                        </p:tgtEl>
                                        <p:attrNameLst>
                                          <p:attrName>ppt_x</p:attrName>
                                          <p:attrName>ppt_y</p:attrName>
                                        </p:attrNameLst>
                                      </p:cBhvr>
                                      <p:rCtr x="5747" y="-301"/>
                                    </p:animMotion>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1"/>
                                        </p:tgtEl>
                                        <p:attrNameLst>
                                          <p:attrName>style.visibility</p:attrName>
                                        </p:attrNameLst>
                                      </p:cBhvr>
                                      <p:to>
                                        <p:strVal val="visible"/>
                                      </p:to>
                                    </p:set>
                                    <p:anim calcmode="lin" valueType="num">
                                      <p:cBhvr additive="base">
                                        <p:cTn id="19" dur="500" fill="hold"/>
                                        <p:tgtEl>
                                          <p:spTgt spid="51"/>
                                        </p:tgtEl>
                                        <p:attrNameLst>
                                          <p:attrName>ppt_x</p:attrName>
                                        </p:attrNameLst>
                                      </p:cBhvr>
                                      <p:tavLst>
                                        <p:tav tm="0">
                                          <p:val>
                                            <p:strVal val="#ppt_x"/>
                                          </p:val>
                                        </p:tav>
                                        <p:tav tm="100000">
                                          <p:val>
                                            <p:strVal val="#ppt_x"/>
                                          </p:val>
                                        </p:tav>
                                      </p:tavLst>
                                    </p:anim>
                                    <p:anim calcmode="lin" valueType="num">
                                      <p:cBhvr additive="base">
                                        <p:cTn id="20" dur="500" fill="hold"/>
                                        <p:tgtEl>
                                          <p:spTgt spid="51"/>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4"/>
                                        </p:tgtEl>
                                        <p:attrNameLst>
                                          <p:attrName>style.visibility</p:attrName>
                                        </p:attrNameLst>
                                      </p:cBhvr>
                                      <p:to>
                                        <p:strVal val="visible"/>
                                      </p:to>
                                    </p:set>
                                    <p:anim calcmode="lin" valueType="num">
                                      <p:cBhvr additive="base">
                                        <p:cTn id="23" dur="500" fill="hold"/>
                                        <p:tgtEl>
                                          <p:spTgt spid="54"/>
                                        </p:tgtEl>
                                        <p:attrNameLst>
                                          <p:attrName>ppt_x</p:attrName>
                                        </p:attrNameLst>
                                      </p:cBhvr>
                                      <p:tavLst>
                                        <p:tav tm="0">
                                          <p:val>
                                            <p:strVal val="#ppt_x"/>
                                          </p:val>
                                        </p:tav>
                                        <p:tav tm="100000">
                                          <p:val>
                                            <p:strVal val="#ppt_x"/>
                                          </p:val>
                                        </p:tav>
                                      </p:tavLst>
                                    </p:anim>
                                    <p:anim calcmode="lin" valueType="num">
                                      <p:cBhvr additive="base">
                                        <p:cTn id="24" dur="500" fill="hold"/>
                                        <p:tgtEl>
                                          <p:spTgt spid="5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8"/>
                                        </p:tgtEl>
                                        <p:attrNameLst>
                                          <p:attrName>style.visibility</p:attrName>
                                        </p:attrNameLst>
                                      </p:cBhvr>
                                      <p:to>
                                        <p:strVal val="visible"/>
                                      </p:to>
                                    </p:set>
                                    <p:anim calcmode="lin" valueType="num">
                                      <p:cBhvr additive="base">
                                        <p:cTn id="27" dur="500" fill="hold"/>
                                        <p:tgtEl>
                                          <p:spTgt spid="48"/>
                                        </p:tgtEl>
                                        <p:attrNameLst>
                                          <p:attrName>ppt_x</p:attrName>
                                        </p:attrNameLst>
                                      </p:cBhvr>
                                      <p:tavLst>
                                        <p:tav tm="0">
                                          <p:val>
                                            <p:strVal val="#ppt_x"/>
                                          </p:val>
                                        </p:tav>
                                        <p:tav tm="100000">
                                          <p:val>
                                            <p:strVal val="#ppt_x"/>
                                          </p:val>
                                        </p:tav>
                                      </p:tavLst>
                                    </p:anim>
                                    <p:anim calcmode="lin" valueType="num">
                                      <p:cBhvr additive="base">
                                        <p:cTn id="28" dur="500" fill="hold"/>
                                        <p:tgtEl>
                                          <p:spTgt spid="4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5"/>
                                        </p:tgtEl>
                                        <p:attrNameLst>
                                          <p:attrName>style.visibility</p:attrName>
                                        </p:attrNameLst>
                                      </p:cBhvr>
                                      <p:to>
                                        <p:strVal val="visible"/>
                                      </p:to>
                                    </p:set>
                                    <p:anim calcmode="lin" valueType="num">
                                      <p:cBhvr additive="base">
                                        <p:cTn id="31" dur="500" fill="hold"/>
                                        <p:tgtEl>
                                          <p:spTgt spid="55"/>
                                        </p:tgtEl>
                                        <p:attrNameLst>
                                          <p:attrName>ppt_x</p:attrName>
                                        </p:attrNameLst>
                                      </p:cBhvr>
                                      <p:tavLst>
                                        <p:tav tm="0">
                                          <p:val>
                                            <p:strVal val="#ppt_x"/>
                                          </p:val>
                                        </p:tav>
                                        <p:tav tm="100000">
                                          <p:val>
                                            <p:strVal val="#ppt_x"/>
                                          </p:val>
                                        </p:tav>
                                      </p:tavLst>
                                    </p:anim>
                                    <p:anim calcmode="lin" valueType="num">
                                      <p:cBhvr additive="base">
                                        <p:cTn id="32" dur="500" fill="hold"/>
                                        <p:tgtEl>
                                          <p:spTgt spid="55"/>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56"/>
                                        </p:tgtEl>
                                        <p:attrNameLst>
                                          <p:attrName>style.visibility</p:attrName>
                                        </p:attrNameLst>
                                      </p:cBhvr>
                                      <p:to>
                                        <p:strVal val="visible"/>
                                      </p:to>
                                    </p:set>
                                    <p:anim calcmode="lin" valueType="num">
                                      <p:cBhvr additive="base">
                                        <p:cTn id="35" dur="500" fill="hold"/>
                                        <p:tgtEl>
                                          <p:spTgt spid="56"/>
                                        </p:tgtEl>
                                        <p:attrNameLst>
                                          <p:attrName>ppt_x</p:attrName>
                                        </p:attrNameLst>
                                      </p:cBhvr>
                                      <p:tavLst>
                                        <p:tav tm="0">
                                          <p:val>
                                            <p:strVal val="#ppt_x"/>
                                          </p:val>
                                        </p:tav>
                                        <p:tav tm="100000">
                                          <p:val>
                                            <p:strVal val="#ppt_x"/>
                                          </p:val>
                                        </p:tav>
                                      </p:tavLst>
                                    </p:anim>
                                    <p:anim calcmode="lin" valueType="num">
                                      <p:cBhvr additive="base">
                                        <p:cTn id="36" dur="500" fill="hold"/>
                                        <p:tgtEl>
                                          <p:spTgt spid="56"/>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7"/>
                                        </p:tgtEl>
                                        <p:attrNameLst>
                                          <p:attrName>style.visibility</p:attrName>
                                        </p:attrNameLst>
                                      </p:cBhvr>
                                      <p:to>
                                        <p:strVal val="visible"/>
                                      </p:to>
                                    </p:set>
                                    <p:anim calcmode="lin" valueType="num">
                                      <p:cBhvr additive="base">
                                        <p:cTn id="39" dur="500" fill="hold"/>
                                        <p:tgtEl>
                                          <p:spTgt spid="47"/>
                                        </p:tgtEl>
                                        <p:attrNameLst>
                                          <p:attrName>ppt_x</p:attrName>
                                        </p:attrNameLst>
                                      </p:cBhvr>
                                      <p:tavLst>
                                        <p:tav tm="0">
                                          <p:val>
                                            <p:strVal val="#ppt_x"/>
                                          </p:val>
                                        </p:tav>
                                        <p:tav tm="100000">
                                          <p:val>
                                            <p:strVal val="#ppt_x"/>
                                          </p:val>
                                        </p:tav>
                                      </p:tavLst>
                                    </p:anim>
                                    <p:anim calcmode="lin" valueType="num">
                                      <p:cBhvr additive="base">
                                        <p:cTn id="40" dur="500" fill="hold"/>
                                        <p:tgtEl>
                                          <p:spTgt spid="47"/>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anim calcmode="lin" valueType="num">
                                      <p:cBhvr additive="base">
                                        <p:cTn id="43" dur="500" fill="hold"/>
                                        <p:tgtEl>
                                          <p:spTgt spid="49"/>
                                        </p:tgtEl>
                                        <p:attrNameLst>
                                          <p:attrName>ppt_x</p:attrName>
                                        </p:attrNameLst>
                                      </p:cBhvr>
                                      <p:tavLst>
                                        <p:tav tm="0">
                                          <p:val>
                                            <p:strVal val="#ppt_x"/>
                                          </p:val>
                                        </p:tav>
                                        <p:tav tm="100000">
                                          <p:val>
                                            <p:strVal val="#ppt_x"/>
                                          </p:val>
                                        </p:tav>
                                      </p:tavLst>
                                    </p:anim>
                                    <p:anim calcmode="lin" valueType="num">
                                      <p:cBhvr additive="base">
                                        <p:cTn id="44" dur="500" fill="hold"/>
                                        <p:tgtEl>
                                          <p:spTgt spid="49"/>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50"/>
                                        </p:tgtEl>
                                        <p:attrNameLst>
                                          <p:attrName>style.visibility</p:attrName>
                                        </p:attrNameLst>
                                      </p:cBhvr>
                                      <p:to>
                                        <p:strVal val="visible"/>
                                      </p:to>
                                    </p:set>
                                    <p:anim calcmode="lin" valueType="num">
                                      <p:cBhvr additive="base">
                                        <p:cTn id="47" dur="500" fill="hold"/>
                                        <p:tgtEl>
                                          <p:spTgt spid="50"/>
                                        </p:tgtEl>
                                        <p:attrNameLst>
                                          <p:attrName>ppt_x</p:attrName>
                                        </p:attrNameLst>
                                      </p:cBhvr>
                                      <p:tavLst>
                                        <p:tav tm="0">
                                          <p:val>
                                            <p:strVal val="#ppt_x"/>
                                          </p:val>
                                        </p:tav>
                                        <p:tav tm="100000">
                                          <p:val>
                                            <p:strVal val="#ppt_x"/>
                                          </p:val>
                                        </p:tav>
                                      </p:tavLst>
                                    </p:anim>
                                    <p:anim calcmode="lin" valueType="num">
                                      <p:cBhvr additive="base">
                                        <p:cTn id="48" dur="500" fill="hold"/>
                                        <p:tgtEl>
                                          <p:spTgt spid="50"/>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57"/>
                                        </p:tgtEl>
                                        <p:attrNameLst>
                                          <p:attrName>style.visibility</p:attrName>
                                        </p:attrNameLst>
                                      </p:cBhvr>
                                      <p:to>
                                        <p:strVal val="visible"/>
                                      </p:to>
                                    </p:set>
                                    <p:anim calcmode="lin" valueType="num">
                                      <p:cBhvr additive="base">
                                        <p:cTn id="51" dur="500" fill="hold"/>
                                        <p:tgtEl>
                                          <p:spTgt spid="57"/>
                                        </p:tgtEl>
                                        <p:attrNameLst>
                                          <p:attrName>ppt_x</p:attrName>
                                        </p:attrNameLst>
                                      </p:cBhvr>
                                      <p:tavLst>
                                        <p:tav tm="0">
                                          <p:val>
                                            <p:strVal val="#ppt_x"/>
                                          </p:val>
                                        </p:tav>
                                        <p:tav tm="100000">
                                          <p:val>
                                            <p:strVal val="#ppt_x"/>
                                          </p:val>
                                        </p:tav>
                                      </p:tavLst>
                                    </p:anim>
                                    <p:anim calcmode="lin" valueType="num">
                                      <p:cBhvr additive="base">
                                        <p:cTn id="52" dur="500" fill="hold"/>
                                        <p:tgtEl>
                                          <p:spTgt spid="57"/>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53"/>
                                        </p:tgtEl>
                                        <p:attrNameLst>
                                          <p:attrName>style.visibility</p:attrName>
                                        </p:attrNameLst>
                                      </p:cBhvr>
                                      <p:to>
                                        <p:strVal val="visible"/>
                                      </p:to>
                                    </p:set>
                                    <p:anim calcmode="lin" valueType="num">
                                      <p:cBhvr additive="base">
                                        <p:cTn id="55" dur="500" fill="hold"/>
                                        <p:tgtEl>
                                          <p:spTgt spid="53"/>
                                        </p:tgtEl>
                                        <p:attrNameLst>
                                          <p:attrName>ppt_x</p:attrName>
                                        </p:attrNameLst>
                                      </p:cBhvr>
                                      <p:tavLst>
                                        <p:tav tm="0">
                                          <p:val>
                                            <p:strVal val="#ppt_x"/>
                                          </p:val>
                                        </p:tav>
                                        <p:tav tm="100000">
                                          <p:val>
                                            <p:strVal val="#ppt_x"/>
                                          </p:val>
                                        </p:tav>
                                      </p:tavLst>
                                    </p:anim>
                                    <p:anim calcmode="lin" valueType="num">
                                      <p:cBhvr additive="base">
                                        <p:cTn id="56" dur="500" fill="hold"/>
                                        <p:tgtEl>
                                          <p:spTgt spid="53"/>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58"/>
                                        </p:tgtEl>
                                        <p:attrNameLst>
                                          <p:attrName>style.visibility</p:attrName>
                                        </p:attrNameLst>
                                      </p:cBhvr>
                                      <p:to>
                                        <p:strVal val="visible"/>
                                      </p:to>
                                    </p:set>
                                    <p:anim calcmode="lin" valueType="num">
                                      <p:cBhvr additive="base">
                                        <p:cTn id="59" dur="500" fill="hold"/>
                                        <p:tgtEl>
                                          <p:spTgt spid="58"/>
                                        </p:tgtEl>
                                        <p:attrNameLst>
                                          <p:attrName>ppt_x</p:attrName>
                                        </p:attrNameLst>
                                      </p:cBhvr>
                                      <p:tavLst>
                                        <p:tav tm="0">
                                          <p:val>
                                            <p:strVal val="#ppt_x"/>
                                          </p:val>
                                        </p:tav>
                                        <p:tav tm="100000">
                                          <p:val>
                                            <p:strVal val="#ppt_x"/>
                                          </p:val>
                                        </p:tav>
                                      </p:tavLst>
                                    </p:anim>
                                    <p:anim calcmode="lin" valueType="num">
                                      <p:cBhvr additive="base">
                                        <p:cTn id="60" dur="500" fill="hold"/>
                                        <p:tgtEl>
                                          <p:spTgt spid="58"/>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52"/>
                                        </p:tgtEl>
                                        <p:attrNameLst>
                                          <p:attrName>style.visibility</p:attrName>
                                        </p:attrNameLst>
                                      </p:cBhvr>
                                      <p:to>
                                        <p:strVal val="visible"/>
                                      </p:to>
                                    </p:set>
                                    <p:anim calcmode="lin" valueType="num">
                                      <p:cBhvr additive="base">
                                        <p:cTn id="63" dur="500" fill="hold"/>
                                        <p:tgtEl>
                                          <p:spTgt spid="52"/>
                                        </p:tgtEl>
                                        <p:attrNameLst>
                                          <p:attrName>ppt_x</p:attrName>
                                        </p:attrNameLst>
                                      </p:cBhvr>
                                      <p:tavLst>
                                        <p:tav tm="0">
                                          <p:val>
                                            <p:strVal val="#ppt_x"/>
                                          </p:val>
                                        </p:tav>
                                        <p:tav tm="100000">
                                          <p:val>
                                            <p:strVal val="#ppt_x"/>
                                          </p:val>
                                        </p:tav>
                                      </p:tavLst>
                                    </p:anim>
                                    <p:anim calcmode="lin" valueType="num">
                                      <p:cBhvr additive="base">
                                        <p:cTn id="64"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9" presetClass="entr" presetSubtype="0" fill="hold" grpId="0" nodeType="click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dissolve">
                                      <p:cBhvr>
                                        <p:cTn id="69" dur="500"/>
                                        <p:tgtEl>
                                          <p:spTgt spid="22"/>
                                        </p:tgtEl>
                                      </p:cBhvr>
                                    </p:animEffect>
                                  </p:childTnLst>
                                </p:cTn>
                              </p:par>
                              <p:par>
                                <p:cTn id="70" presetID="9" presetClass="entr" presetSubtype="0" fill="hold"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dissolve">
                                      <p:cBhvr>
                                        <p:cTn id="72" dur="500"/>
                                        <p:tgtEl>
                                          <p:spTgt spid="25"/>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59"/>
                                        </p:tgtEl>
                                        <p:attrNameLst>
                                          <p:attrName>style.visibility</p:attrName>
                                        </p:attrNameLst>
                                      </p:cBhvr>
                                      <p:to>
                                        <p:strVal val="visible"/>
                                      </p:to>
                                    </p:set>
                                    <p:animEffect transition="in" filter="dissolve">
                                      <p:cBhvr>
                                        <p:cTn id="77"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Arrow Connector 36"/>
          <p:cNvCxnSpPr/>
          <p:nvPr/>
        </p:nvCxnSpPr>
        <p:spPr>
          <a:xfrm flipH="1">
            <a:off x="2855913" y="5157788"/>
            <a:ext cx="57626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321175" y="5000625"/>
            <a:ext cx="838200" cy="381000"/>
          </a:xfrm>
          <a:prstGeom prst="rect">
            <a:avLst/>
          </a:prstGeom>
          <a:solidFill>
            <a:srgbClr val="FFC000"/>
          </a:solidFill>
          <a:ln>
            <a:solidFill>
              <a:schemeClr val="accent2">
                <a:lumMod val="75000"/>
              </a:schemeClr>
            </a:solidFill>
          </a:ln>
        </p:spPr>
        <p:txBody>
          <a:bodyPr>
            <a:spAutoFit/>
          </a:bodyPr>
          <a:lstStyle/>
          <a:p>
            <a:pPr algn="ctr">
              <a:defRPr/>
            </a:pPr>
            <a:r>
              <a:rPr lang="en-US" b="1" dirty="0">
                <a:solidFill>
                  <a:schemeClr val="accent3"/>
                </a:solidFill>
                <a:latin typeface="Arial" charset="0"/>
              </a:rPr>
              <a:t>A</a:t>
            </a:r>
          </a:p>
        </p:txBody>
      </p:sp>
      <p:sp>
        <p:nvSpPr>
          <p:cNvPr id="9219" name="Content Placeholder 2"/>
          <p:cNvSpPr>
            <a:spLocks noGrp="1"/>
          </p:cNvSpPr>
          <p:nvPr>
            <p:ph idx="1"/>
          </p:nvPr>
        </p:nvSpPr>
        <p:spPr>
          <a:xfrm>
            <a:off x="1981200" y="2133600"/>
            <a:ext cx="8229600" cy="4389438"/>
          </a:xfrm>
        </p:spPr>
        <p:txBody>
          <a:bodyPr/>
          <a:lstStyle/>
          <a:p>
            <a:endParaRPr lang="en-US"/>
          </a:p>
          <a:p>
            <a:endParaRPr lang="en-US"/>
          </a:p>
          <a:p>
            <a:endParaRPr lang="en-US"/>
          </a:p>
          <a:p>
            <a:endParaRPr lang="en-US"/>
          </a:p>
          <a:p>
            <a:r>
              <a:rPr lang="en-US"/>
              <a:t>Dequeue:</a:t>
            </a:r>
          </a:p>
        </p:txBody>
      </p:sp>
      <p:sp>
        <p:nvSpPr>
          <p:cNvPr id="33" name="Content Placeholder 2"/>
          <p:cNvSpPr txBox="1">
            <a:spLocks/>
          </p:cNvSpPr>
          <p:nvPr/>
        </p:nvSpPr>
        <p:spPr bwMode="auto">
          <a:xfrm>
            <a:off x="1992313" y="2133600"/>
            <a:ext cx="8229600" cy="4389438"/>
          </a:xfrm>
          <a:prstGeom prst="rect">
            <a:avLst/>
          </a:prstGeom>
          <a:noFill/>
          <a:ln w="9525">
            <a:noFill/>
            <a:miter lim="800000"/>
            <a:headEnd/>
            <a:tailEnd/>
          </a:ln>
        </p:spPr>
        <p:txBody>
          <a:bodyPr/>
          <a:lstStyle/>
          <a:p>
            <a:pPr marL="273050" indent="-273050" eaLnBrk="0" hangingPunct="0">
              <a:spcBef>
                <a:spcPct val="20000"/>
              </a:spcBef>
              <a:buClr>
                <a:srgbClr val="0BD0D9"/>
              </a:buClr>
              <a:buSzPct val="95000"/>
              <a:buFont typeface="Wingdings 2" pitchFamily="18" charset="2"/>
              <a:buChar char=""/>
              <a:defRPr/>
            </a:pPr>
            <a:endParaRPr lang="en-US" sz="2600" dirty="0"/>
          </a:p>
          <a:p>
            <a:pPr marL="273050" indent="-273050" eaLnBrk="0" hangingPunct="0">
              <a:spcBef>
                <a:spcPct val="20000"/>
              </a:spcBef>
              <a:buClr>
                <a:srgbClr val="0BD0D9"/>
              </a:buClr>
              <a:buSzPct val="95000"/>
              <a:buFont typeface="Wingdings 2" pitchFamily="18" charset="2"/>
              <a:buChar char=""/>
              <a:defRPr/>
            </a:pPr>
            <a:endParaRPr lang="en-US" sz="2600" dirty="0"/>
          </a:p>
          <a:p>
            <a:pPr marL="273050" indent="-273050" eaLnBrk="0" hangingPunct="0">
              <a:spcBef>
                <a:spcPct val="20000"/>
              </a:spcBef>
              <a:buClr>
                <a:srgbClr val="0BD0D9"/>
              </a:buClr>
              <a:buSzPct val="95000"/>
              <a:buFont typeface="Wingdings 2" pitchFamily="18" charset="2"/>
              <a:buChar char=""/>
              <a:defRPr/>
            </a:pPr>
            <a:endParaRPr lang="en-US" sz="2600" dirty="0"/>
          </a:p>
          <a:p>
            <a:pPr marL="273050" indent="-273050" eaLnBrk="0" hangingPunct="0">
              <a:spcBef>
                <a:spcPct val="20000"/>
              </a:spcBef>
              <a:buClr>
                <a:srgbClr val="0BD0D9"/>
              </a:buClr>
              <a:buSzPct val="95000"/>
              <a:buFont typeface="Wingdings 2" pitchFamily="18" charset="2"/>
              <a:buChar char=""/>
              <a:defRPr/>
            </a:pPr>
            <a:endParaRPr lang="en-US" sz="2600" dirty="0"/>
          </a:p>
          <a:p>
            <a:pPr marL="273050" indent="-273050" eaLnBrk="0" hangingPunct="0">
              <a:spcBef>
                <a:spcPct val="20000"/>
              </a:spcBef>
              <a:buClr>
                <a:srgbClr val="0BD0D9"/>
              </a:buClr>
              <a:buSzPct val="95000"/>
              <a:defRPr/>
            </a:pPr>
            <a:endParaRPr lang="en-US" sz="2600" dirty="0"/>
          </a:p>
        </p:txBody>
      </p:sp>
      <p:cxnSp>
        <p:nvCxnSpPr>
          <p:cNvPr id="32" name="Straight Arrow Connector 31"/>
          <p:cNvCxnSpPr/>
          <p:nvPr/>
        </p:nvCxnSpPr>
        <p:spPr>
          <a:xfrm rot="10800000">
            <a:off x="5118100" y="5227639"/>
            <a:ext cx="762000" cy="1587"/>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0247" name="Title 1"/>
          <p:cNvSpPr>
            <a:spLocks noGrp="1"/>
          </p:cNvSpPr>
          <p:nvPr>
            <p:ph type="title"/>
          </p:nvPr>
        </p:nvSpPr>
        <p:spPr/>
        <p:txBody>
          <a:bodyPr/>
          <a:lstStyle/>
          <a:p>
            <a:pPr algn="ctr"/>
            <a:r>
              <a:rPr lang="en-US"/>
              <a:t>Representation of Queue</a:t>
            </a:r>
          </a:p>
        </p:txBody>
      </p:sp>
      <p:sp>
        <p:nvSpPr>
          <p:cNvPr id="9220" name="Rectangle 5"/>
          <p:cNvSpPr>
            <a:spLocks noChangeArrowheads="1"/>
          </p:cNvSpPr>
          <p:nvPr/>
        </p:nvSpPr>
        <p:spPr bwMode="auto">
          <a:xfrm>
            <a:off x="4224339" y="4967288"/>
            <a:ext cx="3906837" cy="406400"/>
          </a:xfrm>
          <a:prstGeom prst="rect">
            <a:avLst/>
          </a:prstGeom>
          <a:solidFill>
            <a:schemeClr val="accent1"/>
          </a:solidFill>
          <a:ln w="381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p>
        </p:txBody>
      </p:sp>
      <p:sp>
        <p:nvSpPr>
          <p:cNvPr id="9221" name="Line 8"/>
          <p:cNvSpPr>
            <a:spLocks noChangeShapeType="1"/>
          </p:cNvSpPr>
          <p:nvPr/>
        </p:nvSpPr>
        <p:spPr bwMode="auto">
          <a:xfrm flipH="1">
            <a:off x="8151813" y="4967288"/>
            <a:ext cx="8302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 name="Text Box 14"/>
          <p:cNvSpPr txBox="1">
            <a:spLocks noChangeArrowheads="1"/>
          </p:cNvSpPr>
          <p:nvPr/>
        </p:nvSpPr>
        <p:spPr bwMode="auto">
          <a:xfrm>
            <a:off x="7032626" y="5732463"/>
            <a:ext cx="1281113" cy="368300"/>
          </a:xfrm>
          <a:prstGeom prst="rect">
            <a:avLst/>
          </a:prstGeom>
          <a:solidFill>
            <a:schemeClr val="tx2">
              <a:lumMod val="65000"/>
            </a:schemeClr>
          </a:solidFill>
          <a:ln w="38100">
            <a:noFill/>
            <a:miter lim="800000"/>
            <a:headEnd/>
            <a:tailEnd/>
          </a:ln>
          <a:effectLst/>
        </p:spPr>
        <p:txBody>
          <a:bodyPr>
            <a:spAutoFit/>
          </a:bodyPr>
          <a:lstStyle/>
          <a:p>
            <a:pPr>
              <a:spcBef>
                <a:spcPct val="50000"/>
              </a:spcBef>
              <a:defRPr/>
            </a:pPr>
            <a:r>
              <a:rPr lang="en-US" b="1" dirty="0">
                <a:solidFill>
                  <a:srgbClr val="FFFFFF"/>
                </a:solidFill>
                <a:latin typeface="Arial" charset="0"/>
              </a:rPr>
              <a:t>Rear</a:t>
            </a:r>
          </a:p>
        </p:txBody>
      </p:sp>
      <p:sp>
        <p:nvSpPr>
          <p:cNvPr id="7" name="Text Box 15"/>
          <p:cNvSpPr txBox="1">
            <a:spLocks noChangeArrowheads="1"/>
          </p:cNvSpPr>
          <p:nvPr/>
        </p:nvSpPr>
        <p:spPr bwMode="auto">
          <a:xfrm>
            <a:off x="5313363" y="5722939"/>
            <a:ext cx="1143000" cy="369887"/>
          </a:xfrm>
          <a:prstGeom prst="rect">
            <a:avLst/>
          </a:prstGeom>
          <a:solidFill>
            <a:schemeClr val="tx2">
              <a:lumMod val="65000"/>
            </a:schemeClr>
          </a:solidFill>
          <a:ln w="38100">
            <a:noFill/>
            <a:miter lim="800000"/>
            <a:headEnd/>
            <a:tailEnd/>
          </a:ln>
          <a:effectLst/>
        </p:spPr>
        <p:txBody>
          <a:bodyPr>
            <a:spAutoFit/>
          </a:bodyPr>
          <a:lstStyle/>
          <a:p>
            <a:pPr>
              <a:spcBef>
                <a:spcPct val="50000"/>
              </a:spcBef>
              <a:defRPr/>
            </a:pPr>
            <a:r>
              <a:rPr lang="en-US" b="1" dirty="0">
                <a:solidFill>
                  <a:srgbClr val="FFFFFF"/>
                </a:solidFill>
                <a:latin typeface="Arial" charset="0"/>
              </a:rPr>
              <a:t>Front</a:t>
            </a:r>
          </a:p>
        </p:txBody>
      </p:sp>
      <p:sp>
        <p:nvSpPr>
          <p:cNvPr id="8" name="TextBox 7"/>
          <p:cNvSpPr txBox="1"/>
          <p:nvPr/>
        </p:nvSpPr>
        <p:spPr>
          <a:xfrm>
            <a:off x="5311775" y="5014913"/>
            <a:ext cx="914400" cy="381000"/>
          </a:xfrm>
          <a:prstGeom prst="rect">
            <a:avLst/>
          </a:prstGeom>
          <a:solidFill>
            <a:srgbClr val="FFC000"/>
          </a:solidFill>
          <a:ln>
            <a:solidFill>
              <a:schemeClr val="accent2">
                <a:lumMod val="75000"/>
              </a:schemeClr>
            </a:solidFill>
          </a:ln>
        </p:spPr>
        <p:txBody>
          <a:bodyPr>
            <a:spAutoFit/>
          </a:bodyPr>
          <a:lstStyle/>
          <a:p>
            <a:pPr algn="ctr">
              <a:defRPr/>
            </a:pPr>
            <a:r>
              <a:rPr lang="en-US" b="1" dirty="0">
                <a:solidFill>
                  <a:schemeClr val="accent3"/>
                </a:solidFill>
                <a:latin typeface="Arial" charset="0"/>
              </a:rPr>
              <a:t>B</a:t>
            </a:r>
          </a:p>
        </p:txBody>
      </p:sp>
      <p:sp>
        <p:nvSpPr>
          <p:cNvPr id="9" name="TextBox 8"/>
          <p:cNvSpPr txBox="1"/>
          <p:nvPr/>
        </p:nvSpPr>
        <p:spPr>
          <a:xfrm>
            <a:off x="6234113" y="5014913"/>
            <a:ext cx="914400" cy="381000"/>
          </a:xfrm>
          <a:prstGeom prst="rect">
            <a:avLst/>
          </a:prstGeom>
          <a:solidFill>
            <a:srgbClr val="FFC000"/>
          </a:solidFill>
          <a:ln>
            <a:solidFill>
              <a:schemeClr val="accent2">
                <a:lumMod val="75000"/>
              </a:schemeClr>
            </a:solidFill>
          </a:ln>
        </p:spPr>
        <p:txBody>
          <a:bodyPr>
            <a:spAutoFit/>
          </a:bodyPr>
          <a:lstStyle/>
          <a:p>
            <a:pPr algn="ctr">
              <a:defRPr/>
            </a:pPr>
            <a:r>
              <a:rPr lang="en-US" b="1" dirty="0">
                <a:solidFill>
                  <a:schemeClr val="accent3"/>
                </a:solidFill>
                <a:latin typeface="Arial" charset="0"/>
              </a:rPr>
              <a:t>C</a:t>
            </a:r>
          </a:p>
        </p:txBody>
      </p:sp>
      <p:cxnSp>
        <p:nvCxnSpPr>
          <p:cNvPr id="10" name="Straight Arrow Connector 9"/>
          <p:cNvCxnSpPr/>
          <p:nvPr/>
        </p:nvCxnSpPr>
        <p:spPr>
          <a:xfrm rot="5400000" flipH="1" flipV="1">
            <a:off x="5701507" y="5525295"/>
            <a:ext cx="304800" cy="1587"/>
          </a:xfrm>
          <a:prstGeom prst="straightConnector1">
            <a:avLst/>
          </a:prstGeom>
          <a:ln>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rot="5400000" flipH="1" flipV="1">
            <a:off x="7566819" y="5558631"/>
            <a:ext cx="228600" cy="1588"/>
          </a:xfrm>
          <a:prstGeom prst="straightConnector1">
            <a:avLst/>
          </a:prstGeom>
          <a:ln>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7148513" y="5014913"/>
            <a:ext cx="914400" cy="381000"/>
          </a:xfrm>
          <a:prstGeom prst="rect">
            <a:avLst/>
          </a:prstGeom>
          <a:solidFill>
            <a:srgbClr val="FFC000"/>
          </a:solidFill>
          <a:ln>
            <a:solidFill>
              <a:schemeClr val="accent2">
                <a:lumMod val="75000"/>
              </a:schemeClr>
            </a:solidFill>
          </a:ln>
        </p:spPr>
        <p:txBody>
          <a:bodyPr>
            <a:spAutoFit/>
          </a:bodyPr>
          <a:lstStyle/>
          <a:p>
            <a:pPr algn="ctr">
              <a:defRPr/>
            </a:pPr>
            <a:r>
              <a:rPr lang="en-US" b="1" dirty="0">
                <a:solidFill>
                  <a:schemeClr val="accent3"/>
                </a:solidFill>
                <a:latin typeface="Arial" charset="0"/>
              </a:rPr>
              <a:t>D</a:t>
            </a:r>
          </a:p>
        </p:txBody>
      </p:sp>
      <p:sp>
        <p:nvSpPr>
          <p:cNvPr id="13" name="Text Box 13"/>
          <p:cNvSpPr txBox="1">
            <a:spLocks noChangeArrowheads="1"/>
          </p:cNvSpPr>
          <p:nvPr/>
        </p:nvSpPr>
        <p:spPr bwMode="auto">
          <a:xfrm>
            <a:off x="2208213" y="4589464"/>
            <a:ext cx="1219200" cy="369887"/>
          </a:xfrm>
          <a:prstGeom prst="rect">
            <a:avLst/>
          </a:prstGeom>
          <a:solidFill>
            <a:schemeClr val="accent3">
              <a:lumMod val="65000"/>
            </a:schemeClr>
          </a:solidFill>
          <a:ln w="38100">
            <a:noFill/>
            <a:miter lim="800000"/>
            <a:headEnd/>
            <a:tailEnd/>
          </a:ln>
          <a:effectLst/>
        </p:spPr>
        <p:txBody>
          <a:bodyPr>
            <a:spAutoFit/>
          </a:bodyPr>
          <a:lstStyle/>
          <a:p>
            <a:pPr>
              <a:spcBef>
                <a:spcPct val="50000"/>
              </a:spcBef>
              <a:defRPr/>
            </a:pPr>
            <a:r>
              <a:rPr lang="en-US" b="1" dirty="0">
                <a:solidFill>
                  <a:srgbClr val="FFFFFF"/>
                </a:solidFill>
                <a:latin typeface="Arial" charset="0"/>
              </a:rPr>
              <a:t>Remove</a:t>
            </a:r>
          </a:p>
        </p:txBody>
      </p:sp>
      <p:sp>
        <p:nvSpPr>
          <p:cNvPr id="9231" name="Line 8"/>
          <p:cNvSpPr>
            <a:spLocks noChangeShapeType="1"/>
          </p:cNvSpPr>
          <p:nvPr/>
        </p:nvSpPr>
        <p:spPr bwMode="auto">
          <a:xfrm flipH="1">
            <a:off x="8131176" y="5373688"/>
            <a:ext cx="8302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59" name="Rectangle 5"/>
          <p:cNvSpPr>
            <a:spLocks noChangeArrowheads="1"/>
          </p:cNvSpPr>
          <p:nvPr/>
        </p:nvSpPr>
        <p:spPr bwMode="auto">
          <a:xfrm>
            <a:off x="3533775" y="2711450"/>
            <a:ext cx="4002088" cy="463550"/>
          </a:xfrm>
          <a:prstGeom prst="rect">
            <a:avLst/>
          </a:prstGeom>
          <a:solidFill>
            <a:schemeClr val="accent1"/>
          </a:solidFill>
          <a:ln w="381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p>
        </p:txBody>
      </p:sp>
      <p:sp>
        <p:nvSpPr>
          <p:cNvPr id="10260" name="Line 6"/>
          <p:cNvSpPr>
            <a:spLocks noChangeShapeType="1"/>
          </p:cNvSpPr>
          <p:nvPr/>
        </p:nvSpPr>
        <p:spPr bwMode="auto">
          <a:xfrm flipH="1">
            <a:off x="2855913" y="3175000"/>
            <a:ext cx="8302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61" name="Line 7"/>
          <p:cNvSpPr>
            <a:spLocks noChangeShapeType="1"/>
          </p:cNvSpPr>
          <p:nvPr/>
        </p:nvSpPr>
        <p:spPr bwMode="auto">
          <a:xfrm flipH="1">
            <a:off x="7173913" y="3175000"/>
            <a:ext cx="8318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62" name="Line 8"/>
          <p:cNvSpPr>
            <a:spLocks noChangeShapeType="1"/>
          </p:cNvSpPr>
          <p:nvPr/>
        </p:nvSpPr>
        <p:spPr bwMode="auto">
          <a:xfrm flipH="1">
            <a:off x="7173913" y="2711450"/>
            <a:ext cx="8318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63" name="Line 9"/>
          <p:cNvSpPr>
            <a:spLocks noChangeShapeType="1"/>
          </p:cNvSpPr>
          <p:nvPr/>
        </p:nvSpPr>
        <p:spPr bwMode="auto">
          <a:xfrm flipH="1">
            <a:off x="2855913" y="2711450"/>
            <a:ext cx="8302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 name="Text Box 14"/>
          <p:cNvSpPr txBox="1">
            <a:spLocks noChangeArrowheads="1"/>
          </p:cNvSpPr>
          <p:nvPr/>
        </p:nvSpPr>
        <p:spPr bwMode="auto">
          <a:xfrm>
            <a:off x="6383338" y="3473450"/>
            <a:ext cx="704850" cy="369888"/>
          </a:xfrm>
          <a:prstGeom prst="rect">
            <a:avLst/>
          </a:prstGeom>
          <a:solidFill>
            <a:schemeClr val="tx2">
              <a:lumMod val="65000"/>
            </a:schemeClr>
          </a:solidFill>
          <a:ln w="38100">
            <a:solidFill>
              <a:schemeClr val="tx1"/>
            </a:solidFill>
            <a:miter lim="800000"/>
            <a:headEnd/>
            <a:tailEnd/>
          </a:ln>
          <a:effectLst/>
        </p:spPr>
        <p:txBody>
          <a:bodyPr>
            <a:spAutoFit/>
          </a:bodyPr>
          <a:lstStyle/>
          <a:p>
            <a:pPr>
              <a:spcBef>
                <a:spcPct val="50000"/>
              </a:spcBef>
              <a:defRPr/>
            </a:pPr>
            <a:r>
              <a:rPr lang="en-US" b="1" dirty="0">
                <a:solidFill>
                  <a:srgbClr val="FFFFFF"/>
                </a:solidFill>
                <a:latin typeface="Arial" charset="0"/>
              </a:rPr>
              <a:t>Rear</a:t>
            </a:r>
          </a:p>
        </p:txBody>
      </p:sp>
      <p:sp>
        <p:nvSpPr>
          <p:cNvPr id="24" name="Text Box 15"/>
          <p:cNvSpPr txBox="1">
            <a:spLocks noChangeArrowheads="1"/>
          </p:cNvSpPr>
          <p:nvPr/>
        </p:nvSpPr>
        <p:spPr bwMode="auto">
          <a:xfrm>
            <a:off x="3614739" y="3500439"/>
            <a:ext cx="896937" cy="369887"/>
          </a:xfrm>
          <a:prstGeom prst="rect">
            <a:avLst/>
          </a:prstGeom>
          <a:solidFill>
            <a:schemeClr val="tx2">
              <a:lumMod val="65000"/>
            </a:schemeClr>
          </a:solidFill>
          <a:ln w="38100">
            <a:solidFill>
              <a:schemeClr val="tx1"/>
            </a:solidFill>
            <a:miter lim="800000"/>
            <a:headEnd/>
            <a:tailEnd/>
          </a:ln>
          <a:effectLst/>
        </p:spPr>
        <p:txBody>
          <a:bodyPr>
            <a:spAutoFit/>
          </a:bodyPr>
          <a:lstStyle/>
          <a:p>
            <a:pPr>
              <a:spcBef>
                <a:spcPct val="50000"/>
              </a:spcBef>
              <a:defRPr/>
            </a:pPr>
            <a:r>
              <a:rPr lang="en-US" b="1" dirty="0">
                <a:solidFill>
                  <a:srgbClr val="FFFFFF"/>
                </a:solidFill>
                <a:latin typeface="Arial" charset="0"/>
              </a:rPr>
              <a:t>Front</a:t>
            </a:r>
          </a:p>
        </p:txBody>
      </p:sp>
      <p:sp>
        <p:nvSpPr>
          <p:cNvPr id="26" name="TextBox 25"/>
          <p:cNvSpPr txBox="1"/>
          <p:nvPr/>
        </p:nvSpPr>
        <p:spPr>
          <a:xfrm>
            <a:off x="3609975" y="2744788"/>
            <a:ext cx="914400" cy="381000"/>
          </a:xfrm>
          <a:prstGeom prst="rect">
            <a:avLst/>
          </a:prstGeom>
          <a:solidFill>
            <a:srgbClr val="FFC000"/>
          </a:solidFill>
          <a:ln>
            <a:solidFill>
              <a:schemeClr val="tx1"/>
            </a:solidFill>
          </a:ln>
        </p:spPr>
        <p:txBody>
          <a:bodyPr>
            <a:spAutoFit/>
          </a:bodyPr>
          <a:lstStyle/>
          <a:p>
            <a:pPr algn="ctr">
              <a:defRPr/>
            </a:pPr>
            <a:r>
              <a:rPr lang="en-US" b="1" dirty="0">
                <a:solidFill>
                  <a:schemeClr val="accent3"/>
                </a:solidFill>
                <a:latin typeface="Arial" charset="0"/>
              </a:rPr>
              <a:t>A</a:t>
            </a:r>
          </a:p>
        </p:txBody>
      </p:sp>
      <p:sp>
        <p:nvSpPr>
          <p:cNvPr id="27" name="TextBox 26"/>
          <p:cNvSpPr txBox="1"/>
          <p:nvPr/>
        </p:nvSpPr>
        <p:spPr>
          <a:xfrm>
            <a:off x="4524375" y="2744788"/>
            <a:ext cx="914400" cy="381000"/>
          </a:xfrm>
          <a:prstGeom prst="rect">
            <a:avLst/>
          </a:prstGeom>
          <a:solidFill>
            <a:srgbClr val="FFC000"/>
          </a:solidFill>
          <a:ln>
            <a:solidFill>
              <a:schemeClr val="tx1"/>
            </a:solidFill>
          </a:ln>
        </p:spPr>
        <p:txBody>
          <a:bodyPr>
            <a:spAutoFit/>
          </a:bodyPr>
          <a:lstStyle/>
          <a:p>
            <a:pPr algn="ctr">
              <a:defRPr/>
            </a:pPr>
            <a:r>
              <a:rPr lang="en-US" b="1" dirty="0">
                <a:solidFill>
                  <a:schemeClr val="accent3"/>
                </a:solidFill>
                <a:latin typeface="Arial" charset="0"/>
              </a:rPr>
              <a:t>B</a:t>
            </a:r>
          </a:p>
        </p:txBody>
      </p:sp>
      <p:sp>
        <p:nvSpPr>
          <p:cNvPr id="28" name="TextBox 27"/>
          <p:cNvSpPr txBox="1"/>
          <p:nvPr/>
        </p:nvSpPr>
        <p:spPr>
          <a:xfrm>
            <a:off x="5438775" y="2744788"/>
            <a:ext cx="914400" cy="381000"/>
          </a:xfrm>
          <a:prstGeom prst="rect">
            <a:avLst/>
          </a:prstGeom>
          <a:solidFill>
            <a:srgbClr val="FFC000"/>
          </a:solidFill>
          <a:ln>
            <a:solidFill>
              <a:schemeClr val="tx1"/>
            </a:solidFill>
          </a:ln>
        </p:spPr>
        <p:txBody>
          <a:bodyPr>
            <a:spAutoFit/>
          </a:bodyPr>
          <a:lstStyle/>
          <a:p>
            <a:pPr algn="ctr">
              <a:defRPr/>
            </a:pPr>
            <a:r>
              <a:rPr lang="en-US" b="1" dirty="0">
                <a:solidFill>
                  <a:schemeClr val="accent3"/>
                </a:solidFill>
                <a:latin typeface="Arial" charset="0"/>
              </a:rPr>
              <a:t>C</a:t>
            </a:r>
          </a:p>
        </p:txBody>
      </p:sp>
      <p:cxnSp>
        <p:nvCxnSpPr>
          <p:cNvPr id="29" name="Straight Arrow Connector 28"/>
          <p:cNvCxnSpPr/>
          <p:nvPr/>
        </p:nvCxnSpPr>
        <p:spPr>
          <a:xfrm rot="5400000" flipH="1" flipV="1">
            <a:off x="3913188" y="3321051"/>
            <a:ext cx="304800" cy="317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5400000" flipH="1" flipV="1">
            <a:off x="6642894" y="3282156"/>
            <a:ext cx="2286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6376988" y="2744788"/>
            <a:ext cx="914400" cy="381000"/>
          </a:xfrm>
          <a:prstGeom prst="rect">
            <a:avLst/>
          </a:prstGeom>
          <a:solidFill>
            <a:srgbClr val="FFC000"/>
          </a:solidFill>
          <a:ln>
            <a:solidFill>
              <a:schemeClr val="tx1"/>
            </a:solidFill>
          </a:ln>
        </p:spPr>
        <p:txBody>
          <a:bodyPr>
            <a:spAutoFit/>
          </a:bodyPr>
          <a:lstStyle/>
          <a:p>
            <a:pPr algn="ctr">
              <a:defRPr/>
            </a:pPr>
            <a:r>
              <a:rPr lang="en-US" b="1" dirty="0">
                <a:solidFill>
                  <a:schemeClr val="accent3"/>
                </a:solidFill>
                <a:latin typeface="Arial" charset="0"/>
              </a:rPr>
              <a:t>D</a:t>
            </a:r>
          </a:p>
        </p:txBody>
      </p:sp>
      <p:sp>
        <p:nvSpPr>
          <p:cNvPr id="34" name="Line 8"/>
          <p:cNvSpPr>
            <a:spLocks noChangeShapeType="1"/>
          </p:cNvSpPr>
          <p:nvPr/>
        </p:nvSpPr>
        <p:spPr bwMode="auto">
          <a:xfrm flipH="1">
            <a:off x="4029076" y="4967288"/>
            <a:ext cx="8302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 name="Line 8"/>
          <p:cNvSpPr>
            <a:spLocks noChangeShapeType="1"/>
          </p:cNvSpPr>
          <p:nvPr/>
        </p:nvSpPr>
        <p:spPr bwMode="auto">
          <a:xfrm flipH="1">
            <a:off x="4008438" y="5372100"/>
            <a:ext cx="8302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 name="Date Placeholder 37"/>
          <p:cNvSpPr>
            <a:spLocks noGrp="1"/>
          </p:cNvSpPr>
          <p:nvPr>
            <p:ph type="dt" sz="quarter" idx="10"/>
          </p:nvPr>
        </p:nvSpPr>
        <p:spPr/>
        <p:txBody>
          <a:bodyPr/>
          <a:lstStyle/>
          <a:p>
            <a:pPr>
              <a:defRPr/>
            </a:pPr>
            <a:fld id="{42028937-0752-4E93-AFA4-8C63FE2F9A92}" type="datetime1">
              <a:rPr lang="en-US" smtClean="0"/>
              <a:pPr>
                <a:defRPr/>
              </a:pPr>
              <a:t>9/30/2024</a:t>
            </a:fld>
            <a:endParaRPr lang="en-IN"/>
          </a:p>
        </p:txBody>
      </p:sp>
      <p:sp>
        <p:nvSpPr>
          <p:cNvPr id="39" name="Slide Number Placeholder 38"/>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F4F6713-5672-4BF9-B8FB-AE2F0A176AEF}" type="slidenum">
              <a:rPr lang="en-IN">
                <a:solidFill>
                  <a:srgbClr val="045C75"/>
                </a:solidFill>
                <a:latin typeface="Constantia" panose="02030602050306030303" pitchFamily="18" charset="0"/>
              </a:rPr>
              <a:pPr eaLnBrk="1" hangingPunct="1"/>
              <a:t>44</a:t>
            </a:fld>
            <a:endParaRPr lang="en-IN">
              <a:solidFill>
                <a:srgbClr val="045C75"/>
              </a:solidFill>
              <a:latin typeface="Constantia" panose="02030602050306030303" pitchFamily="18" charset="0"/>
            </a:endParaRPr>
          </a:p>
        </p:txBody>
      </p:sp>
      <p:sp>
        <p:nvSpPr>
          <p:cNvPr id="40" name="Footer Placeholder 39"/>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19136723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219">
                                            <p:txEl>
                                              <p:pRg st="4" end="4"/>
                                            </p:txEl>
                                          </p:spTgt>
                                        </p:tgtEl>
                                        <p:attrNameLst>
                                          <p:attrName>style.visibility</p:attrName>
                                        </p:attrNameLst>
                                      </p:cBhvr>
                                      <p:to>
                                        <p:strVal val="visible"/>
                                      </p:to>
                                    </p:set>
                                    <p:anim calcmode="lin" valueType="num">
                                      <p:cBhvr additive="base">
                                        <p:cTn id="7" dur="500" fill="hold"/>
                                        <p:tgtEl>
                                          <p:spTgt spid="9219">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1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5" presetClass="path" presetSubtype="0" accel="50000" decel="50000" autoRev="1" fill="hold" grpId="0" nodeType="clickEffect">
                                  <p:stCondLst>
                                    <p:cond delay="0"/>
                                  </p:stCondLst>
                                  <p:childTnLst>
                                    <p:animMotion origin="layout" path="M 5E-6 7.40741E-7 L -0.17188 -0.00162 " pathEditMode="relative" rAng="0" ptsTypes="AA">
                                      <p:cBhvr>
                                        <p:cTn id="12" dur="2000" fill="hold"/>
                                        <p:tgtEl>
                                          <p:spTgt spid="26"/>
                                        </p:tgtEl>
                                        <p:attrNameLst>
                                          <p:attrName>ppt_x</p:attrName>
                                          <p:attrName>ppt_y</p:attrName>
                                        </p:attrNameLst>
                                      </p:cBhvr>
                                      <p:rCtr x="-8594" y="-93"/>
                                    </p:animMotion>
                                  </p:childTnLst>
                                </p:cTn>
                              </p:par>
                              <p:par>
                                <p:cTn id="13" presetID="63" presetClass="path" presetSubtype="0" accel="50000" decel="50000" autoRev="1" fill="hold" nodeType="withEffect">
                                  <p:stCondLst>
                                    <p:cond delay="0"/>
                                  </p:stCondLst>
                                  <p:childTnLst>
                                    <p:animMotion origin="layout" path="M -1.38889E-6 -7.40741E-7 L 0.09601 -0.00555 " pathEditMode="relative" rAng="0" ptsTypes="AA">
                                      <p:cBhvr>
                                        <p:cTn id="14" dur="2000" fill="hold"/>
                                        <p:tgtEl>
                                          <p:spTgt spid="29"/>
                                        </p:tgtEl>
                                        <p:attrNameLst>
                                          <p:attrName>ppt_x</p:attrName>
                                          <p:attrName>ppt_y</p:attrName>
                                        </p:attrNameLst>
                                      </p:cBhvr>
                                      <p:rCtr x="4792" y="-278"/>
                                    </p:animMotion>
                                  </p:childTnLst>
                                </p:cTn>
                              </p:par>
                              <p:par>
                                <p:cTn id="15" presetID="63" presetClass="path" presetSubtype="0" accel="50000" decel="50000" autoRev="1" fill="hold" grpId="0" nodeType="withEffect">
                                  <p:stCondLst>
                                    <p:cond delay="0"/>
                                  </p:stCondLst>
                                  <p:childTnLst>
                                    <p:animMotion origin="layout" path="M -4.16667E-6 1.48148E-6 L 0.10434 -0.00579 " pathEditMode="relative" rAng="0" ptsTypes="AA">
                                      <p:cBhvr>
                                        <p:cTn id="16" dur="2000" fill="hold"/>
                                        <p:tgtEl>
                                          <p:spTgt spid="24"/>
                                        </p:tgtEl>
                                        <p:attrNameLst>
                                          <p:attrName>ppt_x</p:attrName>
                                          <p:attrName>ppt_y</p:attrName>
                                        </p:attrNameLst>
                                      </p:cBhvr>
                                      <p:rCtr x="5208" y="-301"/>
                                    </p:animMotion>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dissolve">
                                      <p:cBhvr>
                                        <p:cTn id="21" dur="500"/>
                                        <p:tgtEl>
                                          <p:spTgt spid="8"/>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dissolve">
                                      <p:cBhvr>
                                        <p:cTn id="24" dur="500"/>
                                        <p:tgtEl>
                                          <p:spTgt spid="16"/>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9220"/>
                                        </p:tgtEl>
                                        <p:attrNameLst>
                                          <p:attrName>style.visibility</p:attrName>
                                        </p:attrNameLst>
                                      </p:cBhvr>
                                      <p:to>
                                        <p:strVal val="visible"/>
                                      </p:to>
                                    </p:set>
                                    <p:animEffect transition="in" filter="dissolve">
                                      <p:cBhvr>
                                        <p:cTn id="27" dur="500"/>
                                        <p:tgtEl>
                                          <p:spTgt spid="9220"/>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dissolve">
                                      <p:cBhvr>
                                        <p:cTn id="30" dur="500"/>
                                        <p:tgtEl>
                                          <p:spTgt spid="7"/>
                                        </p:tgtEl>
                                      </p:cBhvr>
                                    </p:animEffect>
                                  </p:childTnLst>
                                </p:cTn>
                              </p:par>
                              <p:par>
                                <p:cTn id="31" presetID="9" presetClass="entr" presetSubtype="0"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dissolve">
                                      <p:cBhvr>
                                        <p:cTn id="33" dur="500"/>
                                        <p:tgtEl>
                                          <p:spTgt spid="10"/>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dissolve">
                                      <p:cBhvr>
                                        <p:cTn id="36" dur="500"/>
                                        <p:tgtEl>
                                          <p:spTgt spid="9"/>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dissolve">
                                      <p:cBhvr>
                                        <p:cTn id="39" dur="500"/>
                                        <p:tgtEl>
                                          <p:spTgt spid="12"/>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9221"/>
                                        </p:tgtEl>
                                        <p:attrNameLst>
                                          <p:attrName>style.visibility</p:attrName>
                                        </p:attrNameLst>
                                      </p:cBhvr>
                                      <p:to>
                                        <p:strVal val="visible"/>
                                      </p:to>
                                    </p:set>
                                    <p:animEffect transition="in" filter="dissolve">
                                      <p:cBhvr>
                                        <p:cTn id="42" dur="500"/>
                                        <p:tgtEl>
                                          <p:spTgt spid="9221"/>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9231"/>
                                        </p:tgtEl>
                                        <p:attrNameLst>
                                          <p:attrName>style.visibility</p:attrName>
                                        </p:attrNameLst>
                                      </p:cBhvr>
                                      <p:to>
                                        <p:strVal val="visible"/>
                                      </p:to>
                                    </p:set>
                                    <p:animEffect transition="in" filter="dissolve">
                                      <p:cBhvr>
                                        <p:cTn id="45" dur="500"/>
                                        <p:tgtEl>
                                          <p:spTgt spid="9231"/>
                                        </p:tgtEl>
                                      </p:cBhvr>
                                    </p:animEffect>
                                  </p:childTnLst>
                                </p:cTn>
                              </p:par>
                              <p:par>
                                <p:cTn id="46" presetID="9" presetClass="entr" presetSubtype="0" fill="hold"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dissolve">
                                      <p:cBhvr>
                                        <p:cTn id="48" dur="500"/>
                                        <p:tgtEl>
                                          <p:spTgt spid="11"/>
                                        </p:tgtEl>
                                      </p:cBhvr>
                                    </p:animEffect>
                                  </p:childTnLst>
                                </p:cTn>
                              </p:par>
                              <p:par>
                                <p:cTn id="49" presetID="9" presetClass="entr" presetSubtype="0" fill="hold" nodeType="with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dissolve">
                                      <p:cBhvr>
                                        <p:cTn id="51" dur="500"/>
                                        <p:tgtEl>
                                          <p:spTgt spid="32"/>
                                        </p:tgtEl>
                                      </p:cBhvr>
                                    </p:animEffect>
                                  </p:childTnLst>
                                </p:cTn>
                              </p:par>
                              <p:par>
                                <p:cTn id="52" presetID="9" presetClass="entr" presetSubtype="0" fill="hold" grpId="0" nodeType="with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dissolve">
                                      <p:cBhvr>
                                        <p:cTn id="54" dur="500"/>
                                        <p:tgtEl>
                                          <p:spTgt spid="6"/>
                                        </p:tgtEl>
                                      </p:cBhvr>
                                    </p:animEffect>
                                  </p:childTnLst>
                                </p:cTn>
                              </p:par>
                              <p:par>
                                <p:cTn id="55" presetID="35" presetClass="path" presetSubtype="0" accel="50000" decel="50000" fill="hold" nodeType="withEffect">
                                  <p:stCondLst>
                                    <p:cond delay="0"/>
                                  </p:stCondLst>
                                  <p:childTnLst>
                                    <p:animMotion origin="layout" path="M -4.72222E-6 -4.07407E-6 L -0.13611 0.00093 " pathEditMode="relative" rAng="0" ptsTypes="AA">
                                      <p:cBhvr>
                                        <p:cTn id="56" dur="2000" fill="hold"/>
                                        <p:tgtEl>
                                          <p:spTgt spid="32"/>
                                        </p:tgtEl>
                                        <p:attrNameLst>
                                          <p:attrName>ppt_x</p:attrName>
                                          <p:attrName>ppt_y</p:attrName>
                                        </p:attrNameLst>
                                      </p:cBhvr>
                                      <p:rCtr x="-6806" y="46"/>
                                    </p:animMotion>
                                  </p:childTnLst>
                                </p:cTn>
                              </p:par>
                              <p:par>
                                <p:cTn id="57" presetID="35" presetClass="path" presetSubtype="0" accel="50000" decel="50000" fill="hold" grpId="1" nodeType="withEffect">
                                  <p:stCondLst>
                                    <p:cond delay="0"/>
                                  </p:stCondLst>
                                  <p:childTnLst>
                                    <p:animMotion origin="layout" path="M -0.05973 0.00487 L -0.13525 -0.00486 " pathEditMode="relative" rAng="0" ptsTypes="AA">
                                      <p:cBhvr>
                                        <p:cTn id="58" dur="2000" fill="hold"/>
                                        <p:tgtEl>
                                          <p:spTgt spid="16"/>
                                        </p:tgtEl>
                                        <p:attrNameLst>
                                          <p:attrName>ppt_x</p:attrName>
                                          <p:attrName>ppt_y</p:attrName>
                                        </p:attrNameLst>
                                      </p:cBhvr>
                                      <p:rCtr x="-3785" y="-486"/>
                                    </p:animMotion>
                                  </p:childTnLst>
                                </p:cTn>
                              </p:par>
                              <p:par>
                                <p:cTn id="59" presetID="9"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dissolve">
                                      <p:cBhvr>
                                        <p:cTn id="61" dur="500"/>
                                        <p:tgtEl>
                                          <p:spTgt spid="13"/>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34"/>
                                        </p:tgtEl>
                                        <p:attrNameLst>
                                          <p:attrName>style.visibility</p:attrName>
                                        </p:attrNameLst>
                                      </p:cBhvr>
                                      <p:to>
                                        <p:strVal val="visible"/>
                                      </p:to>
                                    </p:set>
                                    <p:animEffect transition="in" filter="dissolve">
                                      <p:cBhvr>
                                        <p:cTn id="64" dur="500"/>
                                        <p:tgtEl>
                                          <p:spTgt spid="34"/>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dissolve">
                                      <p:cBhvr>
                                        <p:cTn id="67" dur="500"/>
                                        <p:tgtEl>
                                          <p:spTgt spid="35"/>
                                        </p:tgtEl>
                                      </p:cBhvr>
                                    </p:animEffect>
                                  </p:childTnLst>
                                </p:cTn>
                              </p:par>
                              <p:par>
                                <p:cTn id="68" presetID="9" presetClass="entr" presetSubtype="0" fill="hold" nodeType="withEffect">
                                  <p:stCondLst>
                                    <p:cond delay="0"/>
                                  </p:stCondLst>
                                  <p:childTnLst>
                                    <p:set>
                                      <p:cBhvr>
                                        <p:cTn id="69" dur="1" fill="hold">
                                          <p:stCondLst>
                                            <p:cond delay="0"/>
                                          </p:stCondLst>
                                        </p:cTn>
                                        <p:tgtEl>
                                          <p:spTgt spid="37"/>
                                        </p:tgtEl>
                                        <p:attrNameLst>
                                          <p:attrName>style.visibility</p:attrName>
                                        </p:attrNameLst>
                                      </p:cBhvr>
                                      <p:to>
                                        <p:strVal val="visible"/>
                                      </p:to>
                                    </p:set>
                                    <p:animEffect transition="in" filter="dissolve">
                                      <p:cBhvr>
                                        <p:cTn id="7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P spid="9220" grpId="0" animBg="1"/>
      <p:bldP spid="9221" grpId="0" animBg="1"/>
      <p:bldP spid="6" grpId="0" animBg="1"/>
      <p:bldP spid="7" grpId="0" animBg="1"/>
      <p:bldP spid="8" grpId="0" animBg="1"/>
      <p:bldP spid="9" grpId="0" animBg="1"/>
      <p:bldP spid="12" grpId="0" animBg="1"/>
      <p:bldP spid="13" grpId="0" animBg="1"/>
      <p:bldP spid="9231" grpId="0" animBg="1"/>
      <p:bldP spid="24" grpId="0" animBg="1"/>
      <p:bldP spid="26" grpId="0" animBg="1"/>
      <p:bldP spid="34" grpId="0" animBg="1"/>
      <p:bldP spid="3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74038" y="1773238"/>
            <a:ext cx="2386012" cy="2519362"/>
          </a:xfrm>
        </p:spPr>
        <p:txBody>
          <a:bodyPr>
            <a:normAutofit fontScale="92500" lnSpcReduction="20000"/>
          </a:bodyPr>
          <a:lstStyle/>
          <a:p>
            <a:pPr algn="ctr" eaLnBrk="1" hangingPunct="1">
              <a:buFont typeface="Wingdings 2" panose="05020102010507070707" pitchFamily="18" charset="2"/>
              <a:buNone/>
            </a:pPr>
            <a:r>
              <a:rPr lang="en-US" sz="2400" b="1">
                <a:solidFill>
                  <a:schemeClr val="accent1"/>
                </a:solidFill>
                <a:latin typeface="Times New Roman" panose="02020603050405020304" pitchFamily="18" charset="0"/>
                <a:cs typeface="Times New Roman" panose="02020603050405020304" pitchFamily="18" charset="0"/>
              </a:rPr>
              <a:t>Operations on Queue</a:t>
            </a:r>
          </a:p>
          <a:p>
            <a:pPr algn="ctr" eaLnBrk="1" hangingPunct="1">
              <a:buFont typeface="Wingdings 2" panose="05020102010507070707" pitchFamily="18" charset="2"/>
              <a:buNone/>
            </a:pPr>
            <a:endParaRPr lang="en-US" sz="1200"/>
          </a:p>
          <a:p>
            <a:pPr eaLnBrk="1" hangingPunct="1">
              <a:buFont typeface="Wingdings" panose="05000000000000000000" pitchFamily="2" charset="2"/>
              <a:buChar char="Ø"/>
            </a:pPr>
            <a:r>
              <a:rPr lang="en-US" sz="2200"/>
              <a:t>IsEmpty()</a:t>
            </a:r>
          </a:p>
          <a:p>
            <a:pPr eaLnBrk="1" hangingPunct="1">
              <a:buFont typeface="Wingdings" panose="05000000000000000000" pitchFamily="2" charset="2"/>
              <a:buChar char="Ø"/>
            </a:pPr>
            <a:r>
              <a:rPr lang="en-US" sz="2200"/>
              <a:t>IsFull()</a:t>
            </a:r>
          </a:p>
          <a:p>
            <a:pPr eaLnBrk="1" hangingPunct="1">
              <a:buFont typeface="Wingdings" panose="05000000000000000000" pitchFamily="2" charset="2"/>
              <a:buChar char="Ø"/>
            </a:pPr>
            <a:r>
              <a:rPr lang="en-US" sz="2200"/>
              <a:t>Enqeue()</a:t>
            </a:r>
          </a:p>
          <a:p>
            <a:pPr eaLnBrk="1" hangingPunct="1">
              <a:buFont typeface="Wingdings" panose="05000000000000000000" pitchFamily="2" charset="2"/>
              <a:buChar char="Ø"/>
            </a:pPr>
            <a:r>
              <a:rPr lang="en-US" sz="2200"/>
              <a:t>Dequeue()</a:t>
            </a:r>
          </a:p>
          <a:p>
            <a:endParaRPr lang="en-US" sz="2200"/>
          </a:p>
        </p:txBody>
      </p:sp>
      <p:sp>
        <p:nvSpPr>
          <p:cNvPr id="4" name="Content Placeholder 2"/>
          <p:cNvSpPr txBox="1">
            <a:spLocks/>
          </p:cNvSpPr>
          <p:nvPr/>
        </p:nvSpPr>
        <p:spPr bwMode="auto">
          <a:xfrm>
            <a:off x="4800600" y="2087563"/>
            <a:ext cx="2808288" cy="2493962"/>
          </a:xfrm>
          <a:prstGeom prst="rect">
            <a:avLst/>
          </a:prstGeom>
          <a:noFill/>
          <a:ln w="9525">
            <a:noFill/>
            <a:miter lim="800000"/>
            <a:headEnd/>
            <a:tailEnd/>
          </a:ln>
        </p:spPr>
        <p:txBody>
          <a:bodyPr/>
          <a:lstStyle/>
          <a:p>
            <a:pPr marL="273050" indent="-273050" algn="ctr">
              <a:spcBef>
                <a:spcPct val="20000"/>
              </a:spcBef>
              <a:buClr>
                <a:srgbClr val="0BD0D9"/>
              </a:buClr>
              <a:buSzPct val="95000"/>
              <a:defRPr/>
            </a:pPr>
            <a:r>
              <a:rPr lang="en-US" sz="2400" b="1" dirty="0">
                <a:solidFill>
                  <a:schemeClr val="accent1"/>
                </a:solidFill>
                <a:latin typeface="Times New Roman" pitchFamily="18" charset="0"/>
                <a:cs typeface="Times New Roman" pitchFamily="18" charset="0"/>
              </a:rPr>
              <a:t>Types of Queue</a:t>
            </a:r>
          </a:p>
          <a:p>
            <a:pPr marL="273050" indent="-273050" algn="ctr">
              <a:spcBef>
                <a:spcPct val="20000"/>
              </a:spcBef>
              <a:buClr>
                <a:srgbClr val="0BD0D9"/>
              </a:buClr>
              <a:buSzPct val="95000"/>
              <a:defRPr/>
            </a:pPr>
            <a:endParaRPr lang="en-US" sz="2200" dirty="0"/>
          </a:p>
          <a:p>
            <a:pPr marL="273050" indent="-273050">
              <a:spcBef>
                <a:spcPct val="20000"/>
              </a:spcBef>
              <a:buClr>
                <a:srgbClr val="0BD0D9"/>
              </a:buClr>
              <a:buSzPct val="95000"/>
              <a:buFont typeface="Wingdings" pitchFamily="2" charset="2"/>
              <a:buChar char="Ø"/>
              <a:defRPr/>
            </a:pPr>
            <a:r>
              <a:rPr lang="en-US" sz="2200" dirty="0"/>
              <a:t>Linear Queue</a:t>
            </a:r>
          </a:p>
          <a:p>
            <a:pPr marL="273050" indent="-273050">
              <a:spcBef>
                <a:spcPct val="20000"/>
              </a:spcBef>
              <a:buClr>
                <a:srgbClr val="0BD0D9"/>
              </a:buClr>
              <a:buSzPct val="95000"/>
              <a:buFont typeface="Wingdings" pitchFamily="2" charset="2"/>
              <a:buChar char="Ø"/>
              <a:defRPr/>
            </a:pPr>
            <a:r>
              <a:rPr lang="en-US" sz="2200" dirty="0"/>
              <a:t>Circular Queue</a:t>
            </a:r>
          </a:p>
          <a:p>
            <a:pPr marL="273050" indent="-273050">
              <a:spcBef>
                <a:spcPct val="20000"/>
              </a:spcBef>
              <a:buClr>
                <a:srgbClr val="0BD0D9"/>
              </a:buClr>
              <a:buSzPct val="95000"/>
              <a:buFont typeface="Wingdings" pitchFamily="2" charset="2"/>
              <a:buChar char="Ø"/>
              <a:defRPr/>
            </a:pPr>
            <a:r>
              <a:rPr lang="en-US" sz="2200" dirty="0" err="1"/>
              <a:t>Deque</a:t>
            </a:r>
            <a:endParaRPr lang="en-US" sz="2200" dirty="0"/>
          </a:p>
          <a:p>
            <a:pPr marL="273050" indent="-273050">
              <a:spcBef>
                <a:spcPct val="20000"/>
              </a:spcBef>
              <a:buClr>
                <a:srgbClr val="0BD0D9"/>
              </a:buClr>
              <a:buSzPct val="95000"/>
              <a:buFont typeface="Wingdings" pitchFamily="2" charset="2"/>
              <a:buChar char="Ø"/>
              <a:defRPr/>
            </a:pPr>
            <a:r>
              <a:rPr lang="en-US" sz="2200" dirty="0"/>
              <a:t>Priority  Queue</a:t>
            </a:r>
          </a:p>
          <a:p>
            <a:pPr marL="273050" indent="-273050" eaLnBrk="0" hangingPunct="0">
              <a:spcBef>
                <a:spcPct val="20000"/>
              </a:spcBef>
              <a:buClr>
                <a:srgbClr val="0BD0D9"/>
              </a:buClr>
              <a:buSzPct val="95000"/>
              <a:buFont typeface="Wingdings 2" pitchFamily="18" charset="2"/>
              <a:buChar char=""/>
              <a:defRPr/>
            </a:pPr>
            <a:endParaRPr lang="en-US" sz="2200" dirty="0"/>
          </a:p>
        </p:txBody>
      </p:sp>
      <p:sp>
        <p:nvSpPr>
          <p:cNvPr id="12" name="Content Placeholder 2"/>
          <p:cNvSpPr txBox="1">
            <a:spLocks/>
          </p:cNvSpPr>
          <p:nvPr/>
        </p:nvSpPr>
        <p:spPr bwMode="auto">
          <a:xfrm>
            <a:off x="1919289" y="1844675"/>
            <a:ext cx="2592387" cy="2160588"/>
          </a:xfrm>
          <a:prstGeom prst="rect">
            <a:avLst/>
          </a:prstGeom>
          <a:noFill/>
          <a:ln w="9525">
            <a:noFill/>
            <a:miter lim="800000"/>
            <a:headEnd/>
            <a:tailEnd/>
          </a:ln>
        </p:spPr>
        <p:txBody>
          <a:bodyPr/>
          <a:lstStyle/>
          <a:p>
            <a:pPr marL="273050" indent="-273050" algn="ctr">
              <a:spcBef>
                <a:spcPct val="20000"/>
              </a:spcBef>
              <a:buClr>
                <a:srgbClr val="0BD0D9"/>
              </a:buClr>
              <a:buSzPct val="95000"/>
              <a:defRPr/>
            </a:pPr>
            <a:r>
              <a:rPr lang="en-US" sz="2200" dirty="0"/>
              <a:t>    </a:t>
            </a:r>
            <a:r>
              <a:rPr lang="en-US" sz="2400" dirty="0">
                <a:solidFill>
                  <a:schemeClr val="accent1"/>
                </a:solidFill>
                <a:latin typeface="Times New Roman" pitchFamily="18" charset="0"/>
                <a:cs typeface="Times New Roman" pitchFamily="18" charset="0"/>
              </a:rPr>
              <a:t>Implementation Data Structure</a:t>
            </a:r>
          </a:p>
          <a:p>
            <a:pPr marL="273050" indent="-273050">
              <a:spcBef>
                <a:spcPct val="20000"/>
              </a:spcBef>
              <a:buClr>
                <a:srgbClr val="0BD0D9"/>
              </a:buClr>
              <a:buSzPct val="95000"/>
              <a:buFont typeface="Wingdings" pitchFamily="2" charset="2"/>
              <a:buChar char="Ø"/>
              <a:defRPr/>
            </a:pPr>
            <a:r>
              <a:rPr lang="en-US" sz="2200" dirty="0"/>
              <a:t>Array</a:t>
            </a:r>
          </a:p>
          <a:p>
            <a:pPr marL="273050" indent="-273050">
              <a:spcBef>
                <a:spcPct val="20000"/>
              </a:spcBef>
              <a:buClr>
                <a:srgbClr val="0BD0D9"/>
              </a:buClr>
              <a:buSzPct val="95000"/>
              <a:buFont typeface="Wingdings" pitchFamily="2" charset="2"/>
              <a:buChar char="Ø"/>
              <a:defRPr/>
            </a:pPr>
            <a:r>
              <a:rPr lang="en-US" sz="2200" dirty="0"/>
              <a:t>Stack</a:t>
            </a:r>
          </a:p>
          <a:p>
            <a:pPr marL="273050" indent="-273050">
              <a:spcBef>
                <a:spcPct val="20000"/>
              </a:spcBef>
              <a:buClr>
                <a:srgbClr val="0BD0D9"/>
              </a:buClr>
              <a:buSzPct val="95000"/>
              <a:buFont typeface="Wingdings" pitchFamily="2" charset="2"/>
              <a:buChar char="Ø"/>
              <a:defRPr/>
            </a:pPr>
            <a:r>
              <a:rPr lang="en-US" sz="2200" dirty="0"/>
              <a:t>Linked List</a:t>
            </a:r>
          </a:p>
          <a:p>
            <a:pPr marL="273050" indent="-273050" eaLnBrk="0" hangingPunct="0">
              <a:spcBef>
                <a:spcPct val="20000"/>
              </a:spcBef>
              <a:buClr>
                <a:srgbClr val="0BD0D9"/>
              </a:buClr>
              <a:buSzPct val="95000"/>
              <a:buFont typeface="Wingdings 2" pitchFamily="18" charset="2"/>
              <a:buChar char=""/>
              <a:defRPr/>
            </a:pPr>
            <a:endParaRPr lang="en-US" sz="2200" dirty="0"/>
          </a:p>
        </p:txBody>
      </p:sp>
      <p:sp>
        <p:nvSpPr>
          <p:cNvPr id="7" name="Right Brace 6"/>
          <p:cNvSpPr/>
          <p:nvPr/>
        </p:nvSpPr>
        <p:spPr>
          <a:xfrm>
            <a:off x="3432175" y="2636838"/>
            <a:ext cx="503238" cy="1225550"/>
          </a:xfrm>
          <a:prstGeom prst="righ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p>
        </p:txBody>
      </p:sp>
      <p:sp>
        <p:nvSpPr>
          <p:cNvPr id="8" name="Right Brace 7"/>
          <p:cNvSpPr/>
          <p:nvPr/>
        </p:nvSpPr>
        <p:spPr>
          <a:xfrm rot="10800000">
            <a:off x="7680325" y="2924175"/>
            <a:ext cx="503238" cy="1512888"/>
          </a:xfrm>
          <a:prstGeom prst="righ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p>
        </p:txBody>
      </p:sp>
      <p:sp>
        <p:nvSpPr>
          <p:cNvPr id="11271" name="Title 1"/>
          <p:cNvSpPr>
            <a:spLocks noGrp="1"/>
          </p:cNvSpPr>
          <p:nvPr>
            <p:ph type="title"/>
          </p:nvPr>
        </p:nvSpPr>
        <p:spPr>
          <a:xfrm>
            <a:off x="1981200" y="404813"/>
            <a:ext cx="8229600" cy="1143000"/>
          </a:xfrm>
        </p:spPr>
        <p:txBody>
          <a:bodyPr/>
          <a:lstStyle/>
          <a:p>
            <a:pPr algn="ctr" eaLnBrk="1" hangingPunct="1"/>
            <a:r>
              <a:rPr lang="en-US"/>
              <a:t>Representation of Queue</a:t>
            </a:r>
          </a:p>
        </p:txBody>
      </p:sp>
      <p:sp>
        <p:nvSpPr>
          <p:cNvPr id="9" name="Date Placeholder 8"/>
          <p:cNvSpPr>
            <a:spLocks noGrp="1"/>
          </p:cNvSpPr>
          <p:nvPr>
            <p:ph type="dt" sz="quarter" idx="10"/>
          </p:nvPr>
        </p:nvSpPr>
        <p:spPr/>
        <p:txBody>
          <a:bodyPr/>
          <a:lstStyle/>
          <a:p>
            <a:pPr>
              <a:defRPr/>
            </a:pPr>
            <a:fld id="{F68A3B06-080F-4239-B571-C58A36C3FDD7}" type="datetime1">
              <a:rPr lang="en-US" smtClean="0"/>
              <a:pPr>
                <a:defRPr/>
              </a:pPr>
              <a:t>9/30/2024</a:t>
            </a:fld>
            <a:endParaRPr lang="en-IN"/>
          </a:p>
        </p:txBody>
      </p:sp>
      <p:sp>
        <p:nvSpPr>
          <p:cNvPr id="10" name="Slide Number Placeholder 9"/>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94A1DA4-7148-47CB-A227-308F66B0E7C6}" type="slidenum">
              <a:rPr lang="en-IN">
                <a:solidFill>
                  <a:srgbClr val="045C75"/>
                </a:solidFill>
                <a:latin typeface="Constantia" panose="02030602050306030303" pitchFamily="18" charset="0"/>
              </a:rPr>
              <a:pPr eaLnBrk="1" hangingPunct="1"/>
              <a:t>45</a:t>
            </a:fld>
            <a:endParaRPr lang="en-IN">
              <a:solidFill>
                <a:srgbClr val="045C75"/>
              </a:solidFill>
              <a:latin typeface="Constantia" panose="02030602050306030303" pitchFamily="18" charset="0"/>
            </a:endParaRPr>
          </a:p>
        </p:txBody>
      </p:sp>
      <p:sp>
        <p:nvSpPr>
          <p:cNvPr id="13" name="Footer Placeholder 12"/>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1019508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from="(-#ppt_w/2)" to="(#ppt_x)" calcmode="lin" valueType="num">
                                      <p:cBhvr>
                                        <p:cTn id="7" dur="600" fill="hold">
                                          <p:stCondLst>
                                            <p:cond delay="0"/>
                                          </p:stCondLst>
                                        </p:cTn>
                                        <p:tgtEl>
                                          <p:spTgt spid="4">
                                            <p:txEl>
                                              <p:pRg st="0" end="0"/>
                                            </p:txEl>
                                          </p:spTgt>
                                        </p:tgtEl>
                                        <p:attrNameLst>
                                          <p:attrName>ppt_x</p:attrName>
                                        </p:attrNameLst>
                                      </p:cBhvr>
                                    </p:anim>
                                    <p:anim from="0" to="-1.0" calcmode="lin" valueType="num">
                                      <p:cBhvr>
                                        <p:cTn id="8" dur="200" decel="50000" autoRev="1" fill="hold">
                                          <p:stCondLst>
                                            <p:cond delay="600"/>
                                          </p:stCondLst>
                                        </p:cTn>
                                        <p:tgtEl>
                                          <p:spTgt spid="4">
                                            <p:txEl>
                                              <p:pRg st="0" end="0"/>
                                            </p:txEl>
                                          </p:spTgt>
                                        </p:tgtEl>
                                        <p:attrNameLst>
                                          <p:attrName>xshear</p:attrName>
                                        </p:attrNameLst>
                                      </p:cBhvr>
                                    </p:anim>
                                    <p:animScale>
                                      <p:cBhvr>
                                        <p:cTn id="9" dur="200" decel="100000" autoRev="1" fill="hold">
                                          <p:stCondLst>
                                            <p:cond delay="600"/>
                                          </p:stCondLst>
                                        </p:cTn>
                                        <p:tgtEl>
                                          <p:spTgt spid="4">
                                            <p:txEl>
                                              <p:pRg st="0" end="0"/>
                                            </p:txEl>
                                          </p:spTgt>
                                        </p:tgtEl>
                                      </p:cBhvr>
                                      <p:from x="100000" y="100000"/>
                                      <p:to x="80000" y="100000"/>
                                    </p:animScale>
                                    <p:anim by="(#ppt_h/3+#ppt_w*0.1)" calcmode="lin" valueType="num">
                                      <p:cBhvr additive="sum">
                                        <p:cTn id="10" dur="200" decel="100000" autoRev="1" fill="hold">
                                          <p:stCondLst>
                                            <p:cond delay="600"/>
                                          </p:stCondLst>
                                        </p:cTn>
                                        <p:tgtEl>
                                          <p:spTgt spid="4">
                                            <p:txEl>
                                              <p:pRg st="0" end="0"/>
                                            </p:txEl>
                                          </p:spTgt>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4"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from="(-#ppt_w/2)" to="(#ppt_x)" calcmode="lin" valueType="num">
                                      <p:cBhvr>
                                        <p:cTn id="15" dur="600" fill="hold">
                                          <p:stCondLst>
                                            <p:cond delay="0"/>
                                          </p:stCondLst>
                                        </p:cTn>
                                        <p:tgtEl>
                                          <p:spTgt spid="4">
                                            <p:txEl>
                                              <p:pRg st="2" end="2"/>
                                            </p:txEl>
                                          </p:spTgt>
                                        </p:tgtEl>
                                        <p:attrNameLst>
                                          <p:attrName>ppt_x</p:attrName>
                                        </p:attrNameLst>
                                      </p:cBhvr>
                                    </p:anim>
                                    <p:anim from="0" to="-1.0" calcmode="lin" valueType="num">
                                      <p:cBhvr>
                                        <p:cTn id="16" dur="200" decel="50000" autoRev="1" fill="hold">
                                          <p:stCondLst>
                                            <p:cond delay="600"/>
                                          </p:stCondLst>
                                        </p:cTn>
                                        <p:tgtEl>
                                          <p:spTgt spid="4">
                                            <p:txEl>
                                              <p:pRg st="2" end="2"/>
                                            </p:txEl>
                                          </p:spTgt>
                                        </p:tgtEl>
                                        <p:attrNameLst>
                                          <p:attrName>xshear</p:attrName>
                                        </p:attrNameLst>
                                      </p:cBhvr>
                                    </p:anim>
                                    <p:animScale>
                                      <p:cBhvr>
                                        <p:cTn id="17" dur="200" decel="100000" autoRev="1" fill="hold">
                                          <p:stCondLst>
                                            <p:cond delay="600"/>
                                          </p:stCondLst>
                                        </p:cTn>
                                        <p:tgtEl>
                                          <p:spTgt spid="4">
                                            <p:txEl>
                                              <p:pRg st="2" end="2"/>
                                            </p:txEl>
                                          </p:spTgt>
                                        </p:tgtEl>
                                      </p:cBhvr>
                                      <p:from x="100000" y="100000"/>
                                      <p:to x="80000" y="100000"/>
                                    </p:animScale>
                                    <p:anim by="(#ppt_h/3+#ppt_w*0.1)" calcmode="lin" valueType="num">
                                      <p:cBhvr additive="sum">
                                        <p:cTn id="18" dur="200" decel="100000" autoRev="1" fill="hold">
                                          <p:stCondLst>
                                            <p:cond delay="600"/>
                                          </p:stCondLst>
                                        </p:cTn>
                                        <p:tgtEl>
                                          <p:spTgt spid="4">
                                            <p:txEl>
                                              <p:pRg st="2" end="2"/>
                                            </p:txEl>
                                          </p:spTgt>
                                        </p:tgtEl>
                                        <p:attrNameLst>
                                          <p:attrName>ppt_x</p:attrName>
                                        </p:attrNameLst>
                                      </p:cBhvr>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4"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 from="(-#ppt_w/2)" to="(#ppt_x)" calcmode="lin" valueType="num">
                                      <p:cBhvr>
                                        <p:cTn id="23" dur="600" fill="hold">
                                          <p:stCondLst>
                                            <p:cond delay="0"/>
                                          </p:stCondLst>
                                        </p:cTn>
                                        <p:tgtEl>
                                          <p:spTgt spid="4">
                                            <p:txEl>
                                              <p:pRg st="3" end="3"/>
                                            </p:txEl>
                                          </p:spTgt>
                                        </p:tgtEl>
                                        <p:attrNameLst>
                                          <p:attrName>ppt_x</p:attrName>
                                        </p:attrNameLst>
                                      </p:cBhvr>
                                    </p:anim>
                                    <p:anim from="0" to="-1.0" calcmode="lin" valueType="num">
                                      <p:cBhvr>
                                        <p:cTn id="24" dur="200" decel="50000" autoRev="1" fill="hold">
                                          <p:stCondLst>
                                            <p:cond delay="600"/>
                                          </p:stCondLst>
                                        </p:cTn>
                                        <p:tgtEl>
                                          <p:spTgt spid="4">
                                            <p:txEl>
                                              <p:pRg st="3" end="3"/>
                                            </p:txEl>
                                          </p:spTgt>
                                        </p:tgtEl>
                                        <p:attrNameLst>
                                          <p:attrName>xshear</p:attrName>
                                        </p:attrNameLst>
                                      </p:cBhvr>
                                    </p:anim>
                                    <p:animScale>
                                      <p:cBhvr>
                                        <p:cTn id="25" dur="200" decel="100000" autoRev="1" fill="hold">
                                          <p:stCondLst>
                                            <p:cond delay="600"/>
                                          </p:stCondLst>
                                        </p:cTn>
                                        <p:tgtEl>
                                          <p:spTgt spid="4">
                                            <p:txEl>
                                              <p:pRg st="3" end="3"/>
                                            </p:txEl>
                                          </p:spTgt>
                                        </p:tgtEl>
                                      </p:cBhvr>
                                      <p:from x="100000" y="100000"/>
                                      <p:to x="80000" y="100000"/>
                                    </p:animScale>
                                    <p:anim by="(#ppt_h/3+#ppt_w*0.1)" calcmode="lin" valueType="num">
                                      <p:cBhvr additive="sum">
                                        <p:cTn id="26" dur="200" decel="100000" autoRev="1" fill="hold">
                                          <p:stCondLst>
                                            <p:cond delay="600"/>
                                          </p:stCondLst>
                                        </p:cTn>
                                        <p:tgtEl>
                                          <p:spTgt spid="4">
                                            <p:txEl>
                                              <p:pRg st="3" end="3"/>
                                            </p:txEl>
                                          </p:spTgt>
                                        </p:tgtEl>
                                        <p:attrNameLst>
                                          <p:attrName>ppt_x</p:attrName>
                                        </p:attrNameLst>
                                      </p:cBhvr>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34" presetClass="entr" presetSubtype="0"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from="(-#ppt_w/2)" to="(#ppt_x)" calcmode="lin" valueType="num">
                                      <p:cBhvr>
                                        <p:cTn id="31" dur="600" fill="hold">
                                          <p:stCondLst>
                                            <p:cond delay="0"/>
                                          </p:stCondLst>
                                        </p:cTn>
                                        <p:tgtEl>
                                          <p:spTgt spid="4">
                                            <p:txEl>
                                              <p:pRg st="4" end="4"/>
                                            </p:txEl>
                                          </p:spTgt>
                                        </p:tgtEl>
                                        <p:attrNameLst>
                                          <p:attrName>ppt_x</p:attrName>
                                        </p:attrNameLst>
                                      </p:cBhvr>
                                    </p:anim>
                                    <p:anim from="0" to="-1.0" calcmode="lin" valueType="num">
                                      <p:cBhvr>
                                        <p:cTn id="32" dur="200" decel="50000" autoRev="1" fill="hold">
                                          <p:stCondLst>
                                            <p:cond delay="600"/>
                                          </p:stCondLst>
                                        </p:cTn>
                                        <p:tgtEl>
                                          <p:spTgt spid="4">
                                            <p:txEl>
                                              <p:pRg st="4" end="4"/>
                                            </p:txEl>
                                          </p:spTgt>
                                        </p:tgtEl>
                                        <p:attrNameLst>
                                          <p:attrName>xshear</p:attrName>
                                        </p:attrNameLst>
                                      </p:cBhvr>
                                    </p:anim>
                                    <p:animScale>
                                      <p:cBhvr>
                                        <p:cTn id="33" dur="200" decel="100000" autoRev="1" fill="hold">
                                          <p:stCondLst>
                                            <p:cond delay="600"/>
                                          </p:stCondLst>
                                        </p:cTn>
                                        <p:tgtEl>
                                          <p:spTgt spid="4">
                                            <p:txEl>
                                              <p:pRg st="4" end="4"/>
                                            </p:txEl>
                                          </p:spTgt>
                                        </p:tgtEl>
                                      </p:cBhvr>
                                      <p:from x="100000" y="100000"/>
                                      <p:to x="80000" y="100000"/>
                                    </p:animScale>
                                    <p:anim by="(#ppt_h/3+#ppt_w*0.1)" calcmode="lin" valueType="num">
                                      <p:cBhvr additive="sum">
                                        <p:cTn id="34" dur="200" decel="100000" autoRev="1" fill="hold">
                                          <p:stCondLst>
                                            <p:cond delay="600"/>
                                          </p:stCondLst>
                                        </p:cTn>
                                        <p:tgtEl>
                                          <p:spTgt spid="4">
                                            <p:txEl>
                                              <p:pRg st="4" end="4"/>
                                            </p:txEl>
                                          </p:spTgt>
                                        </p:tgtEl>
                                        <p:attrNameLst>
                                          <p:attrName>ppt_x</p:attrName>
                                        </p:attrNameLst>
                                      </p:cBhvr>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34" presetClass="entr" presetSubtype="0" fill="hold" nodeType="click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anim from="(-#ppt_w/2)" to="(#ppt_x)" calcmode="lin" valueType="num">
                                      <p:cBhvr>
                                        <p:cTn id="39" dur="600" fill="hold">
                                          <p:stCondLst>
                                            <p:cond delay="0"/>
                                          </p:stCondLst>
                                        </p:cTn>
                                        <p:tgtEl>
                                          <p:spTgt spid="4">
                                            <p:txEl>
                                              <p:pRg st="5" end="5"/>
                                            </p:txEl>
                                          </p:spTgt>
                                        </p:tgtEl>
                                        <p:attrNameLst>
                                          <p:attrName>ppt_x</p:attrName>
                                        </p:attrNameLst>
                                      </p:cBhvr>
                                    </p:anim>
                                    <p:anim from="0" to="-1.0" calcmode="lin" valueType="num">
                                      <p:cBhvr>
                                        <p:cTn id="40" dur="200" decel="50000" autoRev="1" fill="hold">
                                          <p:stCondLst>
                                            <p:cond delay="600"/>
                                          </p:stCondLst>
                                        </p:cTn>
                                        <p:tgtEl>
                                          <p:spTgt spid="4">
                                            <p:txEl>
                                              <p:pRg st="5" end="5"/>
                                            </p:txEl>
                                          </p:spTgt>
                                        </p:tgtEl>
                                        <p:attrNameLst>
                                          <p:attrName>xshear</p:attrName>
                                        </p:attrNameLst>
                                      </p:cBhvr>
                                    </p:anim>
                                    <p:animScale>
                                      <p:cBhvr>
                                        <p:cTn id="41" dur="200" decel="100000" autoRev="1" fill="hold">
                                          <p:stCondLst>
                                            <p:cond delay="600"/>
                                          </p:stCondLst>
                                        </p:cTn>
                                        <p:tgtEl>
                                          <p:spTgt spid="4">
                                            <p:txEl>
                                              <p:pRg st="5" end="5"/>
                                            </p:txEl>
                                          </p:spTgt>
                                        </p:tgtEl>
                                      </p:cBhvr>
                                      <p:from x="100000" y="100000"/>
                                      <p:to x="80000" y="100000"/>
                                    </p:animScale>
                                    <p:anim by="(#ppt_h/3+#ppt_w*0.1)" calcmode="lin" valueType="num">
                                      <p:cBhvr additive="sum">
                                        <p:cTn id="42" dur="200" decel="100000" autoRev="1" fill="hold">
                                          <p:stCondLst>
                                            <p:cond delay="600"/>
                                          </p:stCondLst>
                                        </p:cTn>
                                        <p:tgtEl>
                                          <p:spTgt spid="4">
                                            <p:txEl>
                                              <p:pRg st="5" end="5"/>
                                            </p:txEl>
                                          </p:spTgt>
                                        </p:tgtEl>
                                        <p:attrNameLst>
                                          <p:attrName>ppt_x</p:attrName>
                                        </p:attrNameLst>
                                      </p:cBhvr>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34" presetClass="entr" presetSubtype="0" fill="hold" nodeType="clickEffect">
                                  <p:stCondLst>
                                    <p:cond delay="0"/>
                                  </p:stCondLst>
                                  <p:childTnLst>
                                    <p:set>
                                      <p:cBhvr>
                                        <p:cTn id="46" dur="1" fill="hold">
                                          <p:stCondLst>
                                            <p:cond delay="0"/>
                                          </p:stCondLst>
                                        </p:cTn>
                                        <p:tgtEl>
                                          <p:spTgt spid="12">
                                            <p:txEl>
                                              <p:pRg st="0" end="0"/>
                                            </p:txEl>
                                          </p:spTgt>
                                        </p:tgtEl>
                                        <p:attrNameLst>
                                          <p:attrName>style.visibility</p:attrName>
                                        </p:attrNameLst>
                                      </p:cBhvr>
                                      <p:to>
                                        <p:strVal val="visible"/>
                                      </p:to>
                                    </p:set>
                                    <p:anim from="(-#ppt_w/2)" to="(#ppt_x)" calcmode="lin" valueType="num">
                                      <p:cBhvr>
                                        <p:cTn id="47" dur="600" fill="hold">
                                          <p:stCondLst>
                                            <p:cond delay="0"/>
                                          </p:stCondLst>
                                        </p:cTn>
                                        <p:tgtEl>
                                          <p:spTgt spid="12">
                                            <p:txEl>
                                              <p:pRg st="0" end="0"/>
                                            </p:txEl>
                                          </p:spTgt>
                                        </p:tgtEl>
                                        <p:attrNameLst>
                                          <p:attrName>ppt_x</p:attrName>
                                        </p:attrNameLst>
                                      </p:cBhvr>
                                    </p:anim>
                                    <p:anim from="0" to="-1.0" calcmode="lin" valueType="num">
                                      <p:cBhvr>
                                        <p:cTn id="48" dur="200" decel="50000" autoRev="1" fill="hold">
                                          <p:stCondLst>
                                            <p:cond delay="600"/>
                                          </p:stCondLst>
                                        </p:cTn>
                                        <p:tgtEl>
                                          <p:spTgt spid="12">
                                            <p:txEl>
                                              <p:pRg st="0" end="0"/>
                                            </p:txEl>
                                          </p:spTgt>
                                        </p:tgtEl>
                                        <p:attrNameLst>
                                          <p:attrName>xshear</p:attrName>
                                        </p:attrNameLst>
                                      </p:cBhvr>
                                    </p:anim>
                                    <p:animScale>
                                      <p:cBhvr>
                                        <p:cTn id="49" dur="200" decel="100000" autoRev="1" fill="hold">
                                          <p:stCondLst>
                                            <p:cond delay="600"/>
                                          </p:stCondLst>
                                        </p:cTn>
                                        <p:tgtEl>
                                          <p:spTgt spid="12">
                                            <p:txEl>
                                              <p:pRg st="0" end="0"/>
                                            </p:txEl>
                                          </p:spTgt>
                                        </p:tgtEl>
                                      </p:cBhvr>
                                      <p:from x="100000" y="100000"/>
                                      <p:to x="80000" y="100000"/>
                                    </p:animScale>
                                    <p:anim by="(#ppt_h/3+#ppt_w*0.1)" calcmode="lin" valueType="num">
                                      <p:cBhvr additive="sum">
                                        <p:cTn id="50" dur="200" decel="100000" autoRev="1" fill="hold">
                                          <p:stCondLst>
                                            <p:cond delay="600"/>
                                          </p:stCondLst>
                                        </p:cTn>
                                        <p:tgtEl>
                                          <p:spTgt spid="12">
                                            <p:txEl>
                                              <p:pRg st="0" end="0"/>
                                            </p:txEl>
                                          </p:spTgt>
                                        </p:tgtEl>
                                        <p:attrNameLst>
                                          <p:attrName>ppt_x</p:attrName>
                                        </p:attrNameLst>
                                      </p:cBhvr>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34" presetClass="entr" presetSubtype="0" fill="hold" nodeType="clickEffect">
                                  <p:stCondLst>
                                    <p:cond delay="0"/>
                                  </p:stCondLst>
                                  <p:childTnLst>
                                    <p:set>
                                      <p:cBhvr>
                                        <p:cTn id="54" dur="1" fill="hold">
                                          <p:stCondLst>
                                            <p:cond delay="0"/>
                                          </p:stCondLst>
                                        </p:cTn>
                                        <p:tgtEl>
                                          <p:spTgt spid="12">
                                            <p:txEl>
                                              <p:pRg st="1" end="1"/>
                                            </p:txEl>
                                          </p:spTgt>
                                        </p:tgtEl>
                                        <p:attrNameLst>
                                          <p:attrName>style.visibility</p:attrName>
                                        </p:attrNameLst>
                                      </p:cBhvr>
                                      <p:to>
                                        <p:strVal val="visible"/>
                                      </p:to>
                                    </p:set>
                                    <p:anim from="(-#ppt_w/2)" to="(#ppt_x)" calcmode="lin" valueType="num">
                                      <p:cBhvr>
                                        <p:cTn id="55" dur="600" fill="hold">
                                          <p:stCondLst>
                                            <p:cond delay="0"/>
                                          </p:stCondLst>
                                        </p:cTn>
                                        <p:tgtEl>
                                          <p:spTgt spid="12">
                                            <p:txEl>
                                              <p:pRg st="1" end="1"/>
                                            </p:txEl>
                                          </p:spTgt>
                                        </p:tgtEl>
                                        <p:attrNameLst>
                                          <p:attrName>ppt_x</p:attrName>
                                        </p:attrNameLst>
                                      </p:cBhvr>
                                    </p:anim>
                                    <p:anim from="0" to="-1.0" calcmode="lin" valueType="num">
                                      <p:cBhvr>
                                        <p:cTn id="56" dur="200" decel="50000" autoRev="1" fill="hold">
                                          <p:stCondLst>
                                            <p:cond delay="600"/>
                                          </p:stCondLst>
                                        </p:cTn>
                                        <p:tgtEl>
                                          <p:spTgt spid="12">
                                            <p:txEl>
                                              <p:pRg st="1" end="1"/>
                                            </p:txEl>
                                          </p:spTgt>
                                        </p:tgtEl>
                                        <p:attrNameLst>
                                          <p:attrName>xshear</p:attrName>
                                        </p:attrNameLst>
                                      </p:cBhvr>
                                    </p:anim>
                                    <p:animScale>
                                      <p:cBhvr>
                                        <p:cTn id="57" dur="200" decel="100000" autoRev="1" fill="hold">
                                          <p:stCondLst>
                                            <p:cond delay="600"/>
                                          </p:stCondLst>
                                        </p:cTn>
                                        <p:tgtEl>
                                          <p:spTgt spid="12">
                                            <p:txEl>
                                              <p:pRg st="1" end="1"/>
                                            </p:txEl>
                                          </p:spTgt>
                                        </p:tgtEl>
                                      </p:cBhvr>
                                      <p:from x="100000" y="100000"/>
                                      <p:to x="80000" y="100000"/>
                                    </p:animScale>
                                    <p:anim by="(#ppt_h/3+#ppt_w*0.1)" calcmode="lin" valueType="num">
                                      <p:cBhvr additive="sum">
                                        <p:cTn id="58" dur="200" decel="100000" autoRev="1" fill="hold">
                                          <p:stCondLst>
                                            <p:cond delay="600"/>
                                          </p:stCondLst>
                                        </p:cTn>
                                        <p:tgtEl>
                                          <p:spTgt spid="12">
                                            <p:txEl>
                                              <p:pRg st="1" end="1"/>
                                            </p:txEl>
                                          </p:spTgt>
                                        </p:tgtEl>
                                        <p:attrNameLst>
                                          <p:attrName>ppt_x</p:attrName>
                                        </p:attrNameLst>
                                      </p:cBhvr>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34" presetClass="entr" presetSubtype="0" fill="hold" nodeType="clickEffect">
                                  <p:stCondLst>
                                    <p:cond delay="0"/>
                                  </p:stCondLst>
                                  <p:childTnLst>
                                    <p:set>
                                      <p:cBhvr>
                                        <p:cTn id="62" dur="1" fill="hold">
                                          <p:stCondLst>
                                            <p:cond delay="0"/>
                                          </p:stCondLst>
                                        </p:cTn>
                                        <p:tgtEl>
                                          <p:spTgt spid="12">
                                            <p:txEl>
                                              <p:pRg st="2" end="2"/>
                                            </p:txEl>
                                          </p:spTgt>
                                        </p:tgtEl>
                                        <p:attrNameLst>
                                          <p:attrName>style.visibility</p:attrName>
                                        </p:attrNameLst>
                                      </p:cBhvr>
                                      <p:to>
                                        <p:strVal val="visible"/>
                                      </p:to>
                                    </p:set>
                                    <p:anim from="(-#ppt_w/2)" to="(#ppt_x)" calcmode="lin" valueType="num">
                                      <p:cBhvr>
                                        <p:cTn id="63" dur="600" fill="hold">
                                          <p:stCondLst>
                                            <p:cond delay="0"/>
                                          </p:stCondLst>
                                        </p:cTn>
                                        <p:tgtEl>
                                          <p:spTgt spid="12">
                                            <p:txEl>
                                              <p:pRg st="2" end="2"/>
                                            </p:txEl>
                                          </p:spTgt>
                                        </p:tgtEl>
                                        <p:attrNameLst>
                                          <p:attrName>ppt_x</p:attrName>
                                        </p:attrNameLst>
                                      </p:cBhvr>
                                    </p:anim>
                                    <p:anim from="0" to="-1.0" calcmode="lin" valueType="num">
                                      <p:cBhvr>
                                        <p:cTn id="64" dur="200" decel="50000" autoRev="1" fill="hold">
                                          <p:stCondLst>
                                            <p:cond delay="600"/>
                                          </p:stCondLst>
                                        </p:cTn>
                                        <p:tgtEl>
                                          <p:spTgt spid="12">
                                            <p:txEl>
                                              <p:pRg st="2" end="2"/>
                                            </p:txEl>
                                          </p:spTgt>
                                        </p:tgtEl>
                                        <p:attrNameLst>
                                          <p:attrName>xshear</p:attrName>
                                        </p:attrNameLst>
                                      </p:cBhvr>
                                    </p:anim>
                                    <p:animScale>
                                      <p:cBhvr>
                                        <p:cTn id="65" dur="200" decel="100000" autoRev="1" fill="hold">
                                          <p:stCondLst>
                                            <p:cond delay="600"/>
                                          </p:stCondLst>
                                        </p:cTn>
                                        <p:tgtEl>
                                          <p:spTgt spid="12">
                                            <p:txEl>
                                              <p:pRg st="2" end="2"/>
                                            </p:txEl>
                                          </p:spTgt>
                                        </p:tgtEl>
                                      </p:cBhvr>
                                      <p:from x="100000" y="100000"/>
                                      <p:to x="80000" y="100000"/>
                                    </p:animScale>
                                    <p:anim by="(#ppt_h/3+#ppt_w*0.1)" calcmode="lin" valueType="num">
                                      <p:cBhvr additive="sum">
                                        <p:cTn id="66" dur="200" decel="100000" autoRev="1" fill="hold">
                                          <p:stCondLst>
                                            <p:cond delay="600"/>
                                          </p:stCondLst>
                                        </p:cTn>
                                        <p:tgtEl>
                                          <p:spTgt spid="12">
                                            <p:txEl>
                                              <p:pRg st="2" end="2"/>
                                            </p:txEl>
                                          </p:spTgt>
                                        </p:tgtEl>
                                        <p:attrNameLst>
                                          <p:attrName>ppt_x</p:attrName>
                                        </p:attrNameLst>
                                      </p:cBhvr>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34" presetClass="entr" presetSubtype="0" fill="hold" nodeType="clickEffect">
                                  <p:stCondLst>
                                    <p:cond delay="0"/>
                                  </p:stCondLst>
                                  <p:childTnLst>
                                    <p:set>
                                      <p:cBhvr>
                                        <p:cTn id="70" dur="1" fill="hold">
                                          <p:stCondLst>
                                            <p:cond delay="0"/>
                                          </p:stCondLst>
                                        </p:cTn>
                                        <p:tgtEl>
                                          <p:spTgt spid="12">
                                            <p:txEl>
                                              <p:pRg st="3" end="3"/>
                                            </p:txEl>
                                          </p:spTgt>
                                        </p:tgtEl>
                                        <p:attrNameLst>
                                          <p:attrName>style.visibility</p:attrName>
                                        </p:attrNameLst>
                                      </p:cBhvr>
                                      <p:to>
                                        <p:strVal val="visible"/>
                                      </p:to>
                                    </p:set>
                                    <p:anim from="(-#ppt_w/2)" to="(#ppt_x)" calcmode="lin" valueType="num">
                                      <p:cBhvr>
                                        <p:cTn id="71" dur="600" fill="hold">
                                          <p:stCondLst>
                                            <p:cond delay="0"/>
                                          </p:stCondLst>
                                        </p:cTn>
                                        <p:tgtEl>
                                          <p:spTgt spid="12">
                                            <p:txEl>
                                              <p:pRg st="3" end="3"/>
                                            </p:txEl>
                                          </p:spTgt>
                                        </p:tgtEl>
                                        <p:attrNameLst>
                                          <p:attrName>ppt_x</p:attrName>
                                        </p:attrNameLst>
                                      </p:cBhvr>
                                    </p:anim>
                                    <p:anim from="0" to="-1.0" calcmode="lin" valueType="num">
                                      <p:cBhvr>
                                        <p:cTn id="72" dur="200" decel="50000" autoRev="1" fill="hold">
                                          <p:stCondLst>
                                            <p:cond delay="600"/>
                                          </p:stCondLst>
                                        </p:cTn>
                                        <p:tgtEl>
                                          <p:spTgt spid="12">
                                            <p:txEl>
                                              <p:pRg st="3" end="3"/>
                                            </p:txEl>
                                          </p:spTgt>
                                        </p:tgtEl>
                                        <p:attrNameLst>
                                          <p:attrName>xshear</p:attrName>
                                        </p:attrNameLst>
                                      </p:cBhvr>
                                    </p:anim>
                                    <p:animScale>
                                      <p:cBhvr>
                                        <p:cTn id="73" dur="200" decel="100000" autoRev="1" fill="hold">
                                          <p:stCondLst>
                                            <p:cond delay="600"/>
                                          </p:stCondLst>
                                        </p:cTn>
                                        <p:tgtEl>
                                          <p:spTgt spid="12">
                                            <p:txEl>
                                              <p:pRg st="3" end="3"/>
                                            </p:txEl>
                                          </p:spTgt>
                                        </p:tgtEl>
                                      </p:cBhvr>
                                      <p:from x="100000" y="100000"/>
                                      <p:to x="80000" y="100000"/>
                                    </p:animScale>
                                    <p:anim by="(#ppt_h/3+#ppt_w*0.1)" calcmode="lin" valueType="num">
                                      <p:cBhvr additive="sum">
                                        <p:cTn id="74" dur="200" decel="100000" autoRev="1" fill="hold">
                                          <p:stCondLst>
                                            <p:cond delay="600"/>
                                          </p:stCondLst>
                                        </p:cTn>
                                        <p:tgtEl>
                                          <p:spTgt spid="12">
                                            <p:txEl>
                                              <p:pRg st="3" end="3"/>
                                            </p:txEl>
                                          </p:spTgt>
                                        </p:tgtEl>
                                        <p:attrNameLst>
                                          <p:attrName>ppt_x</p:attrName>
                                        </p:attrNameLst>
                                      </p:cBhvr>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34" presetClass="entr" presetSubtype="0" fill="hold" nodeType="clickEffect">
                                  <p:stCondLst>
                                    <p:cond delay="0"/>
                                  </p:stCondLst>
                                  <p:childTnLst>
                                    <p:set>
                                      <p:cBhvr>
                                        <p:cTn id="78" dur="1" fill="hold">
                                          <p:stCondLst>
                                            <p:cond delay="0"/>
                                          </p:stCondLst>
                                        </p:cTn>
                                        <p:tgtEl>
                                          <p:spTgt spid="3">
                                            <p:txEl>
                                              <p:pRg st="0" end="0"/>
                                            </p:txEl>
                                          </p:spTgt>
                                        </p:tgtEl>
                                        <p:attrNameLst>
                                          <p:attrName>style.visibility</p:attrName>
                                        </p:attrNameLst>
                                      </p:cBhvr>
                                      <p:to>
                                        <p:strVal val="visible"/>
                                      </p:to>
                                    </p:set>
                                    <p:anim from="(-#ppt_w/2)" to="(#ppt_x)" calcmode="lin" valueType="num">
                                      <p:cBhvr>
                                        <p:cTn id="79" dur="600" fill="hold">
                                          <p:stCondLst>
                                            <p:cond delay="0"/>
                                          </p:stCondLst>
                                        </p:cTn>
                                        <p:tgtEl>
                                          <p:spTgt spid="3">
                                            <p:txEl>
                                              <p:pRg st="0" end="0"/>
                                            </p:txEl>
                                          </p:spTgt>
                                        </p:tgtEl>
                                        <p:attrNameLst>
                                          <p:attrName>ppt_x</p:attrName>
                                        </p:attrNameLst>
                                      </p:cBhvr>
                                    </p:anim>
                                    <p:anim from="0" to="-1.0" calcmode="lin" valueType="num">
                                      <p:cBhvr>
                                        <p:cTn id="80" dur="200" decel="50000" autoRev="1" fill="hold">
                                          <p:stCondLst>
                                            <p:cond delay="600"/>
                                          </p:stCondLst>
                                        </p:cTn>
                                        <p:tgtEl>
                                          <p:spTgt spid="3">
                                            <p:txEl>
                                              <p:pRg st="0" end="0"/>
                                            </p:txEl>
                                          </p:spTgt>
                                        </p:tgtEl>
                                        <p:attrNameLst>
                                          <p:attrName>xshear</p:attrName>
                                        </p:attrNameLst>
                                      </p:cBhvr>
                                    </p:anim>
                                    <p:animScale>
                                      <p:cBhvr>
                                        <p:cTn id="81" dur="200" decel="100000" autoRev="1" fill="hold">
                                          <p:stCondLst>
                                            <p:cond delay="600"/>
                                          </p:stCondLst>
                                        </p:cTn>
                                        <p:tgtEl>
                                          <p:spTgt spid="3">
                                            <p:txEl>
                                              <p:pRg st="0" end="0"/>
                                            </p:txEl>
                                          </p:spTgt>
                                        </p:tgtEl>
                                      </p:cBhvr>
                                      <p:from x="100000" y="100000"/>
                                      <p:to x="80000" y="100000"/>
                                    </p:animScale>
                                    <p:anim by="(#ppt_h/3+#ppt_w*0.1)" calcmode="lin" valueType="num">
                                      <p:cBhvr additive="sum">
                                        <p:cTn id="82" dur="200" decel="100000" autoRev="1" fill="hold">
                                          <p:stCondLst>
                                            <p:cond delay="600"/>
                                          </p:stCondLst>
                                        </p:cTn>
                                        <p:tgtEl>
                                          <p:spTgt spid="3">
                                            <p:txEl>
                                              <p:pRg st="0" end="0"/>
                                            </p:txEl>
                                          </p:spTgt>
                                        </p:tgtEl>
                                        <p:attrNameLst>
                                          <p:attrName>ppt_x</p:attrName>
                                        </p:attrNameLst>
                                      </p:cBhvr>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34" presetClass="entr" presetSubtype="0" fill="hold" nodeType="clickEffect">
                                  <p:stCondLst>
                                    <p:cond delay="0"/>
                                  </p:stCondLst>
                                  <p:childTnLst>
                                    <p:set>
                                      <p:cBhvr>
                                        <p:cTn id="86" dur="1" fill="hold">
                                          <p:stCondLst>
                                            <p:cond delay="0"/>
                                          </p:stCondLst>
                                        </p:cTn>
                                        <p:tgtEl>
                                          <p:spTgt spid="3">
                                            <p:txEl>
                                              <p:pRg st="2" end="2"/>
                                            </p:txEl>
                                          </p:spTgt>
                                        </p:tgtEl>
                                        <p:attrNameLst>
                                          <p:attrName>style.visibility</p:attrName>
                                        </p:attrNameLst>
                                      </p:cBhvr>
                                      <p:to>
                                        <p:strVal val="visible"/>
                                      </p:to>
                                    </p:set>
                                    <p:anim from="(-#ppt_w/2)" to="(#ppt_x)" calcmode="lin" valueType="num">
                                      <p:cBhvr>
                                        <p:cTn id="87" dur="600" fill="hold">
                                          <p:stCondLst>
                                            <p:cond delay="0"/>
                                          </p:stCondLst>
                                        </p:cTn>
                                        <p:tgtEl>
                                          <p:spTgt spid="3">
                                            <p:txEl>
                                              <p:pRg st="2" end="2"/>
                                            </p:txEl>
                                          </p:spTgt>
                                        </p:tgtEl>
                                        <p:attrNameLst>
                                          <p:attrName>ppt_x</p:attrName>
                                        </p:attrNameLst>
                                      </p:cBhvr>
                                    </p:anim>
                                    <p:anim from="0" to="-1.0" calcmode="lin" valueType="num">
                                      <p:cBhvr>
                                        <p:cTn id="88" dur="200" decel="50000" autoRev="1" fill="hold">
                                          <p:stCondLst>
                                            <p:cond delay="600"/>
                                          </p:stCondLst>
                                        </p:cTn>
                                        <p:tgtEl>
                                          <p:spTgt spid="3">
                                            <p:txEl>
                                              <p:pRg st="2" end="2"/>
                                            </p:txEl>
                                          </p:spTgt>
                                        </p:tgtEl>
                                        <p:attrNameLst>
                                          <p:attrName>xshear</p:attrName>
                                        </p:attrNameLst>
                                      </p:cBhvr>
                                    </p:anim>
                                    <p:animScale>
                                      <p:cBhvr>
                                        <p:cTn id="89" dur="200" decel="100000" autoRev="1" fill="hold">
                                          <p:stCondLst>
                                            <p:cond delay="600"/>
                                          </p:stCondLst>
                                        </p:cTn>
                                        <p:tgtEl>
                                          <p:spTgt spid="3">
                                            <p:txEl>
                                              <p:pRg st="2" end="2"/>
                                            </p:txEl>
                                          </p:spTgt>
                                        </p:tgtEl>
                                      </p:cBhvr>
                                      <p:from x="100000" y="100000"/>
                                      <p:to x="80000" y="100000"/>
                                    </p:animScale>
                                    <p:anim by="(#ppt_h/3+#ppt_w*0.1)" calcmode="lin" valueType="num">
                                      <p:cBhvr additive="sum">
                                        <p:cTn id="90" dur="200" decel="100000" autoRev="1" fill="hold">
                                          <p:stCondLst>
                                            <p:cond delay="600"/>
                                          </p:stCondLst>
                                        </p:cTn>
                                        <p:tgtEl>
                                          <p:spTgt spid="3">
                                            <p:txEl>
                                              <p:pRg st="2" end="2"/>
                                            </p:txEl>
                                          </p:spTgt>
                                        </p:tgtEl>
                                        <p:attrNameLst>
                                          <p:attrName>ppt_x</p:attrName>
                                        </p:attrNameLst>
                                      </p:cBhvr>
                                    </p:anim>
                                  </p:childTnLst>
                                </p:cTn>
                              </p:par>
                            </p:childTnLst>
                          </p:cTn>
                        </p:par>
                      </p:childTnLst>
                    </p:cTn>
                  </p:par>
                  <p:par>
                    <p:cTn id="91" fill="hold" nodeType="clickPar">
                      <p:stCondLst>
                        <p:cond delay="indefinite"/>
                      </p:stCondLst>
                      <p:childTnLst>
                        <p:par>
                          <p:cTn id="92" fill="hold" nodeType="withGroup">
                            <p:stCondLst>
                              <p:cond delay="0"/>
                            </p:stCondLst>
                            <p:childTnLst>
                              <p:par>
                                <p:cTn id="93" presetID="34" presetClass="entr" presetSubtype="0" fill="hold" nodeType="clickEffect">
                                  <p:stCondLst>
                                    <p:cond delay="0"/>
                                  </p:stCondLst>
                                  <p:childTnLst>
                                    <p:set>
                                      <p:cBhvr>
                                        <p:cTn id="94" dur="1" fill="hold">
                                          <p:stCondLst>
                                            <p:cond delay="0"/>
                                          </p:stCondLst>
                                        </p:cTn>
                                        <p:tgtEl>
                                          <p:spTgt spid="3">
                                            <p:txEl>
                                              <p:pRg st="3" end="3"/>
                                            </p:txEl>
                                          </p:spTgt>
                                        </p:tgtEl>
                                        <p:attrNameLst>
                                          <p:attrName>style.visibility</p:attrName>
                                        </p:attrNameLst>
                                      </p:cBhvr>
                                      <p:to>
                                        <p:strVal val="visible"/>
                                      </p:to>
                                    </p:set>
                                    <p:anim from="(-#ppt_w/2)" to="(#ppt_x)" calcmode="lin" valueType="num">
                                      <p:cBhvr>
                                        <p:cTn id="95" dur="600" fill="hold">
                                          <p:stCondLst>
                                            <p:cond delay="0"/>
                                          </p:stCondLst>
                                        </p:cTn>
                                        <p:tgtEl>
                                          <p:spTgt spid="3">
                                            <p:txEl>
                                              <p:pRg st="3" end="3"/>
                                            </p:txEl>
                                          </p:spTgt>
                                        </p:tgtEl>
                                        <p:attrNameLst>
                                          <p:attrName>ppt_x</p:attrName>
                                        </p:attrNameLst>
                                      </p:cBhvr>
                                    </p:anim>
                                    <p:anim from="0" to="-1.0" calcmode="lin" valueType="num">
                                      <p:cBhvr>
                                        <p:cTn id="96" dur="200" decel="50000" autoRev="1" fill="hold">
                                          <p:stCondLst>
                                            <p:cond delay="600"/>
                                          </p:stCondLst>
                                        </p:cTn>
                                        <p:tgtEl>
                                          <p:spTgt spid="3">
                                            <p:txEl>
                                              <p:pRg st="3" end="3"/>
                                            </p:txEl>
                                          </p:spTgt>
                                        </p:tgtEl>
                                        <p:attrNameLst>
                                          <p:attrName>xshear</p:attrName>
                                        </p:attrNameLst>
                                      </p:cBhvr>
                                    </p:anim>
                                    <p:animScale>
                                      <p:cBhvr>
                                        <p:cTn id="97" dur="200" decel="100000" autoRev="1" fill="hold">
                                          <p:stCondLst>
                                            <p:cond delay="600"/>
                                          </p:stCondLst>
                                        </p:cTn>
                                        <p:tgtEl>
                                          <p:spTgt spid="3">
                                            <p:txEl>
                                              <p:pRg st="3" end="3"/>
                                            </p:txEl>
                                          </p:spTgt>
                                        </p:tgtEl>
                                      </p:cBhvr>
                                      <p:from x="100000" y="100000"/>
                                      <p:to x="80000" y="100000"/>
                                    </p:animScale>
                                    <p:anim by="(#ppt_h/3+#ppt_w*0.1)" calcmode="lin" valueType="num">
                                      <p:cBhvr additive="sum">
                                        <p:cTn id="98" dur="200" decel="100000" autoRev="1" fill="hold">
                                          <p:stCondLst>
                                            <p:cond delay="600"/>
                                          </p:stCondLst>
                                        </p:cTn>
                                        <p:tgtEl>
                                          <p:spTgt spid="3">
                                            <p:txEl>
                                              <p:pRg st="3" end="3"/>
                                            </p:txEl>
                                          </p:spTgt>
                                        </p:tgtEl>
                                        <p:attrNameLst>
                                          <p:attrName>ppt_x</p:attrName>
                                        </p:attrNameLst>
                                      </p:cBhvr>
                                    </p:anim>
                                  </p:childTnLst>
                                </p:cTn>
                              </p:par>
                            </p:childTnLst>
                          </p:cTn>
                        </p:par>
                      </p:childTnLst>
                    </p:cTn>
                  </p:par>
                  <p:par>
                    <p:cTn id="99" fill="hold" nodeType="clickPar">
                      <p:stCondLst>
                        <p:cond delay="indefinite"/>
                      </p:stCondLst>
                      <p:childTnLst>
                        <p:par>
                          <p:cTn id="100" fill="hold" nodeType="withGroup">
                            <p:stCondLst>
                              <p:cond delay="0"/>
                            </p:stCondLst>
                            <p:childTnLst>
                              <p:par>
                                <p:cTn id="101" presetID="34" presetClass="entr" presetSubtype="0" fill="hold" nodeType="clickEffect">
                                  <p:stCondLst>
                                    <p:cond delay="0"/>
                                  </p:stCondLst>
                                  <p:childTnLst>
                                    <p:set>
                                      <p:cBhvr>
                                        <p:cTn id="102" dur="1" fill="hold">
                                          <p:stCondLst>
                                            <p:cond delay="0"/>
                                          </p:stCondLst>
                                        </p:cTn>
                                        <p:tgtEl>
                                          <p:spTgt spid="3">
                                            <p:txEl>
                                              <p:pRg st="4" end="4"/>
                                            </p:txEl>
                                          </p:spTgt>
                                        </p:tgtEl>
                                        <p:attrNameLst>
                                          <p:attrName>style.visibility</p:attrName>
                                        </p:attrNameLst>
                                      </p:cBhvr>
                                      <p:to>
                                        <p:strVal val="visible"/>
                                      </p:to>
                                    </p:set>
                                    <p:anim from="(-#ppt_w/2)" to="(#ppt_x)" calcmode="lin" valueType="num">
                                      <p:cBhvr>
                                        <p:cTn id="103" dur="600" fill="hold">
                                          <p:stCondLst>
                                            <p:cond delay="0"/>
                                          </p:stCondLst>
                                        </p:cTn>
                                        <p:tgtEl>
                                          <p:spTgt spid="3">
                                            <p:txEl>
                                              <p:pRg st="4" end="4"/>
                                            </p:txEl>
                                          </p:spTgt>
                                        </p:tgtEl>
                                        <p:attrNameLst>
                                          <p:attrName>ppt_x</p:attrName>
                                        </p:attrNameLst>
                                      </p:cBhvr>
                                    </p:anim>
                                    <p:anim from="0" to="-1.0" calcmode="lin" valueType="num">
                                      <p:cBhvr>
                                        <p:cTn id="104" dur="200" decel="50000" autoRev="1" fill="hold">
                                          <p:stCondLst>
                                            <p:cond delay="600"/>
                                          </p:stCondLst>
                                        </p:cTn>
                                        <p:tgtEl>
                                          <p:spTgt spid="3">
                                            <p:txEl>
                                              <p:pRg st="4" end="4"/>
                                            </p:txEl>
                                          </p:spTgt>
                                        </p:tgtEl>
                                        <p:attrNameLst>
                                          <p:attrName>xshear</p:attrName>
                                        </p:attrNameLst>
                                      </p:cBhvr>
                                    </p:anim>
                                    <p:animScale>
                                      <p:cBhvr>
                                        <p:cTn id="105" dur="200" decel="100000" autoRev="1" fill="hold">
                                          <p:stCondLst>
                                            <p:cond delay="600"/>
                                          </p:stCondLst>
                                        </p:cTn>
                                        <p:tgtEl>
                                          <p:spTgt spid="3">
                                            <p:txEl>
                                              <p:pRg st="4" end="4"/>
                                            </p:txEl>
                                          </p:spTgt>
                                        </p:tgtEl>
                                      </p:cBhvr>
                                      <p:from x="100000" y="100000"/>
                                      <p:to x="80000" y="100000"/>
                                    </p:animScale>
                                    <p:anim by="(#ppt_h/3+#ppt_w*0.1)" calcmode="lin" valueType="num">
                                      <p:cBhvr additive="sum">
                                        <p:cTn id="106" dur="200" decel="100000" autoRev="1" fill="hold">
                                          <p:stCondLst>
                                            <p:cond delay="600"/>
                                          </p:stCondLst>
                                        </p:cTn>
                                        <p:tgtEl>
                                          <p:spTgt spid="3">
                                            <p:txEl>
                                              <p:pRg st="4" end="4"/>
                                            </p:txEl>
                                          </p:spTgt>
                                        </p:tgtEl>
                                        <p:attrNameLst>
                                          <p:attrName>ppt_x</p:attrName>
                                        </p:attrNameLst>
                                      </p:cBhvr>
                                    </p:anim>
                                  </p:childTnLst>
                                </p:cTn>
                              </p:par>
                            </p:childTnLst>
                          </p:cTn>
                        </p:par>
                      </p:childTnLst>
                    </p:cTn>
                  </p:par>
                  <p:par>
                    <p:cTn id="107" fill="hold" nodeType="clickPar">
                      <p:stCondLst>
                        <p:cond delay="indefinite"/>
                      </p:stCondLst>
                      <p:childTnLst>
                        <p:par>
                          <p:cTn id="108" fill="hold" nodeType="withGroup">
                            <p:stCondLst>
                              <p:cond delay="0"/>
                            </p:stCondLst>
                            <p:childTnLst>
                              <p:par>
                                <p:cTn id="109" presetID="34" presetClass="entr" presetSubtype="0" fill="hold" nodeType="clickEffect">
                                  <p:stCondLst>
                                    <p:cond delay="0"/>
                                  </p:stCondLst>
                                  <p:childTnLst>
                                    <p:set>
                                      <p:cBhvr>
                                        <p:cTn id="110" dur="1" fill="hold">
                                          <p:stCondLst>
                                            <p:cond delay="0"/>
                                          </p:stCondLst>
                                        </p:cTn>
                                        <p:tgtEl>
                                          <p:spTgt spid="3">
                                            <p:txEl>
                                              <p:pRg st="5" end="5"/>
                                            </p:txEl>
                                          </p:spTgt>
                                        </p:tgtEl>
                                        <p:attrNameLst>
                                          <p:attrName>style.visibility</p:attrName>
                                        </p:attrNameLst>
                                      </p:cBhvr>
                                      <p:to>
                                        <p:strVal val="visible"/>
                                      </p:to>
                                    </p:set>
                                    <p:anim from="(-#ppt_w/2)" to="(#ppt_x)" calcmode="lin" valueType="num">
                                      <p:cBhvr>
                                        <p:cTn id="111" dur="600" fill="hold">
                                          <p:stCondLst>
                                            <p:cond delay="0"/>
                                          </p:stCondLst>
                                        </p:cTn>
                                        <p:tgtEl>
                                          <p:spTgt spid="3">
                                            <p:txEl>
                                              <p:pRg st="5" end="5"/>
                                            </p:txEl>
                                          </p:spTgt>
                                        </p:tgtEl>
                                        <p:attrNameLst>
                                          <p:attrName>ppt_x</p:attrName>
                                        </p:attrNameLst>
                                      </p:cBhvr>
                                    </p:anim>
                                    <p:anim from="0" to="-1.0" calcmode="lin" valueType="num">
                                      <p:cBhvr>
                                        <p:cTn id="112" dur="200" decel="50000" autoRev="1" fill="hold">
                                          <p:stCondLst>
                                            <p:cond delay="600"/>
                                          </p:stCondLst>
                                        </p:cTn>
                                        <p:tgtEl>
                                          <p:spTgt spid="3">
                                            <p:txEl>
                                              <p:pRg st="5" end="5"/>
                                            </p:txEl>
                                          </p:spTgt>
                                        </p:tgtEl>
                                        <p:attrNameLst>
                                          <p:attrName>xshear</p:attrName>
                                        </p:attrNameLst>
                                      </p:cBhvr>
                                    </p:anim>
                                    <p:animScale>
                                      <p:cBhvr>
                                        <p:cTn id="113" dur="200" decel="100000" autoRev="1" fill="hold">
                                          <p:stCondLst>
                                            <p:cond delay="600"/>
                                          </p:stCondLst>
                                        </p:cTn>
                                        <p:tgtEl>
                                          <p:spTgt spid="3">
                                            <p:txEl>
                                              <p:pRg st="5" end="5"/>
                                            </p:txEl>
                                          </p:spTgt>
                                        </p:tgtEl>
                                      </p:cBhvr>
                                      <p:from x="100000" y="100000"/>
                                      <p:to x="80000" y="100000"/>
                                    </p:animScale>
                                    <p:anim by="(#ppt_h/3+#ppt_w*0.1)" calcmode="lin" valueType="num">
                                      <p:cBhvr additive="sum">
                                        <p:cTn id="114" dur="200" decel="100000" autoRev="1" fill="hold">
                                          <p:stCondLst>
                                            <p:cond delay="600"/>
                                          </p:stCondLst>
                                        </p:cTn>
                                        <p:tgtEl>
                                          <p:spTgt spid="3">
                                            <p:txEl>
                                              <p:pRg st="5" end="5"/>
                                            </p:txEl>
                                          </p:spTgt>
                                        </p:tgtEl>
                                        <p:attrNameLst>
                                          <p:attrName>ppt_x</p:attrName>
                                        </p:attrNameLst>
                                      </p:cBhvr>
                                    </p:anim>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 presetClass="entr" presetSubtype="4" fill="hold" grpId="0" nodeType="clickEffect">
                                  <p:stCondLst>
                                    <p:cond delay="0"/>
                                  </p:stCondLst>
                                  <p:childTnLst>
                                    <p:set>
                                      <p:cBhvr>
                                        <p:cTn id="118" dur="1" fill="hold">
                                          <p:stCondLst>
                                            <p:cond delay="0"/>
                                          </p:stCondLst>
                                        </p:cTn>
                                        <p:tgtEl>
                                          <p:spTgt spid="8"/>
                                        </p:tgtEl>
                                        <p:attrNameLst>
                                          <p:attrName>style.visibility</p:attrName>
                                        </p:attrNameLst>
                                      </p:cBhvr>
                                      <p:to>
                                        <p:strVal val="visible"/>
                                      </p:to>
                                    </p:set>
                                    <p:anim calcmode="lin" valueType="num">
                                      <p:cBhvr additive="base">
                                        <p:cTn id="119" dur="500" fill="hold"/>
                                        <p:tgtEl>
                                          <p:spTgt spid="8"/>
                                        </p:tgtEl>
                                        <p:attrNameLst>
                                          <p:attrName>ppt_x</p:attrName>
                                        </p:attrNameLst>
                                      </p:cBhvr>
                                      <p:tavLst>
                                        <p:tav tm="0">
                                          <p:val>
                                            <p:strVal val="#ppt_x"/>
                                          </p:val>
                                        </p:tav>
                                        <p:tav tm="100000">
                                          <p:val>
                                            <p:strVal val="#ppt_x"/>
                                          </p:val>
                                        </p:tav>
                                      </p:tavLst>
                                    </p:anim>
                                    <p:anim calcmode="lin" valueType="num">
                                      <p:cBhvr additive="base">
                                        <p:cTn id="120" dur="500" fill="hold"/>
                                        <p:tgtEl>
                                          <p:spTgt spid="8"/>
                                        </p:tgtEl>
                                        <p:attrNameLst>
                                          <p:attrName>ppt_y</p:attrName>
                                        </p:attrNameLst>
                                      </p:cBhvr>
                                      <p:tavLst>
                                        <p:tav tm="0">
                                          <p:val>
                                            <p:strVal val="1+#ppt_h/2"/>
                                          </p:val>
                                        </p:tav>
                                        <p:tav tm="100000">
                                          <p:val>
                                            <p:strVal val="#ppt_y"/>
                                          </p:val>
                                        </p:tav>
                                      </p:tavLst>
                                    </p:anim>
                                  </p:childTnLst>
                                </p:cTn>
                              </p:par>
                              <p:par>
                                <p:cTn id="121" presetID="2" presetClass="entr" presetSubtype="4" fill="hold" grpId="0" nodeType="withEffect">
                                  <p:stCondLst>
                                    <p:cond delay="0"/>
                                  </p:stCondLst>
                                  <p:childTnLst>
                                    <p:set>
                                      <p:cBhvr>
                                        <p:cTn id="122" dur="1" fill="hold">
                                          <p:stCondLst>
                                            <p:cond delay="0"/>
                                          </p:stCondLst>
                                        </p:cTn>
                                        <p:tgtEl>
                                          <p:spTgt spid="7"/>
                                        </p:tgtEl>
                                        <p:attrNameLst>
                                          <p:attrName>style.visibility</p:attrName>
                                        </p:attrNameLst>
                                      </p:cBhvr>
                                      <p:to>
                                        <p:strVal val="visible"/>
                                      </p:to>
                                    </p:set>
                                    <p:anim calcmode="lin" valueType="num">
                                      <p:cBhvr additive="base">
                                        <p:cTn id="123" dur="500" fill="hold"/>
                                        <p:tgtEl>
                                          <p:spTgt spid="7"/>
                                        </p:tgtEl>
                                        <p:attrNameLst>
                                          <p:attrName>ppt_x</p:attrName>
                                        </p:attrNameLst>
                                      </p:cBhvr>
                                      <p:tavLst>
                                        <p:tav tm="0">
                                          <p:val>
                                            <p:strVal val="#ppt_x"/>
                                          </p:val>
                                        </p:tav>
                                        <p:tav tm="100000">
                                          <p:val>
                                            <p:strVal val="#ppt_x"/>
                                          </p:val>
                                        </p:tav>
                                      </p:tavLst>
                                    </p:anim>
                                    <p:anim calcmode="lin" valueType="num">
                                      <p:cBhvr additive="base">
                                        <p:cTn id="1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ounded Rectangle 9"/>
          <p:cNvSpPr/>
          <p:nvPr/>
        </p:nvSpPr>
        <p:spPr>
          <a:xfrm>
            <a:off x="2711450" y="2133600"/>
            <a:ext cx="6624638" cy="324008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291" name="Content Placeholder 2"/>
          <p:cNvSpPr>
            <a:spLocks noGrp="1"/>
          </p:cNvSpPr>
          <p:nvPr>
            <p:ph idx="1"/>
          </p:nvPr>
        </p:nvSpPr>
        <p:spPr>
          <a:xfrm>
            <a:off x="6950076" y="2133601"/>
            <a:ext cx="2386013" cy="2519363"/>
          </a:xfrm>
        </p:spPr>
        <p:txBody>
          <a:bodyPr>
            <a:normAutofit lnSpcReduction="10000"/>
          </a:bodyPr>
          <a:lstStyle/>
          <a:p>
            <a:pPr algn="ctr" eaLnBrk="1" hangingPunct="1">
              <a:buFont typeface="Wingdings 2" panose="05020102010507070707" pitchFamily="18" charset="2"/>
              <a:buNone/>
            </a:pPr>
            <a:r>
              <a:rPr lang="en-US" sz="2400" b="1">
                <a:solidFill>
                  <a:schemeClr val="accent1"/>
                </a:solidFill>
                <a:latin typeface="Times New Roman" panose="02020603050405020304" pitchFamily="18" charset="0"/>
                <a:cs typeface="Times New Roman" panose="02020603050405020304" pitchFamily="18" charset="0"/>
              </a:rPr>
              <a:t>Operations on Queue</a:t>
            </a:r>
            <a:endParaRPr lang="en-US" sz="1200"/>
          </a:p>
          <a:p>
            <a:pPr eaLnBrk="1" hangingPunct="1">
              <a:buFont typeface="Wingdings" panose="05000000000000000000" pitchFamily="2" charset="2"/>
              <a:buChar char="Ø"/>
            </a:pPr>
            <a:r>
              <a:rPr lang="en-US" sz="2200"/>
              <a:t>IsEmpty()</a:t>
            </a:r>
          </a:p>
          <a:p>
            <a:pPr eaLnBrk="1" hangingPunct="1">
              <a:buFont typeface="Wingdings" panose="05000000000000000000" pitchFamily="2" charset="2"/>
              <a:buChar char="Ø"/>
            </a:pPr>
            <a:r>
              <a:rPr lang="en-US" sz="2200"/>
              <a:t>IsFull()</a:t>
            </a:r>
          </a:p>
          <a:p>
            <a:pPr eaLnBrk="1" hangingPunct="1">
              <a:buFont typeface="Wingdings" panose="05000000000000000000" pitchFamily="2" charset="2"/>
              <a:buChar char="Ø"/>
            </a:pPr>
            <a:r>
              <a:rPr lang="en-US" sz="2200"/>
              <a:t>Enqeue()</a:t>
            </a:r>
          </a:p>
          <a:p>
            <a:pPr eaLnBrk="1" hangingPunct="1">
              <a:buFont typeface="Wingdings" panose="05000000000000000000" pitchFamily="2" charset="2"/>
              <a:buChar char="Ø"/>
            </a:pPr>
            <a:r>
              <a:rPr lang="en-US" sz="2200"/>
              <a:t>Dequeue()</a:t>
            </a:r>
          </a:p>
          <a:p>
            <a:endParaRPr lang="en-US" sz="2200"/>
          </a:p>
        </p:txBody>
      </p:sp>
      <p:sp>
        <p:nvSpPr>
          <p:cNvPr id="12" name="Content Placeholder 2"/>
          <p:cNvSpPr txBox="1">
            <a:spLocks/>
          </p:cNvSpPr>
          <p:nvPr/>
        </p:nvSpPr>
        <p:spPr bwMode="auto">
          <a:xfrm>
            <a:off x="2855914" y="2205039"/>
            <a:ext cx="2592387" cy="2879725"/>
          </a:xfrm>
          <a:prstGeom prst="rect">
            <a:avLst/>
          </a:prstGeom>
          <a:noFill/>
          <a:ln w="9525">
            <a:noFill/>
            <a:miter lim="800000"/>
            <a:headEnd/>
            <a:tailEnd/>
          </a:ln>
        </p:spPr>
        <p:txBody>
          <a:bodyPr/>
          <a:lstStyle/>
          <a:p>
            <a:pPr marL="273050" indent="-273050" algn="ctr">
              <a:spcBef>
                <a:spcPct val="20000"/>
              </a:spcBef>
              <a:buClr>
                <a:srgbClr val="0BD0D9"/>
              </a:buClr>
              <a:buSzPct val="95000"/>
              <a:defRPr/>
            </a:pPr>
            <a:r>
              <a:rPr lang="en-US" sz="2200" dirty="0"/>
              <a:t>    </a:t>
            </a:r>
            <a:r>
              <a:rPr lang="en-US" sz="2400" dirty="0">
                <a:solidFill>
                  <a:schemeClr val="accent1"/>
                </a:solidFill>
                <a:latin typeface="Times New Roman" pitchFamily="18" charset="0"/>
                <a:cs typeface="Times New Roman" pitchFamily="18" charset="0"/>
              </a:rPr>
              <a:t>Implementation Data Structure</a:t>
            </a:r>
          </a:p>
          <a:p>
            <a:pPr marL="273050" indent="-273050">
              <a:spcBef>
                <a:spcPct val="20000"/>
              </a:spcBef>
              <a:buClr>
                <a:srgbClr val="0BD0D9"/>
              </a:buClr>
              <a:buSzPct val="95000"/>
              <a:buFont typeface="Wingdings" pitchFamily="2" charset="2"/>
              <a:buChar char="Ø"/>
              <a:defRPr/>
            </a:pPr>
            <a:r>
              <a:rPr lang="en-US" sz="2200" dirty="0">
                <a:latin typeface="Times New Roman" pitchFamily="18" charset="0"/>
                <a:cs typeface="Times New Roman" pitchFamily="18" charset="0"/>
              </a:rPr>
              <a:t>Array </a:t>
            </a:r>
          </a:p>
          <a:p>
            <a:pPr marL="273050" indent="-273050">
              <a:spcBef>
                <a:spcPct val="20000"/>
              </a:spcBef>
              <a:buClr>
                <a:srgbClr val="0BD0D9"/>
              </a:buClr>
              <a:buSzPct val="95000"/>
              <a:defRPr/>
            </a:pPr>
            <a:r>
              <a:rPr lang="en-US" sz="2200" dirty="0">
                <a:latin typeface="Times New Roman" pitchFamily="18" charset="0"/>
                <a:cs typeface="Times New Roman" pitchFamily="18" charset="0"/>
              </a:rPr>
              <a:t>      </a:t>
            </a:r>
            <a:r>
              <a:rPr lang="en-US" sz="1500" dirty="0">
                <a:latin typeface="Times New Roman" pitchFamily="18" charset="0"/>
                <a:cs typeface="Times New Roman" pitchFamily="18" charset="0"/>
              </a:rPr>
              <a:t>or </a:t>
            </a:r>
          </a:p>
          <a:p>
            <a:pPr marL="273050" indent="-273050">
              <a:spcBef>
                <a:spcPct val="20000"/>
              </a:spcBef>
              <a:buClr>
                <a:srgbClr val="0BD0D9"/>
              </a:buClr>
              <a:buSzPct val="95000"/>
              <a:buFont typeface="Wingdings" pitchFamily="2" charset="2"/>
              <a:buChar char="Ø"/>
              <a:defRPr/>
            </a:pPr>
            <a:r>
              <a:rPr lang="en-US" sz="2200" dirty="0">
                <a:latin typeface="Times New Roman" pitchFamily="18" charset="0"/>
                <a:cs typeface="Times New Roman" pitchFamily="18" charset="0"/>
              </a:rPr>
              <a:t>Stack</a:t>
            </a:r>
          </a:p>
          <a:p>
            <a:pPr marL="273050" indent="-273050">
              <a:spcBef>
                <a:spcPct val="20000"/>
              </a:spcBef>
              <a:buClr>
                <a:srgbClr val="0BD0D9"/>
              </a:buClr>
              <a:buSzPct val="95000"/>
              <a:defRPr/>
            </a:pPr>
            <a:r>
              <a:rPr lang="en-US" sz="2200" dirty="0">
                <a:latin typeface="Times New Roman" pitchFamily="18" charset="0"/>
                <a:cs typeface="Times New Roman" pitchFamily="18" charset="0"/>
              </a:rPr>
              <a:t>       </a:t>
            </a:r>
            <a:r>
              <a:rPr lang="en-US" sz="1500" dirty="0">
                <a:latin typeface="Times New Roman" pitchFamily="18" charset="0"/>
                <a:cs typeface="Times New Roman" pitchFamily="18" charset="0"/>
              </a:rPr>
              <a:t>or </a:t>
            </a:r>
          </a:p>
          <a:p>
            <a:pPr marL="273050" indent="-273050">
              <a:spcBef>
                <a:spcPct val="20000"/>
              </a:spcBef>
              <a:buClr>
                <a:srgbClr val="0BD0D9"/>
              </a:buClr>
              <a:buSzPct val="95000"/>
              <a:buFont typeface="Wingdings" pitchFamily="2" charset="2"/>
              <a:buChar char="Ø"/>
              <a:defRPr/>
            </a:pPr>
            <a:r>
              <a:rPr lang="en-US" sz="2200" dirty="0">
                <a:latin typeface="Times New Roman" pitchFamily="18" charset="0"/>
                <a:cs typeface="Times New Roman" pitchFamily="18" charset="0"/>
              </a:rPr>
              <a:t>Linked List</a:t>
            </a:r>
          </a:p>
          <a:p>
            <a:pPr marL="273050" indent="-273050" eaLnBrk="0" hangingPunct="0">
              <a:spcBef>
                <a:spcPct val="20000"/>
              </a:spcBef>
              <a:buClr>
                <a:srgbClr val="0BD0D9"/>
              </a:buClr>
              <a:buSzPct val="95000"/>
              <a:buFont typeface="Wingdings 2" pitchFamily="18" charset="2"/>
              <a:buChar char=""/>
              <a:defRPr/>
            </a:pPr>
            <a:endParaRPr lang="en-US" sz="2200" dirty="0"/>
          </a:p>
        </p:txBody>
      </p:sp>
      <p:sp>
        <p:nvSpPr>
          <p:cNvPr id="7" name="Right Brace 6"/>
          <p:cNvSpPr/>
          <p:nvPr/>
        </p:nvSpPr>
        <p:spPr>
          <a:xfrm>
            <a:off x="4440239" y="2997200"/>
            <a:ext cx="503237" cy="1944688"/>
          </a:xfrm>
          <a:prstGeom prst="righ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p>
        </p:txBody>
      </p:sp>
      <p:sp>
        <p:nvSpPr>
          <p:cNvPr id="8" name="Right Brace 7"/>
          <p:cNvSpPr/>
          <p:nvPr/>
        </p:nvSpPr>
        <p:spPr>
          <a:xfrm rot="10800000">
            <a:off x="6745289" y="2997200"/>
            <a:ext cx="503237" cy="1657350"/>
          </a:xfrm>
          <a:prstGeom prst="righ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p>
        </p:txBody>
      </p:sp>
      <p:sp>
        <p:nvSpPr>
          <p:cNvPr id="11" name="Title 1"/>
          <p:cNvSpPr>
            <a:spLocks noGrp="1"/>
          </p:cNvSpPr>
          <p:nvPr>
            <p:ph type="title"/>
          </p:nvPr>
        </p:nvSpPr>
        <p:spPr/>
        <p:txBody>
          <a:bodyPr/>
          <a:lstStyle/>
          <a:p>
            <a:pPr algn="ctr" eaLnBrk="1" hangingPunct="1"/>
            <a:r>
              <a:rPr lang="en-US"/>
              <a:t>ADT of Queue</a:t>
            </a:r>
          </a:p>
        </p:txBody>
      </p:sp>
      <p:sp>
        <p:nvSpPr>
          <p:cNvPr id="13" name="Date Placeholder 12"/>
          <p:cNvSpPr>
            <a:spLocks noGrp="1"/>
          </p:cNvSpPr>
          <p:nvPr>
            <p:ph type="dt" sz="quarter" idx="10"/>
          </p:nvPr>
        </p:nvSpPr>
        <p:spPr/>
        <p:txBody>
          <a:bodyPr/>
          <a:lstStyle/>
          <a:p>
            <a:pPr>
              <a:defRPr/>
            </a:pPr>
            <a:fld id="{0998FAFD-851B-4618-A685-3CA716C84BD1}" type="datetime1">
              <a:rPr lang="en-US" smtClean="0"/>
              <a:pPr>
                <a:defRPr/>
              </a:pPr>
              <a:t>9/30/2024</a:t>
            </a:fld>
            <a:endParaRPr lang="en-IN"/>
          </a:p>
        </p:txBody>
      </p:sp>
      <p:sp>
        <p:nvSpPr>
          <p:cNvPr id="14" name="Slide Number Placeholder 13"/>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196A602-FBC9-4C48-AED3-547B70F76C31}" type="slidenum">
              <a:rPr lang="en-IN">
                <a:solidFill>
                  <a:srgbClr val="045C75"/>
                </a:solidFill>
                <a:latin typeface="Constantia" panose="02030602050306030303" pitchFamily="18" charset="0"/>
              </a:rPr>
              <a:pPr eaLnBrk="1" hangingPunct="1"/>
              <a:t>46</a:t>
            </a:fld>
            <a:endParaRPr lang="en-IN">
              <a:solidFill>
                <a:srgbClr val="045C75"/>
              </a:solidFill>
              <a:latin typeface="Constantia" panose="02030602050306030303" pitchFamily="18" charset="0"/>
            </a:endParaRPr>
          </a:p>
        </p:txBody>
      </p:sp>
      <p:sp>
        <p:nvSpPr>
          <p:cNvPr id="15" name="Footer Placeholder 14"/>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40530565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5" presetClass="entr" presetSubtype="0" fill="hold" grpId="0" nodeType="clickEffect">
                                  <p:stCondLst>
                                    <p:cond delay="0"/>
                                  </p:stCondLst>
                                  <p:iterate type="lt">
                                    <p:tmPct val="10000"/>
                                  </p:iterate>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anim calcmode="lin" valueType="num">
                                      <p:cBhvr>
                                        <p:cTn id="13" dur="500" fill="hold"/>
                                        <p:tgtEl>
                                          <p:spTgt spid="11"/>
                                        </p:tgtEl>
                                        <p:attrNameLst>
                                          <p:attrName>ppt_w</p:attrName>
                                        </p:attrNameLst>
                                      </p:cBhvr>
                                      <p:tavLst>
                                        <p:tav tm="0" fmla="#ppt_w*sin(2.5*pi*$)">
                                          <p:val>
                                            <p:fltVal val="0"/>
                                          </p:val>
                                        </p:tav>
                                        <p:tav tm="100000">
                                          <p:val>
                                            <p:fltVal val="1"/>
                                          </p:val>
                                        </p:tav>
                                      </p:tavLst>
                                    </p:anim>
                                    <p:anim calcmode="lin" valueType="num">
                                      <p:cBhvr>
                                        <p:cTn id="14" dur="500" fill="hold"/>
                                        <p:tgtEl>
                                          <p:spTgt spid="1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algn="ctr" eaLnBrk="1" hangingPunct="1"/>
            <a:r>
              <a:rPr lang="en-US"/>
              <a:t>Linear Queue</a:t>
            </a:r>
          </a:p>
        </p:txBody>
      </p:sp>
      <p:sp>
        <p:nvSpPr>
          <p:cNvPr id="15363" name="Content Placeholder 2"/>
          <p:cNvSpPr>
            <a:spLocks noGrp="1"/>
          </p:cNvSpPr>
          <p:nvPr>
            <p:ph idx="1"/>
          </p:nvPr>
        </p:nvSpPr>
        <p:spPr/>
        <p:txBody>
          <a:bodyPr/>
          <a:lstStyle/>
          <a:p>
            <a:pPr marL="0" indent="0" algn="just">
              <a:spcBef>
                <a:spcPct val="30000"/>
              </a:spcBef>
              <a:buClrTx/>
              <a:buFont typeface="Wingdings" panose="05000000000000000000" pitchFamily="2" charset="2"/>
              <a:buChar char="Ø"/>
            </a:pPr>
            <a:r>
              <a:rPr lang="en-IN" sz="2800"/>
              <a:t>It is like a </a:t>
            </a:r>
            <a:r>
              <a:rPr lang="en-IN" sz="2800" b="1"/>
              <a:t>straight line</a:t>
            </a:r>
            <a:r>
              <a:rPr lang="en-IN" sz="2800"/>
              <a:t> in which all elements stand one behind the other. </a:t>
            </a:r>
          </a:p>
          <a:p>
            <a:pPr marL="0" indent="0" algn="just">
              <a:spcBef>
                <a:spcPct val="30000"/>
              </a:spcBef>
              <a:buClrTx/>
              <a:buFont typeface="Wingdings" panose="05000000000000000000" pitchFamily="2" charset="2"/>
              <a:buChar char="Ø"/>
            </a:pPr>
            <a:r>
              <a:rPr lang="en-IN" sz="2800"/>
              <a:t>It has a definite beginning and a definite end. </a:t>
            </a:r>
          </a:p>
          <a:p>
            <a:pPr marL="0" indent="0" algn="just">
              <a:spcBef>
                <a:spcPct val="30000"/>
              </a:spcBef>
              <a:buClrTx/>
              <a:buFont typeface="Wingdings" panose="05000000000000000000" pitchFamily="2" charset="2"/>
              <a:buChar char="Ø"/>
            </a:pPr>
            <a:endParaRPr lang="en-US"/>
          </a:p>
          <a:p>
            <a:pPr marL="0" indent="0" algn="just">
              <a:spcBef>
                <a:spcPct val="30000"/>
              </a:spcBef>
              <a:buClrTx/>
              <a:buFont typeface="Wingdings" panose="05000000000000000000" pitchFamily="2" charset="2"/>
              <a:buChar char="Ø"/>
            </a:pPr>
            <a:endParaRPr lang="en-US"/>
          </a:p>
        </p:txBody>
      </p:sp>
      <p:sp>
        <p:nvSpPr>
          <p:cNvPr id="4" name="Date Placeholder 3"/>
          <p:cNvSpPr>
            <a:spLocks noGrp="1"/>
          </p:cNvSpPr>
          <p:nvPr>
            <p:ph type="dt" sz="quarter" idx="10"/>
          </p:nvPr>
        </p:nvSpPr>
        <p:spPr/>
        <p:txBody>
          <a:bodyPr/>
          <a:lstStyle/>
          <a:p>
            <a:pPr>
              <a:defRPr/>
            </a:pPr>
            <a:fld id="{01EB3FA7-B4DB-4DF1-AFE3-D5CF4EC913D5}" type="datetime1">
              <a:rPr lang="en-US" smtClean="0"/>
              <a:pPr>
                <a:defRPr/>
              </a:pPr>
              <a:t>9/30/2024</a:t>
            </a:fld>
            <a:endParaRPr lang="en-IN"/>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FB38352-DD8C-45CC-8D54-48058CAE8B5F}" type="slidenum">
              <a:rPr lang="en-IN">
                <a:solidFill>
                  <a:srgbClr val="045C75"/>
                </a:solidFill>
                <a:latin typeface="Constantia" panose="02030602050306030303" pitchFamily="18" charset="0"/>
              </a:rPr>
              <a:pPr eaLnBrk="1" hangingPunct="1"/>
              <a:t>47</a:t>
            </a:fld>
            <a:endParaRPr lang="en-IN">
              <a:solidFill>
                <a:srgbClr val="045C75"/>
              </a:solidFill>
              <a:latin typeface="Constantia" panose="02030602050306030303" pitchFamily="18" charset="0"/>
            </a:endParaRPr>
          </a:p>
        </p:txBody>
      </p:sp>
      <p:sp>
        <p:nvSpPr>
          <p:cNvPr id="6" name="Footer Placeholder 5"/>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36428735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 calcmode="lin" valueType="num">
                                      <p:cBhvr additive="base">
                                        <p:cTn id="7" dur="500" fill="hold"/>
                                        <p:tgtEl>
                                          <p:spTgt spid="153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363">
                                            <p:txEl>
                                              <p:pRg st="1" end="1"/>
                                            </p:txEl>
                                          </p:spTgt>
                                        </p:tgtEl>
                                        <p:attrNameLst>
                                          <p:attrName>style.visibility</p:attrName>
                                        </p:attrNameLst>
                                      </p:cBhvr>
                                      <p:to>
                                        <p:strVal val="visible"/>
                                      </p:to>
                                    </p:set>
                                    <p:anim calcmode="lin" valueType="num">
                                      <p:cBhvr additive="base">
                                        <p:cTn id="13" dur="500" fill="hold"/>
                                        <p:tgtEl>
                                          <p:spTgt spid="153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36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1981200" y="906463"/>
            <a:ext cx="8229600" cy="722312"/>
          </a:xfrm>
        </p:spPr>
        <p:txBody>
          <a:bodyPr>
            <a:normAutofit fontScale="90000"/>
          </a:bodyPr>
          <a:lstStyle/>
          <a:p>
            <a:pPr algn="ctr"/>
            <a:r>
              <a:rPr lang="en-US" sz="3200"/>
              <a:t>Status of Linear Queue after some operations</a:t>
            </a:r>
            <a:br>
              <a:rPr lang="en-US" sz="3200"/>
            </a:br>
            <a:r>
              <a:rPr lang="en-US" sz="3200"/>
              <a:t>(Example)</a:t>
            </a:r>
          </a:p>
        </p:txBody>
      </p:sp>
      <p:sp>
        <p:nvSpPr>
          <p:cNvPr id="15363" name="Content Placeholder 2"/>
          <p:cNvSpPr>
            <a:spLocks noGrp="1"/>
          </p:cNvSpPr>
          <p:nvPr>
            <p:ph idx="1"/>
          </p:nvPr>
        </p:nvSpPr>
        <p:spPr>
          <a:xfrm>
            <a:off x="1847851" y="1484314"/>
            <a:ext cx="8424863" cy="5056187"/>
          </a:xfrm>
        </p:spPr>
        <p:txBody>
          <a:bodyPr/>
          <a:lstStyle/>
          <a:p>
            <a:pPr>
              <a:lnSpc>
                <a:spcPct val="150000"/>
              </a:lnSpc>
              <a:buFont typeface="Wingdings 2" panose="05020102010507070707" pitchFamily="18" charset="2"/>
              <a:buNone/>
            </a:pPr>
            <a:r>
              <a:rPr lang="en-US">
                <a:latin typeface="Times New Roman" panose="02020603050405020304" pitchFamily="18" charset="0"/>
                <a:cs typeface="Times New Roman" panose="02020603050405020304" pitchFamily="18" charset="0"/>
              </a:rPr>
              <a:t>A Queue of N=5 elements:</a:t>
            </a:r>
          </a:p>
          <a:p>
            <a:pPr>
              <a:lnSpc>
                <a:spcPct val="150000"/>
              </a:lnSpc>
            </a:pPr>
            <a:r>
              <a:rPr lang="en-US">
                <a:latin typeface="Times New Roman" panose="02020603050405020304" pitchFamily="18" charset="0"/>
                <a:cs typeface="Times New Roman" panose="02020603050405020304" pitchFamily="18" charset="0"/>
              </a:rPr>
              <a:t>Empty Queue</a:t>
            </a:r>
            <a:endParaRPr lang="en-US" b="1">
              <a:latin typeface="Times New Roman" panose="02020603050405020304" pitchFamily="18" charset="0"/>
              <a:cs typeface="Times New Roman" panose="02020603050405020304" pitchFamily="18" charset="0"/>
            </a:endParaRPr>
          </a:p>
          <a:p>
            <a:pPr>
              <a:lnSpc>
                <a:spcPct val="150000"/>
              </a:lnSpc>
            </a:pPr>
            <a:r>
              <a:rPr lang="en-US">
                <a:latin typeface="Times New Roman" panose="02020603050405020304" pitchFamily="18" charset="0"/>
                <a:cs typeface="Times New Roman" panose="02020603050405020304" pitchFamily="18" charset="0"/>
              </a:rPr>
              <a:t>Enqueue(10) </a:t>
            </a:r>
            <a:endParaRPr lang="en-US" b="1">
              <a:latin typeface="Times New Roman" panose="02020603050405020304" pitchFamily="18" charset="0"/>
              <a:cs typeface="Times New Roman" panose="02020603050405020304" pitchFamily="18" charset="0"/>
            </a:endParaRPr>
          </a:p>
          <a:p>
            <a:pPr>
              <a:lnSpc>
                <a:spcPct val="150000"/>
              </a:lnSpc>
            </a:pPr>
            <a:r>
              <a:rPr lang="en-US">
                <a:latin typeface="Times New Roman" panose="02020603050405020304" pitchFamily="18" charset="0"/>
                <a:cs typeface="Times New Roman" panose="02020603050405020304" pitchFamily="18" charset="0"/>
              </a:rPr>
              <a:t>Enqueue(20)</a:t>
            </a:r>
          </a:p>
          <a:p>
            <a:pPr>
              <a:lnSpc>
                <a:spcPct val="150000"/>
              </a:lnSpc>
            </a:pPr>
            <a:r>
              <a:rPr lang="en-US">
                <a:latin typeface="Times New Roman" panose="02020603050405020304" pitchFamily="18" charset="0"/>
                <a:cs typeface="Times New Roman" panose="02020603050405020304" pitchFamily="18" charset="0"/>
              </a:rPr>
              <a:t>Enqueue(30) </a:t>
            </a:r>
            <a:endParaRPr lang="en-US" b="1">
              <a:latin typeface="Times New Roman" panose="02020603050405020304" pitchFamily="18" charset="0"/>
              <a:cs typeface="Times New Roman" panose="02020603050405020304" pitchFamily="18" charset="0"/>
            </a:endParaRPr>
          </a:p>
          <a:p>
            <a:pPr>
              <a:lnSpc>
                <a:spcPct val="150000"/>
              </a:lnSpc>
            </a:pPr>
            <a:r>
              <a:rPr lang="en-US">
                <a:latin typeface="Times New Roman" panose="02020603050405020304" pitchFamily="18" charset="0"/>
                <a:cs typeface="Times New Roman" panose="02020603050405020304" pitchFamily="18" charset="0"/>
              </a:rPr>
              <a:t>Enqueue(40) </a:t>
            </a:r>
          </a:p>
          <a:p>
            <a:pPr>
              <a:lnSpc>
                <a:spcPct val="150000"/>
              </a:lnSpc>
            </a:pPr>
            <a:r>
              <a:rPr lang="en-US">
                <a:latin typeface="Times New Roman" panose="02020603050405020304" pitchFamily="18" charset="0"/>
                <a:cs typeface="Times New Roman" panose="02020603050405020304" pitchFamily="18" charset="0"/>
              </a:rPr>
              <a:t>Enqueue(50) </a:t>
            </a:r>
          </a:p>
          <a:p>
            <a:pPr>
              <a:lnSpc>
                <a:spcPct val="150000"/>
              </a:lnSpc>
            </a:pPr>
            <a:r>
              <a:rPr lang="en-US">
                <a:latin typeface="Times New Roman" panose="02020603050405020304" pitchFamily="18" charset="0"/>
                <a:cs typeface="Times New Roman" panose="02020603050405020304" pitchFamily="18" charset="0"/>
              </a:rPr>
              <a:t>Dequeue() </a:t>
            </a:r>
          </a:p>
          <a:p>
            <a:pPr>
              <a:buFont typeface="Wingdings 2" panose="05020102010507070707" pitchFamily="18" charset="2"/>
              <a:buNone/>
            </a:pPr>
            <a:endParaRPr lang="en-US">
              <a:latin typeface="Times New Roman" panose="02020603050405020304" pitchFamily="18" charset="0"/>
              <a:cs typeface="Times New Roman" panose="02020603050405020304" pitchFamily="18" charset="0"/>
            </a:endParaRPr>
          </a:p>
        </p:txBody>
      </p:sp>
      <p:pic>
        <p:nvPicPr>
          <p:cNvPr id="15364" name="Picture 5" descr="C:\Users\Lenovo\Google Drive\PIET 2015-16\III Sem\PU PPT\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8938" y="2049464"/>
            <a:ext cx="3605212"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Picture 6" descr="C:\Users\Lenovo\Google Drive\PIET 2015-16\III Sem\PU PPT\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3701" y="2492375"/>
            <a:ext cx="352901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6" name="Picture 7" descr="C:\Users\Lenovo\Google Drive\PIET 2015-16\III Sem\PU PPT\3.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3701" y="2924175"/>
            <a:ext cx="3529013"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7" name="Picture 8" descr="C:\Users\Lenovo\Google Drive\PIET 2015-16\III Sem\PU PPT\4.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43701" y="3357564"/>
            <a:ext cx="352901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8" name="Picture 9" descr="C:\Users\Lenovo\Google Drive\PIET 2015-16\III Sem\PU PPT\5.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43701" y="3824289"/>
            <a:ext cx="3529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9" name="Picture 10" descr="C:\Users\Lenovo\Google Drive\PIET 2015-16\III Sem\PU PPT\6.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43701" y="4365626"/>
            <a:ext cx="3529013"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0" name="Picture 11" descr="C:\Users\Lenovo\Google Drive\PIET 2015-16\III Sem\PU PPT\7.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67514" y="4862513"/>
            <a:ext cx="3500437"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7007225" y="1557338"/>
            <a:ext cx="3127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0</a:t>
            </a:r>
          </a:p>
        </p:txBody>
      </p:sp>
      <p:sp>
        <p:nvSpPr>
          <p:cNvPr id="12" name="TextBox 11"/>
          <p:cNvSpPr txBox="1">
            <a:spLocks noChangeArrowheads="1"/>
          </p:cNvSpPr>
          <p:nvPr/>
        </p:nvSpPr>
        <p:spPr bwMode="auto">
          <a:xfrm>
            <a:off x="7727950" y="1557338"/>
            <a:ext cx="3127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1</a:t>
            </a:r>
          </a:p>
        </p:txBody>
      </p:sp>
      <p:sp>
        <p:nvSpPr>
          <p:cNvPr id="13" name="TextBox 12"/>
          <p:cNvSpPr txBox="1">
            <a:spLocks noChangeArrowheads="1"/>
          </p:cNvSpPr>
          <p:nvPr/>
        </p:nvSpPr>
        <p:spPr bwMode="auto">
          <a:xfrm>
            <a:off x="8328025" y="1557338"/>
            <a:ext cx="3127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2</a:t>
            </a:r>
          </a:p>
        </p:txBody>
      </p:sp>
      <p:sp>
        <p:nvSpPr>
          <p:cNvPr id="14" name="TextBox 13"/>
          <p:cNvSpPr txBox="1">
            <a:spLocks noChangeArrowheads="1"/>
          </p:cNvSpPr>
          <p:nvPr/>
        </p:nvSpPr>
        <p:spPr bwMode="auto">
          <a:xfrm>
            <a:off x="8951914" y="1557338"/>
            <a:ext cx="3127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3</a:t>
            </a:r>
          </a:p>
        </p:txBody>
      </p:sp>
      <p:sp>
        <p:nvSpPr>
          <p:cNvPr id="15" name="TextBox 14"/>
          <p:cNvSpPr txBox="1">
            <a:spLocks noChangeArrowheads="1"/>
          </p:cNvSpPr>
          <p:nvPr/>
        </p:nvSpPr>
        <p:spPr bwMode="auto">
          <a:xfrm>
            <a:off x="9671050" y="1557338"/>
            <a:ext cx="3127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4</a:t>
            </a:r>
          </a:p>
        </p:txBody>
      </p:sp>
      <p:sp>
        <p:nvSpPr>
          <p:cNvPr id="16" name="TextBox 15"/>
          <p:cNvSpPr txBox="1">
            <a:spLocks noChangeArrowheads="1"/>
          </p:cNvSpPr>
          <p:nvPr/>
        </p:nvSpPr>
        <p:spPr bwMode="auto">
          <a:xfrm>
            <a:off x="3590925" y="2492375"/>
            <a:ext cx="26495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atin typeface="Times New Roman" panose="02020603050405020304" pitchFamily="18" charset="0"/>
                <a:cs typeface="Times New Roman" panose="02020603050405020304" pitchFamily="18" charset="0"/>
              </a:rPr>
              <a:t>=&gt; FRONT = 0 ,REAR =0</a:t>
            </a:r>
            <a:endParaRPr lang="en-US"/>
          </a:p>
        </p:txBody>
      </p:sp>
      <p:sp>
        <p:nvSpPr>
          <p:cNvPr id="17" name="TextBox 16"/>
          <p:cNvSpPr txBox="1">
            <a:spLocks noChangeArrowheads="1"/>
          </p:cNvSpPr>
          <p:nvPr/>
        </p:nvSpPr>
        <p:spPr bwMode="auto">
          <a:xfrm>
            <a:off x="3575050" y="2987675"/>
            <a:ext cx="26495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atin typeface="Times New Roman" panose="02020603050405020304" pitchFamily="18" charset="0"/>
                <a:cs typeface="Times New Roman" panose="02020603050405020304" pitchFamily="18" charset="0"/>
              </a:rPr>
              <a:t>=&gt; FRONT = 0 ,REAR =1</a:t>
            </a:r>
            <a:endParaRPr lang="en-US"/>
          </a:p>
        </p:txBody>
      </p:sp>
      <p:sp>
        <p:nvSpPr>
          <p:cNvPr id="18" name="TextBox 17"/>
          <p:cNvSpPr txBox="1">
            <a:spLocks noChangeArrowheads="1"/>
          </p:cNvSpPr>
          <p:nvPr/>
        </p:nvSpPr>
        <p:spPr bwMode="auto">
          <a:xfrm>
            <a:off x="3575050" y="3429000"/>
            <a:ext cx="26495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atin typeface="Times New Roman" panose="02020603050405020304" pitchFamily="18" charset="0"/>
                <a:cs typeface="Times New Roman" panose="02020603050405020304" pitchFamily="18" charset="0"/>
              </a:rPr>
              <a:t>=&gt; FRONT = 0 ,REAR =2</a:t>
            </a:r>
            <a:endParaRPr lang="en-US"/>
          </a:p>
        </p:txBody>
      </p:sp>
      <p:sp>
        <p:nvSpPr>
          <p:cNvPr id="19" name="TextBox 18"/>
          <p:cNvSpPr txBox="1">
            <a:spLocks noChangeArrowheads="1"/>
          </p:cNvSpPr>
          <p:nvPr/>
        </p:nvSpPr>
        <p:spPr bwMode="auto">
          <a:xfrm>
            <a:off x="3575050" y="3924300"/>
            <a:ext cx="26495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atin typeface="Times New Roman" panose="02020603050405020304" pitchFamily="18" charset="0"/>
                <a:cs typeface="Times New Roman" panose="02020603050405020304" pitchFamily="18" charset="0"/>
              </a:rPr>
              <a:t>=&gt; FRONT = 0 ,REAR =3</a:t>
            </a:r>
            <a:endParaRPr lang="en-US"/>
          </a:p>
        </p:txBody>
      </p:sp>
      <p:sp>
        <p:nvSpPr>
          <p:cNvPr id="20" name="TextBox 19"/>
          <p:cNvSpPr txBox="1">
            <a:spLocks noChangeArrowheads="1"/>
          </p:cNvSpPr>
          <p:nvPr/>
        </p:nvSpPr>
        <p:spPr bwMode="auto">
          <a:xfrm>
            <a:off x="3575050" y="4365625"/>
            <a:ext cx="26495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atin typeface="Times New Roman" panose="02020603050405020304" pitchFamily="18" charset="0"/>
                <a:cs typeface="Times New Roman" panose="02020603050405020304" pitchFamily="18" charset="0"/>
              </a:rPr>
              <a:t>=&gt; FRONT = 0 ,REAR =4</a:t>
            </a:r>
            <a:endParaRPr lang="en-US"/>
          </a:p>
        </p:txBody>
      </p:sp>
      <p:sp>
        <p:nvSpPr>
          <p:cNvPr id="21" name="TextBox 20"/>
          <p:cNvSpPr txBox="1">
            <a:spLocks noChangeArrowheads="1"/>
          </p:cNvSpPr>
          <p:nvPr/>
        </p:nvSpPr>
        <p:spPr bwMode="auto">
          <a:xfrm>
            <a:off x="3590925" y="4787900"/>
            <a:ext cx="26495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atin typeface="Times New Roman" panose="02020603050405020304" pitchFamily="18" charset="0"/>
                <a:cs typeface="Times New Roman" panose="02020603050405020304" pitchFamily="18" charset="0"/>
              </a:rPr>
              <a:t>=&gt; FRONT = 1 ,REAR =4</a:t>
            </a:r>
            <a:endParaRPr lang="en-US"/>
          </a:p>
        </p:txBody>
      </p:sp>
      <p:sp>
        <p:nvSpPr>
          <p:cNvPr id="22" name="TextBox 21"/>
          <p:cNvSpPr txBox="1">
            <a:spLocks noChangeArrowheads="1"/>
          </p:cNvSpPr>
          <p:nvPr/>
        </p:nvSpPr>
        <p:spPr bwMode="auto">
          <a:xfrm>
            <a:off x="3575051" y="2060575"/>
            <a:ext cx="28606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atin typeface="Times New Roman" panose="02020603050405020304" pitchFamily="18" charset="0"/>
                <a:cs typeface="Times New Roman" panose="02020603050405020304" pitchFamily="18" charset="0"/>
              </a:rPr>
              <a:t>=&gt; FRONT = -1 ,REAR = -1</a:t>
            </a:r>
            <a:endParaRPr lang="en-US"/>
          </a:p>
        </p:txBody>
      </p:sp>
      <p:sp>
        <p:nvSpPr>
          <p:cNvPr id="23" name="TextBox 22"/>
          <p:cNvSpPr txBox="1">
            <a:spLocks noChangeArrowheads="1"/>
          </p:cNvSpPr>
          <p:nvPr/>
        </p:nvSpPr>
        <p:spPr bwMode="auto">
          <a:xfrm>
            <a:off x="4157664" y="5713414"/>
            <a:ext cx="52419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2200">
                <a:solidFill>
                  <a:schemeClr val="accent1"/>
                </a:solidFill>
                <a:latin typeface="Times New Roman" panose="02020603050405020304" pitchFamily="18" charset="0"/>
                <a:cs typeface="Times New Roman" panose="02020603050405020304" pitchFamily="18" charset="0"/>
                <a:sym typeface="Wingdings" panose="05000000000000000000" pitchFamily="2" charset="2"/>
              </a:rPr>
              <a:t> Since REAR = 4 (i.e. N-1)</a:t>
            </a:r>
            <a:r>
              <a:rPr lang="en-US">
                <a:solidFill>
                  <a:schemeClr val="accent1"/>
                </a:solidFill>
                <a:latin typeface="Times New Roman" panose="02020603050405020304" pitchFamily="18" charset="0"/>
                <a:cs typeface="Times New Roman" panose="02020603050405020304" pitchFamily="18" charset="0"/>
                <a:sym typeface="Wingdings" panose="05000000000000000000" pitchFamily="2" charset="2"/>
              </a:rPr>
              <a:t> </a:t>
            </a:r>
            <a:r>
              <a:rPr lang="en-US" sz="2800">
                <a:solidFill>
                  <a:schemeClr val="accent1"/>
                </a:solidFill>
                <a:latin typeface="Times New Roman" panose="02020603050405020304" pitchFamily="18" charset="0"/>
                <a:cs typeface="Times New Roman" panose="02020603050405020304" pitchFamily="18" charset="0"/>
                <a:sym typeface="Wingdings" panose="05000000000000000000" pitchFamily="2" charset="2"/>
              </a:rPr>
              <a:t>Overflow</a:t>
            </a:r>
            <a:endParaRPr lang="en-US" sz="2800">
              <a:solidFill>
                <a:schemeClr val="accent1"/>
              </a:solidFill>
            </a:endParaRPr>
          </a:p>
        </p:txBody>
      </p:sp>
      <p:sp>
        <p:nvSpPr>
          <p:cNvPr id="25" name="TextBox 24"/>
          <p:cNvSpPr txBox="1">
            <a:spLocks noChangeArrowheads="1"/>
          </p:cNvSpPr>
          <p:nvPr/>
        </p:nvSpPr>
        <p:spPr bwMode="auto">
          <a:xfrm>
            <a:off x="2351088" y="5732463"/>
            <a:ext cx="16573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2200">
                <a:latin typeface="Times New Roman" panose="02020603050405020304" pitchFamily="18" charset="0"/>
                <a:cs typeface="Times New Roman" panose="02020603050405020304" pitchFamily="18" charset="0"/>
              </a:rPr>
              <a:t>Enqueue(60)</a:t>
            </a:r>
            <a:endParaRPr lang="en-US" sz="2200">
              <a:solidFill>
                <a:schemeClr val="accent1"/>
              </a:solidFill>
            </a:endParaRPr>
          </a:p>
        </p:txBody>
      </p:sp>
      <p:sp>
        <p:nvSpPr>
          <p:cNvPr id="26" name="Date Placeholder 25"/>
          <p:cNvSpPr>
            <a:spLocks noGrp="1"/>
          </p:cNvSpPr>
          <p:nvPr>
            <p:ph type="dt" sz="quarter" idx="10"/>
          </p:nvPr>
        </p:nvSpPr>
        <p:spPr/>
        <p:txBody>
          <a:bodyPr/>
          <a:lstStyle/>
          <a:p>
            <a:pPr>
              <a:defRPr/>
            </a:pPr>
            <a:fld id="{38A5FBF2-A6D0-4072-9A3D-C93C84F7F194}" type="datetime1">
              <a:rPr lang="en-US" smtClean="0"/>
              <a:pPr>
                <a:defRPr/>
              </a:pPr>
              <a:t>9/30/2024</a:t>
            </a:fld>
            <a:endParaRPr lang="en-IN"/>
          </a:p>
        </p:txBody>
      </p:sp>
      <p:sp>
        <p:nvSpPr>
          <p:cNvPr id="27" name="Slide Number Placeholder 26"/>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209C3EB-54C1-43FA-A551-F5E51ABFF834}" type="slidenum">
              <a:rPr lang="en-IN">
                <a:solidFill>
                  <a:srgbClr val="045C75"/>
                </a:solidFill>
                <a:latin typeface="Constantia" panose="02030602050306030303" pitchFamily="18" charset="0"/>
              </a:rPr>
              <a:pPr eaLnBrk="1" hangingPunct="1"/>
              <a:t>48</a:t>
            </a:fld>
            <a:endParaRPr lang="en-IN">
              <a:solidFill>
                <a:srgbClr val="045C75"/>
              </a:solidFill>
              <a:latin typeface="Constantia" panose="02030602050306030303" pitchFamily="18" charset="0"/>
            </a:endParaRPr>
          </a:p>
        </p:txBody>
      </p:sp>
      <p:sp>
        <p:nvSpPr>
          <p:cNvPr id="28" name="Footer Placeholder 27"/>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24860599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 from="(-#ppt_w/2)" to="(#ppt_x)" calcmode="lin" valueType="num">
                                      <p:cBhvr>
                                        <p:cTn id="7" dur="300" fill="hold">
                                          <p:stCondLst>
                                            <p:cond delay="0"/>
                                          </p:stCondLst>
                                        </p:cTn>
                                        <p:tgtEl>
                                          <p:spTgt spid="15363">
                                            <p:txEl>
                                              <p:pRg st="0" end="0"/>
                                            </p:txEl>
                                          </p:spTgt>
                                        </p:tgtEl>
                                        <p:attrNameLst>
                                          <p:attrName>ppt_x</p:attrName>
                                        </p:attrNameLst>
                                      </p:cBhvr>
                                    </p:anim>
                                    <p:anim from="0" to="-1.0" calcmode="lin" valueType="num">
                                      <p:cBhvr>
                                        <p:cTn id="8" dur="100" decel="50000" autoRev="1" fill="hold">
                                          <p:stCondLst>
                                            <p:cond delay="300"/>
                                          </p:stCondLst>
                                        </p:cTn>
                                        <p:tgtEl>
                                          <p:spTgt spid="15363">
                                            <p:txEl>
                                              <p:pRg st="0" end="0"/>
                                            </p:txEl>
                                          </p:spTgt>
                                        </p:tgtEl>
                                        <p:attrNameLst>
                                          <p:attrName>xshear</p:attrName>
                                        </p:attrNameLst>
                                      </p:cBhvr>
                                    </p:anim>
                                    <p:animScale>
                                      <p:cBhvr>
                                        <p:cTn id="9" dur="100" decel="100000" autoRev="1" fill="hold">
                                          <p:stCondLst>
                                            <p:cond delay="300"/>
                                          </p:stCondLst>
                                        </p:cTn>
                                        <p:tgtEl>
                                          <p:spTgt spid="15363">
                                            <p:txEl>
                                              <p:pRg st="0" end="0"/>
                                            </p:txEl>
                                          </p:spTgt>
                                        </p:tgtEl>
                                      </p:cBhvr>
                                      <p:from x="100000" y="100000"/>
                                      <p:to x="80000" y="100000"/>
                                    </p:animScale>
                                    <p:anim by="(#ppt_h/3+#ppt_w*0.1)" calcmode="lin" valueType="num">
                                      <p:cBhvr additive="sum">
                                        <p:cTn id="10" dur="100" decel="100000" autoRev="1" fill="hold">
                                          <p:stCondLst>
                                            <p:cond delay="300"/>
                                          </p:stCondLst>
                                        </p:cTn>
                                        <p:tgtEl>
                                          <p:spTgt spid="15363">
                                            <p:txEl>
                                              <p:pRg st="0" end="0"/>
                                            </p:txEl>
                                          </p:spTgt>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5364"/>
                                        </p:tgtEl>
                                        <p:attrNameLst>
                                          <p:attrName>style.visibility</p:attrName>
                                        </p:attrNameLst>
                                      </p:cBhvr>
                                      <p:to>
                                        <p:strVal val="visible"/>
                                      </p:to>
                                    </p:set>
                                    <p:anim calcmode="lin" valueType="num">
                                      <p:cBhvr additive="base">
                                        <p:cTn id="35" dur="500" fill="hold"/>
                                        <p:tgtEl>
                                          <p:spTgt spid="15364"/>
                                        </p:tgtEl>
                                        <p:attrNameLst>
                                          <p:attrName>ppt_x</p:attrName>
                                        </p:attrNameLst>
                                      </p:cBhvr>
                                      <p:tavLst>
                                        <p:tav tm="0">
                                          <p:val>
                                            <p:strVal val="#ppt_x"/>
                                          </p:val>
                                        </p:tav>
                                        <p:tav tm="100000">
                                          <p:val>
                                            <p:strVal val="#ppt_x"/>
                                          </p:val>
                                        </p:tav>
                                      </p:tavLst>
                                    </p:anim>
                                    <p:anim calcmode="lin" valueType="num">
                                      <p:cBhvr additive="base">
                                        <p:cTn id="36" dur="500" fill="hold"/>
                                        <p:tgtEl>
                                          <p:spTgt spid="15364"/>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34" presetClass="entr" presetSubtype="0" fill="hold" nodeType="clickEffect">
                                  <p:stCondLst>
                                    <p:cond delay="0"/>
                                  </p:stCondLst>
                                  <p:childTnLst>
                                    <p:set>
                                      <p:cBhvr>
                                        <p:cTn id="40" dur="1" fill="hold">
                                          <p:stCondLst>
                                            <p:cond delay="0"/>
                                          </p:stCondLst>
                                        </p:cTn>
                                        <p:tgtEl>
                                          <p:spTgt spid="15363">
                                            <p:txEl>
                                              <p:pRg st="1" end="1"/>
                                            </p:txEl>
                                          </p:spTgt>
                                        </p:tgtEl>
                                        <p:attrNameLst>
                                          <p:attrName>style.visibility</p:attrName>
                                        </p:attrNameLst>
                                      </p:cBhvr>
                                      <p:to>
                                        <p:strVal val="visible"/>
                                      </p:to>
                                    </p:set>
                                    <p:anim from="(-#ppt_w/2)" to="(#ppt_x)" calcmode="lin" valueType="num">
                                      <p:cBhvr>
                                        <p:cTn id="41" dur="300" fill="hold">
                                          <p:stCondLst>
                                            <p:cond delay="0"/>
                                          </p:stCondLst>
                                        </p:cTn>
                                        <p:tgtEl>
                                          <p:spTgt spid="15363">
                                            <p:txEl>
                                              <p:pRg st="1" end="1"/>
                                            </p:txEl>
                                          </p:spTgt>
                                        </p:tgtEl>
                                        <p:attrNameLst>
                                          <p:attrName>ppt_x</p:attrName>
                                        </p:attrNameLst>
                                      </p:cBhvr>
                                    </p:anim>
                                    <p:anim from="0" to="-1.0" calcmode="lin" valueType="num">
                                      <p:cBhvr>
                                        <p:cTn id="42" dur="100" decel="50000" autoRev="1" fill="hold">
                                          <p:stCondLst>
                                            <p:cond delay="300"/>
                                          </p:stCondLst>
                                        </p:cTn>
                                        <p:tgtEl>
                                          <p:spTgt spid="15363">
                                            <p:txEl>
                                              <p:pRg st="1" end="1"/>
                                            </p:txEl>
                                          </p:spTgt>
                                        </p:tgtEl>
                                        <p:attrNameLst>
                                          <p:attrName>xshear</p:attrName>
                                        </p:attrNameLst>
                                      </p:cBhvr>
                                    </p:anim>
                                    <p:animScale>
                                      <p:cBhvr>
                                        <p:cTn id="43" dur="100" decel="100000" autoRev="1" fill="hold">
                                          <p:stCondLst>
                                            <p:cond delay="300"/>
                                          </p:stCondLst>
                                        </p:cTn>
                                        <p:tgtEl>
                                          <p:spTgt spid="15363">
                                            <p:txEl>
                                              <p:pRg st="1" end="1"/>
                                            </p:txEl>
                                          </p:spTgt>
                                        </p:tgtEl>
                                      </p:cBhvr>
                                      <p:from x="100000" y="100000"/>
                                      <p:to x="80000" y="100000"/>
                                    </p:animScale>
                                    <p:anim by="(#ppt_h/3+#ppt_w*0.1)" calcmode="lin" valueType="num">
                                      <p:cBhvr additive="sum">
                                        <p:cTn id="44" dur="100" decel="100000" autoRev="1" fill="hold">
                                          <p:stCondLst>
                                            <p:cond delay="300"/>
                                          </p:stCondLst>
                                        </p:cTn>
                                        <p:tgtEl>
                                          <p:spTgt spid="15363">
                                            <p:txEl>
                                              <p:pRg st="1" end="1"/>
                                            </p:txEl>
                                          </p:spTgt>
                                        </p:tgtEl>
                                        <p:attrNameLst>
                                          <p:attrName>ppt_x</p:attrName>
                                        </p:attrNameLst>
                                      </p:cBhvr>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34" presetClass="entr" presetSubtype="0"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anim from="(-#ppt_w/2)" to="(#ppt_x)" calcmode="lin" valueType="num">
                                      <p:cBhvr>
                                        <p:cTn id="49" dur="300" fill="hold">
                                          <p:stCondLst>
                                            <p:cond delay="0"/>
                                          </p:stCondLst>
                                        </p:cTn>
                                        <p:tgtEl>
                                          <p:spTgt spid="22"/>
                                        </p:tgtEl>
                                        <p:attrNameLst>
                                          <p:attrName>ppt_x</p:attrName>
                                        </p:attrNameLst>
                                      </p:cBhvr>
                                    </p:anim>
                                    <p:anim from="0" to="-1.0" calcmode="lin" valueType="num">
                                      <p:cBhvr>
                                        <p:cTn id="50" dur="100" decel="50000" autoRev="1" fill="hold">
                                          <p:stCondLst>
                                            <p:cond delay="300"/>
                                          </p:stCondLst>
                                        </p:cTn>
                                        <p:tgtEl>
                                          <p:spTgt spid="22"/>
                                        </p:tgtEl>
                                        <p:attrNameLst>
                                          <p:attrName>xshear</p:attrName>
                                        </p:attrNameLst>
                                      </p:cBhvr>
                                    </p:anim>
                                    <p:animScale>
                                      <p:cBhvr>
                                        <p:cTn id="51" dur="100" decel="100000" autoRev="1" fill="hold">
                                          <p:stCondLst>
                                            <p:cond delay="300"/>
                                          </p:stCondLst>
                                        </p:cTn>
                                        <p:tgtEl>
                                          <p:spTgt spid="22"/>
                                        </p:tgtEl>
                                      </p:cBhvr>
                                      <p:from x="100000" y="100000"/>
                                      <p:to x="80000" y="100000"/>
                                    </p:animScale>
                                    <p:anim by="(#ppt_h/3+#ppt_w*0.1)" calcmode="lin" valueType="num">
                                      <p:cBhvr additive="sum">
                                        <p:cTn id="52" dur="100" decel="100000" autoRev="1" fill="hold">
                                          <p:stCondLst>
                                            <p:cond delay="300"/>
                                          </p:stCondLst>
                                        </p:cTn>
                                        <p:tgtEl>
                                          <p:spTgt spid="22"/>
                                        </p:tgtEl>
                                        <p:attrNameLst>
                                          <p:attrName>ppt_x</p:attrName>
                                        </p:attrNameLst>
                                      </p:cBhvr>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34" presetClass="entr" presetSubtype="0" fill="hold" nodeType="clickEffect">
                                  <p:stCondLst>
                                    <p:cond delay="0"/>
                                  </p:stCondLst>
                                  <p:childTnLst>
                                    <p:set>
                                      <p:cBhvr>
                                        <p:cTn id="56" dur="1" fill="hold">
                                          <p:stCondLst>
                                            <p:cond delay="0"/>
                                          </p:stCondLst>
                                        </p:cTn>
                                        <p:tgtEl>
                                          <p:spTgt spid="15363">
                                            <p:txEl>
                                              <p:pRg st="2" end="2"/>
                                            </p:txEl>
                                          </p:spTgt>
                                        </p:tgtEl>
                                        <p:attrNameLst>
                                          <p:attrName>style.visibility</p:attrName>
                                        </p:attrNameLst>
                                      </p:cBhvr>
                                      <p:to>
                                        <p:strVal val="visible"/>
                                      </p:to>
                                    </p:set>
                                    <p:anim from="(-#ppt_w/2)" to="(#ppt_x)" calcmode="lin" valueType="num">
                                      <p:cBhvr>
                                        <p:cTn id="57" dur="300" fill="hold">
                                          <p:stCondLst>
                                            <p:cond delay="0"/>
                                          </p:stCondLst>
                                        </p:cTn>
                                        <p:tgtEl>
                                          <p:spTgt spid="15363">
                                            <p:txEl>
                                              <p:pRg st="2" end="2"/>
                                            </p:txEl>
                                          </p:spTgt>
                                        </p:tgtEl>
                                        <p:attrNameLst>
                                          <p:attrName>ppt_x</p:attrName>
                                        </p:attrNameLst>
                                      </p:cBhvr>
                                    </p:anim>
                                    <p:anim from="0" to="-1.0" calcmode="lin" valueType="num">
                                      <p:cBhvr>
                                        <p:cTn id="58" dur="100" decel="50000" autoRev="1" fill="hold">
                                          <p:stCondLst>
                                            <p:cond delay="300"/>
                                          </p:stCondLst>
                                        </p:cTn>
                                        <p:tgtEl>
                                          <p:spTgt spid="15363">
                                            <p:txEl>
                                              <p:pRg st="2" end="2"/>
                                            </p:txEl>
                                          </p:spTgt>
                                        </p:tgtEl>
                                        <p:attrNameLst>
                                          <p:attrName>xshear</p:attrName>
                                        </p:attrNameLst>
                                      </p:cBhvr>
                                    </p:anim>
                                    <p:animScale>
                                      <p:cBhvr>
                                        <p:cTn id="59" dur="100" decel="100000" autoRev="1" fill="hold">
                                          <p:stCondLst>
                                            <p:cond delay="300"/>
                                          </p:stCondLst>
                                        </p:cTn>
                                        <p:tgtEl>
                                          <p:spTgt spid="15363">
                                            <p:txEl>
                                              <p:pRg st="2" end="2"/>
                                            </p:txEl>
                                          </p:spTgt>
                                        </p:tgtEl>
                                      </p:cBhvr>
                                      <p:from x="100000" y="100000"/>
                                      <p:to x="80000" y="100000"/>
                                    </p:animScale>
                                    <p:anim by="(#ppt_h/3+#ppt_w*0.1)" calcmode="lin" valueType="num">
                                      <p:cBhvr additive="sum">
                                        <p:cTn id="60" dur="100" decel="100000" autoRev="1" fill="hold">
                                          <p:stCondLst>
                                            <p:cond delay="300"/>
                                          </p:stCondLst>
                                        </p:cTn>
                                        <p:tgtEl>
                                          <p:spTgt spid="15363">
                                            <p:txEl>
                                              <p:pRg st="2" end="2"/>
                                            </p:txEl>
                                          </p:spTgt>
                                        </p:tgtEl>
                                        <p:attrNameLst>
                                          <p:attrName>ppt_x</p:attrName>
                                        </p:attrNameLst>
                                      </p:cBhvr>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45" presetClass="entr" presetSubtype="0" fill="hold" grpId="0" nodeType="clickEffect">
                                  <p:stCondLst>
                                    <p:cond delay="0"/>
                                  </p:stCondLst>
                                  <p:iterate type="lt">
                                    <p:tmPct val="10000"/>
                                  </p:iterate>
                                  <p:childTnLst>
                                    <p:set>
                                      <p:cBhvr>
                                        <p:cTn id="64" dur="1" fill="hold">
                                          <p:stCondLst>
                                            <p:cond delay="0"/>
                                          </p:stCondLst>
                                        </p:cTn>
                                        <p:tgtEl>
                                          <p:spTgt spid="16"/>
                                        </p:tgtEl>
                                        <p:attrNameLst>
                                          <p:attrName>style.visibility</p:attrName>
                                        </p:attrNameLst>
                                      </p:cBhvr>
                                      <p:to>
                                        <p:strVal val="visible"/>
                                      </p:to>
                                    </p:set>
                                    <p:animEffect transition="in" filter="fade">
                                      <p:cBhvr>
                                        <p:cTn id="65" dur="500"/>
                                        <p:tgtEl>
                                          <p:spTgt spid="16"/>
                                        </p:tgtEl>
                                      </p:cBhvr>
                                    </p:animEffect>
                                    <p:anim calcmode="lin" valueType="num">
                                      <p:cBhvr>
                                        <p:cTn id="66" dur="500" fill="hold"/>
                                        <p:tgtEl>
                                          <p:spTgt spid="16"/>
                                        </p:tgtEl>
                                        <p:attrNameLst>
                                          <p:attrName>ppt_w</p:attrName>
                                        </p:attrNameLst>
                                      </p:cBhvr>
                                      <p:tavLst>
                                        <p:tav tm="0" fmla="#ppt_w*sin(2.5*pi*$)">
                                          <p:val>
                                            <p:fltVal val="0"/>
                                          </p:val>
                                        </p:tav>
                                        <p:tav tm="100000">
                                          <p:val>
                                            <p:fltVal val="1"/>
                                          </p:val>
                                        </p:tav>
                                      </p:tavLst>
                                    </p:anim>
                                    <p:anim calcmode="lin" valueType="num">
                                      <p:cBhvr>
                                        <p:cTn id="67" dur="500" fill="hold"/>
                                        <p:tgtEl>
                                          <p:spTgt spid="16"/>
                                        </p:tgtEl>
                                        <p:attrNameLst>
                                          <p:attrName>ppt_h</p:attrName>
                                        </p:attrNameLst>
                                      </p:cBhvr>
                                      <p:tavLst>
                                        <p:tav tm="0">
                                          <p:val>
                                            <p:strVal val="#ppt_h"/>
                                          </p:val>
                                        </p:tav>
                                        <p:tav tm="100000">
                                          <p:val>
                                            <p:strVal val="#ppt_h"/>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2" presetClass="entr" presetSubtype="4" fill="hold" nodeType="clickEffect">
                                  <p:stCondLst>
                                    <p:cond delay="0"/>
                                  </p:stCondLst>
                                  <p:childTnLst>
                                    <p:set>
                                      <p:cBhvr>
                                        <p:cTn id="71" dur="1" fill="hold">
                                          <p:stCondLst>
                                            <p:cond delay="0"/>
                                          </p:stCondLst>
                                        </p:cTn>
                                        <p:tgtEl>
                                          <p:spTgt spid="15365"/>
                                        </p:tgtEl>
                                        <p:attrNameLst>
                                          <p:attrName>style.visibility</p:attrName>
                                        </p:attrNameLst>
                                      </p:cBhvr>
                                      <p:to>
                                        <p:strVal val="visible"/>
                                      </p:to>
                                    </p:set>
                                    <p:anim calcmode="lin" valueType="num">
                                      <p:cBhvr additive="base">
                                        <p:cTn id="72" dur="500" fill="hold"/>
                                        <p:tgtEl>
                                          <p:spTgt spid="15365"/>
                                        </p:tgtEl>
                                        <p:attrNameLst>
                                          <p:attrName>ppt_x</p:attrName>
                                        </p:attrNameLst>
                                      </p:cBhvr>
                                      <p:tavLst>
                                        <p:tav tm="0">
                                          <p:val>
                                            <p:strVal val="#ppt_x"/>
                                          </p:val>
                                        </p:tav>
                                        <p:tav tm="100000">
                                          <p:val>
                                            <p:strVal val="#ppt_x"/>
                                          </p:val>
                                        </p:tav>
                                      </p:tavLst>
                                    </p:anim>
                                    <p:anim calcmode="lin" valueType="num">
                                      <p:cBhvr additive="base">
                                        <p:cTn id="73" dur="500" fill="hold"/>
                                        <p:tgtEl>
                                          <p:spTgt spid="15365"/>
                                        </p:tgtEl>
                                        <p:attrNameLst>
                                          <p:attrName>ppt_y</p:attrName>
                                        </p:attrNameLst>
                                      </p:cBhvr>
                                      <p:tavLst>
                                        <p:tav tm="0">
                                          <p:val>
                                            <p:strVal val="1+#ppt_h/2"/>
                                          </p:val>
                                        </p:tav>
                                        <p:tav tm="100000">
                                          <p:val>
                                            <p:strVal val="#ppt_y"/>
                                          </p:val>
                                        </p:tav>
                                      </p:tavLst>
                                    </p:anim>
                                  </p:childTnLst>
                                </p:cTn>
                              </p:par>
                            </p:childTnLst>
                          </p:cTn>
                        </p:par>
                      </p:childTnLst>
                    </p:cTn>
                  </p:par>
                  <p:par>
                    <p:cTn id="74" fill="hold" nodeType="clickPar">
                      <p:stCondLst>
                        <p:cond delay="indefinite"/>
                      </p:stCondLst>
                      <p:childTnLst>
                        <p:par>
                          <p:cTn id="75" fill="hold" nodeType="withGroup">
                            <p:stCondLst>
                              <p:cond delay="0"/>
                            </p:stCondLst>
                            <p:childTnLst>
                              <p:par>
                                <p:cTn id="76" presetID="34" presetClass="entr" presetSubtype="0" fill="hold" nodeType="clickEffect">
                                  <p:stCondLst>
                                    <p:cond delay="0"/>
                                  </p:stCondLst>
                                  <p:childTnLst>
                                    <p:set>
                                      <p:cBhvr>
                                        <p:cTn id="77" dur="1" fill="hold">
                                          <p:stCondLst>
                                            <p:cond delay="0"/>
                                          </p:stCondLst>
                                        </p:cTn>
                                        <p:tgtEl>
                                          <p:spTgt spid="15363">
                                            <p:txEl>
                                              <p:pRg st="3" end="3"/>
                                            </p:txEl>
                                          </p:spTgt>
                                        </p:tgtEl>
                                        <p:attrNameLst>
                                          <p:attrName>style.visibility</p:attrName>
                                        </p:attrNameLst>
                                      </p:cBhvr>
                                      <p:to>
                                        <p:strVal val="visible"/>
                                      </p:to>
                                    </p:set>
                                    <p:anim from="(-#ppt_w/2)" to="(#ppt_x)" calcmode="lin" valueType="num">
                                      <p:cBhvr>
                                        <p:cTn id="78" dur="300" fill="hold">
                                          <p:stCondLst>
                                            <p:cond delay="0"/>
                                          </p:stCondLst>
                                        </p:cTn>
                                        <p:tgtEl>
                                          <p:spTgt spid="15363">
                                            <p:txEl>
                                              <p:pRg st="3" end="3"/>
                                            </p:txEl>
                                          </p:spTgt>
                                        </p:tgtEl>
                                        <p:attrNameLst>
                                          <p:attrName>ppt_x</p:attrName>
                                        </p:attrNameLst>
                                      </p:cBhvr>
                                    </p:anim>
                                    <p:anim from="0" to="-1.0" calcmode="lin" valueType="num">
                                      <p:cBhvr>
                                        <p:cTn id="79" dur="100" decel="50000" autoRev="1" fill="hold">
                                          <p:stCondLst>
                                            <p:cond delay="300"/>
                                          </p:stCondLst>
                                        </p:cTn>
                                        <p:tgtEl>
                                          <p:spTgt spid="15363">
                                            <p:txEl>
                                              <p:pRg st="3" end="3"/>
                                            </p:txEl>
                                          </p:spTgt>
                                        </p:tgtEl>
                                        <p:attrNameLst>
                                          <p:attrName>xshear</p:attrName>
                                        </p:attrNameLst>
                                      </p:cBhvr>
                                    </p:anim>
                                    <p:animScale>
                                      <p:cBhvr>
                                        <p:cTn id="80" dur="100" decel="100000" autoRev="1" fill="hold">
                                          <p:stCondLst>
                                            <p:cond delay="300"/>
                                          </p:stCondLst>
                                        </p:cTn>
                                        <p:tgtEl>
                                          <p:spTgt spid="15363">
                                            <p:txEl>
                                              <p:pRg st="3" end="3"/>
                                            </p:txEl>
                                          </p:spTgt>
                                        </p:tgtEl>
                                      </p:cBhvr>
                                      <p:from x="100000" y="100000"/>
                                      <p:to x="80000" y="100000"/>
                                    </p:animScale>
                                    <p:anim by="(#ppt_h/3+#ppt_w*0.1)" calcmode="lin" valueType="num">
                                      <p:cBhvr additive="sum">
                                        <p:cTn id="81" dur="100" decel="100000" autoRev="1" fill="hold">
                                          <p:stCondLst>
                                            <p:cond delay="300"/>
                                          </p:stCondLst>
                                        </p:cTn>
                                        <p:tgtEl>
                                          <p:spTgt spid="15363">
                                            <p:txEl>
                                              <p:pRg st="3" end="3"/>
                                            </p:txEl>
                                          </p:spTgt>
                                        </p:tgtEl>
                                        <p:attrNameLst>
                                          <p:attrName>ppt_x</p:attrName>
                                        </p:attrNameLst>
                                      </p:cBhvr>
                                    </p:anim>
                                  </p:childTnLst>
                                </p:cTn>
                              </p:par>
                            </p:childTnLst>
                          </p:cTn>
                        </p:par>
                      </p:childTnLst>
                    </p:cTn>
                  </p:par>
                  <p:par>
                    <p:cTn id="82" fill="hold" nodeType="clickPar">
                      <p:stCondLst>
                        <p:cond delay="indefinite"/>
                      </p:stCondLst>
                      <p:childTnLst>
                        <p:par>
                          <p:cTn id="83" fill="hold" nodeType="withGroup">
                            <p:stCondLst>
                              <p:cond delay="0"/>
                            </p:stCondLst>
                            <p:childTnLst>
                              <p:par>
                                <p:cTn id="84" presetID="34" presetClass="entr" presetSubtype="0" fill="hold" grpId="0" nodeType="clickEffect">
                                  <p:stCondLst>
                                    <p:cond delay="0"/>
                                  </p:stCondLst>
                                  <p:childTnLst>
                                    <p:set>
                                      <p:cBhvr>
                                        <p:cTn id="85" dur="1" fill="hold">
                                          <p:stCondLst>
                                            <p:cond delay="0"/>
                                          </p:stCondLst>
                                        </p:cTn>
                                        <p:tgtEl>
                                          <p:spTgt spid="17"/>
                                        </p:tgtEl>
                                        <p:attrNameLst>
                                          <p:attrName>style.visibility</p:attrName>
                                        </p:attrNameLst>
                                      </p:cBhvr>
                                      <p:to>
                                        <p:strVal val="visible"/>
                                      </p:to>
                                    </p:set>
                                    <p:anim from="(-#ppt_w/2)" to="(#ppt_x)" calcmode="lin" valueType="num">
                                      <p:cBhvr>
                                        <p:cTn id="86" dur="300" fill="hold">
                                          <p:stCondLst>
                                            <p:cond delay="0"/>
                                          </p:stCondLst>
                                        </p:cTn>
                                        <p:tgtEl>
                                          <p:spTgt spid="17"/>
                                        </p:tgtEl>
                                        <p:attrNameLst>
                                          <p:attrName>ppt_x</p:attrName>
                                        </p:attrNameLst>
                                      </p:cBhvr>
                                    </p:anim>
                                    <p:anim from="0" to="-1.0" calcmode="lin" valueType="num">
                                      <p:cBhvr>
                                        <p:cTn id="87" dur="100" decel="50000" autoRev="1" fill="hold">
                                          <p:stCondLst>
                                            <p:cond delay="300"/>
                                          </p:stCondLst>
                                        </p:cTn>
                                        <p:tgtEl>
                                          <p:spTgt spid="17"/>
                                        </p:tgtEl>
                                        <p:attrNameLst>
                                          <p:attrName>xshear</p:attrName>
                                        </p:attrNameLst>
                                      </p:cBhvr>
                                    </p:anim>
                                    <p:animScale>
                                      <p:cBhvr>
                                        <p:cTn id="88" dur="100" decel="100000" autoRev="1" fill="hold">
                                          <p:stCondLst>
                                            <p:cond delay="300"/>
                                          </p:stCondLst>
                                        </p:cTn>
                                        <p:tgtEl>
                                          <p:spTgt spid="17"/>
                                        </p:tgtEl>
                                      </p:cBhvr>
                                      <p:from x="100000" y="100000"/>
                                      <p:to x="80000" y="100000"/>
                                    </p:animScale>
                                    <p:anim by="(#ppt_h/3+#ppt_w*0.1)" calcmode="lin" valueType="num">
                                      <p:cBhvr additive="sum">
                                        <p:cTn id="89" dur="100" decel="100000" autoRev="1" fill="hold">
                                          <p:stCondLst>
                                            <p:cond delay="300"/>
                                          </p:stCondLst>
                                        </p:cTn>
                                        <p:tgtEl>
                                          <p:spTgt spid="17"/>
                                        </p:tgtEl>
                                        <p:attrNameLst>
                                          <p:attrName>ppt_x</p:attrName>
                                        </p:attrNameLst>
                                      </p:cBhvr>
                                    </p:anim>
                                  </p:childTnLst>
                                </p:cTn>
                              </p:par>
                            </p:childTnLst>
                          </p:cTn>
                        </p:par>
                      </p:childTnLst>
                    </p:cTn>
                  </p:par>
                  <p:par>
                    <p:cTn id="90" fill="hold" nodeType="clickPar">
                      <p:stCondLst>
                        <p:cond delay="indefinite"/>
                      </p:stCondLst>
                      <p:childTnLst>
                        <p:par>
                          <p:cTn id="91" fill="hold" nodeType="withGroup">
                            <p:stCondLst>
                              <p:cond delay="0"/>
                            </p:stCondLst>
                            <p:childTnLst>
                              <p:par>
                                <p:cTn id="92" presetID="34" presetClass="entr" presetSubtype="0" fill="hold" nodeType="clickEffect">
                                  <p:stCondLst>
                                    <p:cond delay="0"/>
                                  </p:stCondLst>
                                  <p:childTnLst>
                                    <p:set>
                                      <p:cBhvr>
                                        <p:cTn id="93" dur="1" fill="hold">
                                          <p:stCondLst>
                                            <p:cond delay="0"/>
                                          </p:stCondLst>
                                        </p:cTn>
                                        <p:tgtEl>
                                          <p:spTgt spid="15366"/>
                                        </p:tgtEl>
                                        <p:attrNameLst>
                                          <p:attrName>style.visibility</p:attrName>
                                        </p:attrNameLst>
                                      </p:cBhvr>
                                      <p:to>
                                        <p:strVal val="visible"/>
                                      </p:to>
                                    </p:set>
                                    <p:anim from="(-#ppt_w/2)" to="(#ppt_x)" calcmode="lin" valueType="num">
                                      <p:cBhvr>
                                        <p:cTn id="94" dur="300" fill="hold">
                                          <p:stCondLst>
                                            <p:cond delay="0"/>
                                          </p:stCondLst>
                                        </p:cTn>
                                        <p:tgtEl>
                                          <p:spTgt spid="15366"/>
                                        </p:tgtEl>
                                        <p:attrNameLst>
                                          <p:attrName>ppt_x</p:attrName>
                                        </p:attrNameLst>
                                      </p:cBhvr>
                                    </p:anim>
                                    <p:anim from="0" to="-1.0" calcmode="lin" valueType="num">
                                      <p:cBhvr>
                                        <p:cTn id="95" dur="100" decel="50000" autoRev="1" fill="hold">
                                          <p:stCondLst>
                                            <p:cond delay="300"/>
                                          </p:stCondLst>
                                        </p:cTn>
                                        <p:tgtEl>
                                          <p:spTgt spid="15366"/>
                                        </p:tgtEl>
                                        <p:attrNameLst>
                                          <p:attrName>xshear</p:attrName>
                                        </p:attrNameLst>
                                      </p:cBhvr>
                                    </p:anim>
                                    <p:animScale>
                                      <p:cBhvr>
                                        <p:cTn id="96" dur="100" decel="100000" autoRev="1" fill="hold">
                                          <p:stCondLst>
                                            <p:cond delay="300"/>
                                          </p:stCondLst>
                                        </p:cTn>
                                        <p:tgtEl>
                                          <p:spTgt spid="15366"/>
                                        </p:tgtEl>
                                      </p:cBhvr>
                                      <p:from x="100000" y="100000"/>
                                      <p:to x="80000" y="100000"/>
                                    </p:animScale>
                                    <p:anim by="(#ppt_h/3+#ppt_w*0.1)" calcmode="lin" valueType="num">
                                      <p:cBhvr additive="sum">
                                        <p:cTn id="97" dur="100" decel="100000" autoRev="1" fill="hold">
                                          <p:stCondLst>
                                            <p:cond delay="300"/>
                                          </p:stCondLst>
                                        </p:cTn>
                                        <p:tgtEl>
                                          <p:spTgt spid="15366"/>
                                        </p:tgtEl>
                                        <p:attrNameLst>
                                          <p:attrName>ppt_x</p:attrName>
                                        </p:attrNameLst>
                                      </p:cBhvr>
                                    </p:anim>
                                  </p:childTnLst>
                                </p:cTn>
                              </p:par>
                            </p:childTnLst>
                          </p:cTn>
                        </p:par>
                      </p:childTnLst>
                    </p:cTn>
                  </p:par>
                  <p:par>
                    <p:cTn id="98" fill="hold" nodeType="clickPar">
                      <p:stCondLst>
                        <p:cond delay="indefinite"/>
                      </p:stCondLst>
                      <p:childTnLst>
                        <p:par>
                          <p:cTn id="99" fill="hold" nodeType="withGroup">
                            <p:stCondLst>
                              <p:cond delay="0"/>
                            </p:stCondLst>
                            <p:childTnLst>
                              <p:par>
                                <p:cTn id="100" presetID="34" presetClass="entr" presetSubtype="0" fill="hold" nodeType="clickEffect">
                                  <p:stCondLst>
                                    <p:cond delay="0"/>
                                  </p:stCondLst>
                                  <p:childTnLst>
                                    <p:set>
                                      <p:cBhvr>
                                        <p:cTn id="101" dur="1" fill="hold">
                                          <p:stCondLst>
                                            <p:cond delay="0"/>
                                          </p:stCondLst>
                                        </p:cTn>
                                        <p:tgtEl>
                                          <p:spTgt spid="15363">
                                            <p:txEl>
                                              <p:pRg st="4" end="4"/>
                                            </p:txEl>
                                          </p:spTgt>
                                        </p:tgtEl>
                                        <p:attrNameLst>
                                          <p:attrName>style.visibility</p:attrName>
                                        </p:attrNameLst>
                                      </p:cBhvr>
                                      <p:to>
                                        <p:strVal val="visible"/>
                                      </p:to>
                                    </p:set>
                                    <p:anim from="(-#ppt_w/2)" to="(#ppt_x)" calcmode="lin" valueType="num">
                                      <p:cBhvr>
                                        <p:cTn id="102" dur="300" fill="hold">
                                          <p:stCondLst>
                                            <p:cond delay="0"/>
                                          </p:stCondLst>
                                        </p:cTn>
                                        <p:tgtEl>
                                          <p:spTgt spid="15363">
                                            <p:txEl>
                                              <p:pRg st="4" end="4"/>
                                            </p:txEl>
                                          </p:spTgt>
                                        </p:tgtEl>
                                        <p:attrNameLst>
                                          <p:attrName>ppt_x</p:attrName>
                                        </p:attrNameLst>
                                      </p:cBhvr>
                                    </p:anim>
                                    <p:anim from="0" to="-1.0" calcmode="lin" valueType="num">
                                      <p:cBhvr>
                                        <p:cTn id="103" dur="100" decel="50000" autoRev="1" fill="hold">
                                          <p:stCondLst>
                                            <p:cond delay="300"/>
                                          </p:stCondLst>
                                        </p:cTn>
                                        <p:tgtEl>
                                          <p:spTgt spid="15363">
                                            <p:txEl>
                                              <p:pRg st="4" end="4"/>
                                            </p:txEl>
                                          </p:spTgt>
                                        </p:tgtEl>
                                        <p:attrNameLst>
                                          <p:attrName>xshear</p:attrName>
                                        </p:attrNameLst>
                                      </p:cBhvr>
                                    </p:anim>
                                    <p:animScale>
                                      <p:cBhvr>
                                        <p:cTn id="104" dur="100" decel="100000" autoRev="1" fill="hold">
                                          <p:stCondLst>
                                            <p:cond delay="300"/>
                                          </p:stCondLst>
                                        </p:cTn>
                                        <p:tgtEl>
                                          <p:spTgt spid="15363">
                                            <p:txEl>
                                              <p:pRg st="4" end="4"/>
                                            </p:txEl>
                                          </p:spTgt>
                                        </p:tgtEl>
                                      </p:cBhvr>
                                      <p:from x="100000" y="100000"/>
                                      <p:to x="80000" y="100000"/>
                                    </p:animScale>
                                    <p:anim by="(#ppt_h/3+#ppt_w*0.1)" calcmode="lin" valueType="num">
                                      <p:cBhvr additive="sum">
                                        <p:cTn id="105" dur="100" decel="100000" autoRev="1" fill="hold">
                                          <p:stCondLst>
                                            <p:cond delay="300"/>
                                          </p:stCondLst>
                                        </p:cTn>
                                        <p:tgtEl>
                                          <p:spTgt spid="15363">
                                            <p:txEl>
                                              <p:pRg st="4" end="4"/>
                                            </p:txEl>
                                          </p:spTgt>
                                        </p:tgtEl>
                                        <p:attrNameLst>
                                          <p:attrName>ppt_x</p:attrName>
                                        </p:attrNameLst>
                                      </p:cBhvr>
                                    </p:anim>
                                  </p:childTnLst>
                                </p:cTn>
                              </p:par>
                            </p:childTnLst>
                          </p:cTn>
                        </p:par>
                      </p:childTnLst>
                    </p:cTn>
                  </p:par>
                  <p:par>
                    <p:cTn id="106" fill="hold" nodeType="clickPar">
                      <p:stCondLst>
                        <p:cond delay="indefinite"/>
                      </p:stCondLst>
                      <p:childTnLst>
                        <p:par>
                          <p:cTn id="107" fill="hold" nodeType="withGroup">
                            <p:stCondLst>
                              <p:cond delay="0"/>
                            </p:stCondLst>
                            <p:childTnLst>
                              <p:par>
                                <p:cTn id="108" presetID="34" presetClass="entr" presetSubtype="0" fill="hold" grpId="0" nodeType="clickEffect">
                                  <p:stCondLst>
                                    <p:cond delay="0"/>
                                  </p:stCondLst>
                                  <p:childTnLst>
                                    <p:set>
                                      <p:cBhvr>
                                        <p:cTn id="109" dur="1" fill="hold">
                                          <p:stCondLst>
                                            <p:cond delay="0"/>
                                          </p:stCondLst>
                                        </p:cTn>
                                        <p:tgtEl>
                                          <p:spTgt spid="18"/>
                                        </p:tgtEl>
                                        <p:attrNameLst>
                                          <p:attrName>style.visibility</p:attrName>
                                        </p:attrNameLst>
                                      </p:cBhvr>
                                      <p:to>
                                        <p:strVal val="visible"/>
                                      </p:to>
                                    </p:set>
                                    <p:anim from="(-#ppt_w/2)" to="(#ppt_x)" calcmode="lin" valueType="num">
                                      <p:cBhvr>
                                        <p:cTn id="110" dur="300" fill="hold">
                                          <p:stCondLst>
                                            <p:cond delay="0"/>
                                          </p:stCondLst>
                                        </p:cTn>
                                        <p:tgtEl>
                                          <p:spTgt spid="18"/>
                                        </p:tgtEl>
                                        <p:attrNameLst>
                                          <p:attrName>ppt_x</p:attrName>
                                        </p:attrNameLst>
                                      </p:cBhvr>
                                    </p:anim>
                                    <p:anim from="0" to="-1.0" calcmode="lin" valueType="num">
                                      <p:cBhvr>
                                        <p:cTn id="111" dur="100" decel="50000" autoRev="1" fill="hold">
                                          <p:stCondLst>
                                            <p:cond delay="300"/>
                                          </p:stCondLst>
                                        </p:cTn>
                                        <p:tgtEl>
                                          <p:spTgt spid="18"/>
                                        </p:tgtEl>
                                        <p:attrNameLst>
                                          <p:attrName>xshear</p:attrName>
                                        </p:attrNameLst>
                                      </p:cBhvr>
                                    </p:anim>
                                    <p:animScale>
                                      <p:cBhvr>
                                        <p:cTn id="112" dur="100" decel="100000" autoRev="1" fill="hold">
                                          <p:stCondLst>
                                            <p:cond delay="300"/>
                                          </p:stCondLst>
                                        </p:cTn>
                                        <p:tgtEl>
                                          <p:spTgt spid="18"/>
                                        </p:tgtEl>
                                      </p:cBhvr>
                                      <p:from x="100000" y="100000"/>
                                      <p:to x="80000" y="100000"/>
                                    </p:animScale>
                                    <p:anim by="(#ppt_h/3+#ppt_w*0.1)" calcmode="lin" valueType="num">
                                      <p:cBhvr additive="sum">
                                        <p:cTn id="113" dur="100" decel="100000" autoRev="1" fill="hold">
                                          <p:stCondLst>
                                            <p:cond delay="300"/>
                                          </p:stCondLst>
                                        </p:cTn>
                                        <p:tgtEl>
                                          <p:spTgt spid="18"/>
                                        </p:tgtEl>
                                        <p:attrNameLst>
                                          <p:attrName>ppt_x</p:attrName>
                                        </p:attrNameLst>
                                      </p:cBhvr>
                                    </p:anim>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 presetClass="entr" presetSubtype="4" fill="hold" nodeType="clickEffect">
                                  <p:stCondLst>
                                    <p:cond delay="0"/>
                                  </p:stCondLst>
                                  <p:childTnLst>
                                    <p:set>
                                      <p:cBhvr>
                                        <p:cTn id="117" dur="1" fill="hold">
                                          <p:stCondLst>
                                            <p:cond delay="0"/>
                                          </p:stCondLst>
                                        </p:cTn>
                                        <p:tgtEl>
                                          <p:spTgt spid="15367"/>
                                        </p:tgtEl>
                                        <p:attrNameLst>
                                          <p:attrName>style.visibility</p:attrName>
                                        </p:attrNameLst>
                                      </p:cBhvr>
                                      <p:to>
                                        <p:strVal val="visible"/>
                                      </p:to>
                                    </p:set>
                                    <p:anim calcmode="lin" valueType="num">
                                      <p:cBhvr additive="base">
                                        <p:cTn id="118" dur="500" fill="hold"/>
                                        <p:tgtEl>
                                          <p:spTgt spid="15367"/>
                                        </p:tgtEl>
                                        <p:attrNameLst>
                                          <p:attrName>ppt_x</p:attrName>
                                        </p:attrNameLst>
                                      </p:cBhvr>
                                      <p:tavLst>
                                        <p:tav tm="0">
                                          <p:val>
                                            <p:strVal val="#ppt_x"/>
                                          </p:val>
                                        </p:tav>
                                        <p:tav tm="100000">
                                          <p:val>
                                            <p:strVal val="#ppt_x"/>
                                          </p:val>
                                        </p:tav>
                                      </p:tavLst>
                                    </p:anim>
                                    <p:anim calcmode="lin" valueType="num">
                                      <p:cBhvr additive="base">
                                        <p:cTn id="119" dur="500" fill="hold"/>
                                        <p:tgtEl>
                                          <p:spTgt spid="15367"/>
                                        </p:tgtEl>
                                        <p:attrNameLst>
                                          <p:attrName>ppt_y</p:attrName>
                                        </p:attrNameLst>
                                      </p:cBhvr>
                                      <p:tavLst>
                                        <p:tav tm="0">
                                          <p:val>
                                            <p:strVal val="1+#ppt_h/2"/>
                                          </p:val>
                                        </p:tav>
                                        <p:tav tm="100000">
                                          <p:val>
                                            <p:strVal val="#ppt_y"/>
                                          </p:val>
                                        </p:tav>
                                      </p:tavLst>
                                    </p:anim>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 presetClass="entr" presetSubtype="4" fill="hold" nodeType="clickEffect">
                                  <p:stCondLst>
                                    <p:cond delay="0"/>
                                  </p:stCondLst>
                                  <p:childTnLst>
                                    <p:set>
                                      <p:cBhvr>
                                        <p:cTn id="123" dur="1" fill="hold">
                                          <p:stCondLst>
                                            <p:cond delay="0"/>
                                          </p:stCondLst>
                                        </p:cTn>
                                        <p:tgtEl>
                                          <p:spTgt spid="15363">
                                            <p:txEl>
                                              <p:pRg st="5" end="5"/>
                                            </p:txEl>
                                          </p:spTgt>
                                        </p:tgtEl>
                                        <p:attrNameLst>
                                          <p:attrName>style.visibility</p:attrName>
                                        </p:attrNameLst>
                                      </p:cBhvr>
                                      <p:to>
                                        <p:strVal val="visible"/>
                                      </p:to>
                                    </p:set>
                                    <p:anim calcmode="lin" valueType="num">
                                      <p:cBhvr additive="base">
                                        <p:cTn id="124" dur="500" fill="hold"/>
                                        <p:tgtEl>
                                          <p:spTgt spid="15363">
                                            <p:txEl>
                                              <p:pRg st="5" end="5"/>
                                            </p:txEl>
                                          </p:spTgt>
                                        </p:tgtEl>
                                        <p:attrNameLst>
                                          <p:attrName>ppt_x</p:attrName>
                                        </p:attrNameLst>
                                      </p:cBhvr>
                                      <p:tavLst>
                                        <p:tav tm="0">
                                          <p:val>
                                            <p:strVal val="#ppt_x"/>
                                          </p:val>
                                        </p:tav>
                                        <p:tav tm="100000">
                                          <p:val>
                                            <p:strVal val="#ppt_x"/>
                                          </p:val>
                                        </p:tav>
                                      </p:tavLst>
                                    </p:anim>
                                    <p:anim calcmode="lin" valueType="num">
                                      <p:cBhvr additive="base">
                                        <p:cTn id="125" dur="500" fill="hold"/>
                                        <p:tgtEl>
                                          <p:spTgt spid="1536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26" fill="hold" nodeType="clickPar">
                      <p:stCondLst>
                        <p:cond delay="indefinite"/>
                      </p:stCondLst>
                      <p:childTnLst>
                        <p:par>
                          <p:cTn id="127" fill="hold" nodeType="withGroup">
                            <p:stCondLst>
                              <p:cond delay="0"/>
                            </p:stCondLst>
                            <p:childTnLst>
                              <p:par>
                                <p:cTn id="128" presetID="34" presetClass="entr" presetSubtype="0" fill="hold" grpId="0" nodeType="clickEffect">
                                  <p:stCondLst>
                                    <p:cond delay="0"/>
                                  </p:stCondLst>
                                  <p:childTnLst>
                                    <p:set>
                                      <p:cBhvr>
                                        <p:cTn id="129" dur="1" fill="hold">
                                          <p:stCondLst>
                                            <p:cond delay="0"/>
                                          </p:stCondLst>
                                        </p:cTn>
                                        <p:tgtEl>
                                          <p:spTgt spid="19"/>
                                        </p:tgtEl>
                                        <p:attrNameLst>
                                          <p:attrName>style.visibility</p:attrName>
                                        </p:attrNameLst>
                                      </p:cBhvr>
                                      <p:to>
                                        <p:strVal val="visible"/>
                                      </p:to>
                                    </p:set>
                                    <p:anim from="(-#ppt_w/2)" to="(#ppt_x)" calcmode="lin" valueType="num">
                                      <p:cBhvr>
                                        <p:cTn id="130" dur="300" fill="hold">
                                          <p:stCondLst>
                                            <p:cond delay="0"/>
                                          </p:stCondLst>
                                        </p:cTn>
                                        <p:tgtEl>
                                          <p:spTgt spid="19"/>
                                        </p:tgtEl>
                                        <p:attrNameLst>
                                          <p:attrName>ppt_x</p:attrName>
                                        </p:attrNameLst>
                                      </p:cBhvr>
                                    </p:anim>
                                    <p:anim from="0" to="-1.0" calcmode="lin" valueType="num">
                                      <p:cBhvr>
                                        <p:cTn id="131" dur="100" decel="50000" autoRev="1" fill="hold">
                                          <p:stCondLst>
                                            <p:cond delay="300"/>
                                          </p:stCondLst>
                                        </p:cTn>
                                        <p:tgtEl>
                                          <p:spTgt spid="19"/>
                                        </p:tgtEl>
                                        <p:attrNameLst>
                                          <p:attrName>xshear</p:attrName>
                                        </p:attrNameLst>
                                      </p:cBhvr>
                                    </p:anim>
                                    <p:animScale>
                                      <p:cBhvr>
                                        <p:cTn id="132" dur="100" decel="100000" autoRev="1" fill="hold">
                                          <p:stCondLst>
                                            <p:cond delay="300"/>
                                          </p:stCondLst>
                                        </p:cTn>
                                        <p:tgtEl>
                                          <p:spTgt spid="19"/>
                                        </p:tgtEl>
                                      </p:cBhvr>
                                      <p:from x="100000" y="100000"/>
                                      <p:to x="80000" y="100000"/>
                                    </p:animScale>
                                    <p:anim by="(#ppt_h/3+#ppt_w*0.1)" calcmode="lin" valueType="num">
                                      <p:cBhvr additive="sum">
                                        <p:cTn id="133" dur="100" decel="100000" autoRev="1" fill="hold">
                                          <p:stCondLst>
                                            <p:cond delay="300"/>
                                          </p:stCondLst>
                                        </p:cTn>
                                        <p:tgtEl>
                                          <p:spTgt spid="19"/>
                                        </p:tgtEl>
                                        <p:attrNameLst>
                                          <p:attrName>ppt_x</p:attrName>
                                        </p:attrNameLst>
                                      </p:cBhvr>
                                    </p:anim>
                                  </p:childTnLst>
                                </p:cTn>
                              </p:par>
                            </p:childTnLst>
                          </p:cTn>
                        </p:par>
                      </p:childTnLst>
                    </p:cTn>
                  </p:par>
                  <p:par>
                    <p:cTn id="134" fill="hold" nodeType="clickPar">
                      <p:stCondLst>
                        <p:cond delay="indefinite"/>
                      </p:stCondLst>
                      <p:childTnLst>
                        <p:par>
                          <p:cTn id="135" fill="hold" nodeType="withGroup">
                            <p:stCondLst>
                              <p:cond delay="0"/>
                            </p:stCondLst>
                            <p:childTnLst>
                              <p:par>
                                <p:cTn id="136" presetID="34" presetClass="entr" presetSubtype="0" fill="hold" nodeType="clickEffect">
                                  <p:stCondLst>
                                    <p:cond delay="0"/>
                                  </p:stCondLst>
                                  <p:childTnLst>
                                    <p:set>
                                      <p:cBhvr>
                                        <p:cTn id="137" dur="1" fill="hold">
                                          <p:stCondLst>
                                            <p:cond delay="0"/>
                                          </p:stCondLst>
                                        </p:cTn>
                                        <p:tgtEl>
                                          <p:spTgt spid="15368"/>
                                        </p:tgtEl>
                                        <p:attrNameLst>
                                          <p:attrName>style.visibility</p:attrName>
                                        </p:attrNameLst>
                                      </p:cBhvr>
                                      <p:to>
                                        <p:strVal val="visible"/>
                                      </p:to>
                                    </p:set>
                                    <p:anim from="(-#ppt_w/2)" to="(#ppt_x)" calcmode="lin" valueType="num">
                                      <p:cBhvr>
                                        <p:cTn id="138" dur="300" fill="hold">
                                          <p:stCondLst>
                                            <p:cond delay="0"/>
                                          </p:stCondLst>
                                        </p:cTn>
                                        <p:tgtEl>
                                          <p:spTgt spid="15368"/>
                                        </p:tgtEl>
                                        <p:attrNameLst>
                                          <p:attrName>ppt_x</p:attrName>
                                        </p:attrNameLst>
                                      </p:cBhvr>
                                    </p:anim>
                                    <p:anim from="0" to="-1.0" calcmode="lin" valueType="num">
                                      <p:cBhvr>
                                        <p:cTn id="139" dur="100" decel="50000" autoRev="1" fill="hold">
                                          <p:stCondLst>
                                            <p:cond delay="300"/>
                                          </p:stCondLst>
                                        </p:cTn>
                                        <p:tgtEl>
                                          <p:spTgt spid="15368"/>
                                        </p:tgtEl>
                                        <p:attrNameLst>
                                          <p:attrName>xshear</p:attrName>
                                        </p:attrNameLst>
                                      </p:cBhvr>
                                    </p:anim>
                                    <p:animScale>
                                      <p:cBhvr>
                                        <p:cTn id="140" dur="100" decel="100000" autoRev="1" fill="hold">
                                          <p:stCondLst>
                                            <p:cond delay="300"/>
                                          </p:stCondLst>
                                        </p:cTn>
                                        <p:tgtEl>
                                          <p:spTgt spid="15368"/>
                                        </p:tgtEl>
                                      </p:cBhvr>
                                      <p:from x="100000" y="100000"/>
                                      <p:to x="80000" y="100000"/>
                                    </p:animScale>
                                    <p:anim by="(#ppt_h/3+#ppt_w*0.1)" calcmode="lin" valueType="num">
                                      <p:cBhvr additive="sum">
                                        <p:cTn id="141" dur="100" decel="100000" autoRev="1" fill="hold">
                                          <p:stCondLst>
                                            <p:cond delay="300"/>
                                          </p:stCondLst>
                                        </p:cTn>
                                        <p:tgtEl>
                                          <p:spTgt spid="15368"/>
                                        </p:tgtEl>
                                        <p:attrNameLst>
                                          <p:attrName>ppt_x</p:attrName>
                                        </p:attrNameLst>
                                      </p:cBhvr>
                                    </p:anim>
                                  </p:childTnLst>
                                </p:cTn>
                              </p:par>
                            </p:childTnLst>
                          </p:cTn>
                        </p:par>
                      </p:childTnLst>
                    </p:cTn>
                  </p:par>
                  <p:par>
                    <p:cTn id="142" fill="hold" nodeType="clickPar">
                      <p:stCondLst>
                        <p:cond delay="indefinite"/>
                      </p:stCondLst>
                      <p:childTnLst>
                        <p:par>
                          <p:cTn id="143" fill="hold" nodeType="withGroup">
                            <p:stCondLst>
                              <p:cond delay="0"/>
                            </p:stCondLst>
                            <p:childTnLst>
                              <p:par>
                                <p:cTn id="144" presetID="34" presetClass="entr" presetSubtype="0" fill="hold" nodeType="clickEffect">
                                  <p:stCondLst>
                                    <p:cond delay="0"/>
                                  </p:stCondLst>
                                  <p:childTnLst>
                                    <p:set>
                                      <p:cBhvr>
                                        <p:cTn id="145" dur="1" fill="hold">
                                          <p:stCondLst>
                                            <p:cond delay="0"/>
                                          </p:stCondLst>
                                        </p:cTn>
                                        <p:tgtEl>
                                          <p:spTgt spid="15363">
                                            <p:txEl>
                                              <p:pRg st="6" end="6"/>
                                            </p:txEl>
                                          </p:spTgt>
                                        </p:tgtEl>
                                        <p:attrNameLst>
                                          <p:attrName>style.visibility</p:attrName>
                                        </p:attrNameLst>
                                      </p:cBhvr>
                                      <p:to>
                                        <p:strVal val="visible"/>
                                      </p:to>
                                    </p:set>
                                    <p:anim from="(-#ppt_w/2)" to="(#ppt_x)" calcmode="lin" valueType="num">
                                      <p:cBhvr>
                                        <p:cTn id="146" dur="300" fill="hold">
                                          <p:stCondLst>
                                            <p:cond delay="0"/>
                                          </p:stCondLst>
                                        </p:cTn>
                                        <p:tgtEl>
                                          <p:spTgt spid="15363">
                                            <p:txEl>
                                              <p:pRg st="6" end="6"/>
                                            </p:txEl>
                                          </p:spTgt>
                                        </p:tgtEl>
                                        <p:attrNameLst>
                                          <p:attrName>ppt_x</p:attrName>
                                        </p:attrNameLst>
                                      </p:cBhvr>
                                    </p:anim>
                                    <p:anim from="0" to="-1.0" calcmode="lin" valueType="num">
                                      <p:cBhvr>
                                        <p:cTn id="147" dur="100" decel="50000" autoRev="1" fill="hold">
                                          <p:stCondLst>
                                            <p:cond delay="300"/>
                                          </p:stCondLst>
                                        </p:cTn>
                                        <p:tgtEl>
                                          <p:spTgt spid="15363">
                                            <p:txEl>
                                              <p:pRg st="6" end="6"/>
                                            </p:txEl>
                                          </p:spTgt>
                                        </p:tgtEl>
                                        <p:attrNameLst>
                                          <p:attrName>xshear</p:attrName>
                                        </p:attrNameLst>
                                      </p:cBhvr>
                                    </p:anim>
                                    <p:animScale>
                                      <p:cBhvr>
                                        <p:cTn id="148" dur="100" decel="100000" autoRev="1" fill="hold">
                                          <p:stCondLst>
                                            <p:cond delay="300"/>
                                          </p:stCondLst>
                                        </p:cTn>
                                        <p:tgtEl>
                                          <p:spTgt spid="15363">
                                            <p:txEl>
                                              <p:pRg st="6" end="6"/>
                                            </p:txEl>
                                          </p:spTgt>
                                        </p:tgtEl>
                                      </p:cBhvr>
                                      <p:from x="100000" y="100000"/>
                                      <p:to x="80000" y="100000"/>
                                    </p:animScale>
                                    <p:anim by="(#ppt_h/3+#ppt_w*0.1)" calcmode="lin" valueType="num">
                                      <p:cBhvr additive="sum">
                                        <p:cTn id="149" dur="100" decel="100000" autoRev="1" fill="hold">
                                          <p:stCondLst>
                                            <p:cond delay="300"/>
                                          </p:stCondLst>
                                        </p:cTn>
                                        <p:tgtEl>
                                          <p:spTgt spid="15363">
                                            <p:txEl>
                                              <p:pRg st="6" end="6"/>
                                            </p:txEl>
                                          </p:spTgt>
                                        </p:tgtEl>
                                        <p:attrNameLst>
                                          <p:attrName>ppt_x</p:attrName>
                                        </p:attrNameLst>
                                      </p:cBhvr>
                                    </p:anim>
                                  </p:childTnLst>
                                </p:cTn>
                              </p:par>
                            </p:childTnLst>
                          </p:cTn>
                        </p:par>
                      </p:childTnLst>
                    </p:cTn>
                  </p:par>
                  <p:par>
                    <p:cTn id="150" fill="hold" nodeType="clickPar">
                      <p:stCondLst>
                        <p:cond delay="indefinite"/>
                      </p:stCondLst>
                      <p:childTnLst>
                        <p:par>
                          <p:cTn id="151" fill="hold" nodeType="withGroup">
                            <p:stCondLst>
                              <p:cond delay="0"/>
                            </p:stCondLst>
                            <p:childTnLst>
                              <p:par>
                                <p:cTn id="152" presetID="34" presetClass="entr" presetSubtype="0" fill="hold" grpId="0" nodeType="clickEffect">
                                  <p:stCondLst>
                                    <p:cond delay="0"/>
                                  </p:stCondLst>
                                  <p:childTnLst>
                                    <p:set>
                                      <p:cBhvr>
                                        <p:cTn id="153" dur="1" fill="hold">
                                          <p:stCondLst>
                                            <p:cond delay="0"/>
                                          </p:stCondLst>
                                        </p:cTn>
                                        <p:tgtEl>
                                          <p:spTgt spid="20"/>
                                        </p:tgtEl>
                                        <p:attrNameLst>
                                          <p:attrName>style.visibility</p:attrName>
                                        </p:attrNameLst>
                                      </p:cBhvr>
                                      <p:to>
                                        <p:strVal val="visible"/>
                                      </p:to>
                                    </p:set>
                                    <p:anim from="(-#ppt_w/2)" to="(#ppt_x)" calcmode="lin" valueType="num">
                                      <p:cBhvr>
                                        <p:cTn id="154" dur="300" fill="hold">
                                          <p:stCondLst>
                                            <p:cond delay="0"/>
                                          </p:stCondLst>
                                        </p:cTn>
                                        <p:tgtEl>
                                          <p:spTgt spid="20"/>
                                        </p:tgtEl>
                                        <p:attrNameLst>
                                          <p:attrName>ppt_x</p:attrName>
                                        </p:attrNameLst>
                                      </p:cBhvr>
                                    </p:anim>
                                    <p:anim from="0" to="-1.0" calcmode="lin" valueType="num">
                                      <p:cBhvr>
                                        <p:cTn id="155" dur="100" decel="50000" autoRev="1" fill="hold">
                                          <p:stCondLst>
                                            <p:cond delay="300"/>
                                          </p:stCondLst>
                                        </p:cTn>
                                        <p:tgtEl>
                                          <p:spTgt spid="20"/>
                                        </p:tgtEl>
                                        <p:attrNameLst>
                                          <p:attrName>xshear</p:attrName>
                                        </p:attrNameLst>
                                      </p:cBhvr>
                                    </p:anim>
                                    <p:animScale>
                                      <p:cBhvr>
                                        <p:cTn id="156" dur="100" decel="100000" autoRev="1" fill="hold">
                                          <p:stCondLst>
                                            <p:cond delay="300"/>
                                          </p:stCondLst>
                                        </p:cTn>
                                        <p:tgtEl>
                                          <p:spTgt spid="20"/>
                                        </p:tgtEl>
                                      </p:cBhvr>
                                      <p:from x="100000" y="100000"/>
                                      <p:to x="80000" y="100000"/>
                                    </p:animScale>
                                    <p:anim by="(#ppt_h/3+#ppt_w*0.1)" calcmode="lin" valueType="num">
                                      <p:cBhvr additive="sum">
                                        <p:cTn id="157" dur="100" decel="100000" autoRev="1" fill="hold">
                                          <p:stCondLst>
                                            <p:cond delay="300"/>
                                          </p:stCondLst>
                                        </p:cTn>
                                        <p:tgtEl>
                                          <p:spTgt spid="20"/>
                                        </p:tgtEl>
                                        <p:attrNameLst>
                                          <p:attrName>ppt_x</p:attrName>
                                        </p:attrNameLst>
                                      </p:cBhvr>
                                    </p:anim>
                                  </p:childTnLst>
                                </p:cTn>
                              </p:par>
                            </p:childTnLst>
                          </p:cTn>
                        </p:par>
                      </p:childTnLst>
                    </p:cTn>
                  </p:par>
                  <p:par>
                    <p:cTn id="158" fill="hold" nodeType="clickPar">
                      <p:stCondLst>
                        <p:cond delay="indefinite"/>
                      </p:stCondLst>
                      <p:childTnLst>
                        <p:par>
                          <p:cTn id="159" fill="hold" nodeType="withGroup">
                            <p:stCondLst>
                              <p:cond delay="0"/>
                            </p:stCondLst>
                            <p:childTnLst>
                              <p:par>
                                <p:cTn id="160" presetID="34" presetClass="entr" presetSubtype="0" fill="hold" nodeType="clickEffect">
                                  <p:stCondLst>
                                    <p:cond delay="0"/>
                                  </p:stCondLst>
                                  <p:childTnLst>
                                    <p:set>
                                      <p:cBhvr>
                                        <p:cTn id="161" dur="1" fill="hold">
                                          <p:stCondLst>
                                            <p:cond delay="0"/>
                                          </p:stCondLst>
                                        </p:cTn>
                                        <p:tgtEl>
                                          <p:spTgt spid="15369"/>
                                        </p:tgtEl>
                                        <p:attrNameLst>
                                          <p:attrName>style.visibility</p:attrName>
                                        </p:attrNameLst>
                                      </p:cBhvr>
                                      <p:to>
                                        <p:strVal val="visible"/>
                                      </p:to>
                                    </p:set>
                                    <p:anim from="(-#ppt_w/2)" to="(#ppt_x)" calcmode="lin" valueType="num">
                                      <p:cBhvr>
                                        <p:cTn id="162" dur="300" fill="hold">
                                          <p:stCondLst>
                                            <p:cond delay="0"/>
                                          </p:stCondLst>
                                        </p:cTn>
                                        <p:tgtEl>
                                          <p:spTgt spid="15369"/>
                                        </p:tgtEl>
                                        <p:attrNameLst>
                                          <p:attrName>ppt_x</p:attrName>
                                        </p:attrNameLst>
                                      </p:cBhvr>
                                    </p:anim>
                                    <p:anim from="0" to="-1.0" calcmode="lin" valueType="num">
                                      <p:cBhvr>
                                        <p:cTn id="163" dur="100" decel="50000" autoRev="1" fill="hold">
                                          <p:stCondLst>
                                            <p:cond delay="300"/>
                                          </p:stCondLst>
                                        </p:cTn>
                                        <p:tgtEl>
                                          <p:spTgt spid="15369"/>
                                        </p:tgtEl>
                                        <p:attrNameLst>
                                          <p:attrName>xshear</p:attrName>
                                        </p:attrNameLst>
                                      </p:cBhvr>
                                    </p:anim>
                                    <p:animScale>
                                      <p:cBhvr>
                                        <p:cTn id="164" dur="100" decel="100000" autoRev="1" fill="hold">
                                          <p:stCondLst>
                                            <p:cond delay="300"/>
                                          </p:stCondLst>
                                        </p:cTn>
                                        <p:tgtEl>
                                          <p:spTgt spid="15369"/>
                                        </p:tgtEl>
                                      </p:cBhvr>
                                      <p:from x="100000" y="100000"/>
                                      <p:to x="80000" y="100000"/>
                                    </p:animScale>
                                    <p:anim by="(#ppt_h/3+#ppt_w*0.1)" calcmode="lin" valueType="num">
                                      <p:cBhvr additive="sum">
                                        <p:cTn id="165" dur="100" decel="100000" autoRev="1" fill="hold">
                                          <p:stCondLst>
                                            <p:cond delay="300"/>
                                          </p:stCondLst>
                                        </p:cTn>
                                        <p:tgtEl>
                                          <p:spTgt spid="15369"/>
                                        </p:tgtEl>
                                        <p:attrNameLst>
                                          <p:attrName>ppt_x</p:attrName>
                                        </p:attrNameLst>
                                      </p:cBhvr>
                                    </p:anim>
                                  </p:childTnLst>
                                </p:cTn>
                              </p:par>
                            </p:childTnLst>
                          </p:cTn>
                        </p:par>
                      </p:childTnLst>
                    </p:cTn>
                  </p:par>
                  <p:par>
                    <p:cTn id="166" fill="hold" nodeType="clickPar">
                      <p:stCondLst>
                        <p:cond delay="indefinite"/>
                      </p:stCondLst>
                      <p:childTnLst>
                        <p:par>
                          <p:cTn id="167" fill="hold" nodeType="withGroup">
                            <p:stCondLst>
                              <p:cond delay="0"/>
                            </p:stCondLst>
                            <p:childTnLst>
                              <p:par>
                                <p:cTn id="168" presetID="34" presetClass="entr" presetSubtype="0" fill="hold" grpId="0" nodeType="clickEffect">
                                  <p:stCondLst>
                                    <p:cond delay="0"/>
                                  </p:stCondLst>
                                  <p:childTnLst>
                                    <p:set>
                                      <p:cBhvr>
                                        <p:cTn id="169" dur="1" fill="hold">
                                          <p:stCondLst>
                                            <p:cond delay="0"/>
                                          </p:stCondLst>
                                        </p:cTn>
                                        <p:tgtEl>
                                          <p:spTgt spid="25"/>
                                        </p:tgtEl>
                                        <p:attrNameLst>
                                          <p:attrName>style.visibility</p:attrName>
                                        </p:attrNameLst>
                                      </p:cBhvr>
                                      <p:to>
                                        <p:strVal val="visible"/>
                                      </p:to>
                                    </p:set>
                                    <p:anim from="(-#ppt_w/2)" to="(#ppt_x)" calcmode="lin" valueType="num">
                                      <p:cBhvr>
                                        <p:cTn id="170" dur="300" fill="hold">
                                          <p:stCondLst>
                                            <p:cond delay="0"/>
                                          </p:stCondLst>
                                        </p:cTn>
                                        <p:tgtEl>
                                          <p:spTgt spid="25"/>
                                        </p:tgtEl>
                                        <p:attrNameLst>
                                          <p:attrName>ppt_x</p:attrName>
                                        </p:attrNameLst>
                                      </p:cBhvr>
                                    </p:anim>
                                    <p:anim from="0" to="-1.0" calcmode="lin" valueType="num">
                                      <p:cBhvr>
                                        <p:cTn id="171" dur="100" decel="50000" autoRev="1" fill="hold">
                                          <p:stCondLst>
                                            <p:cond delay="300"/>
                                          </p:stCondLst>
                                        </p:cTn>
                                        <p:tgtEl>
                                          <p:spTgt spid="25"/>
                                        </p:tgtEl>
                                        <p:attrNameLst>
                                          <p:attrName>xshear</p:attrName>
                                        </p:attrNameLst>
                                      </p:cBhvr>
                                    </p:anim>
                                    <p:animScale>
                                      <p:cBhvr>
                                        <p:cTn id="172" dur="100" decel="100000" autoRev="1" fill="hold">
                                          <p:stCondLst>
                                            <p:cond delay="300"/>
                                          </p:stCondLst>
                                        </p:cTn>
                                        <p:tgtEl>
                                          <p:spTgt spid="25"/>
                                        </p:tgtEl>
                                      </p:cBhvr>
                                      <p:from x="100000" y="100000"/>
                                      <p:to x="80000" y="100000"/>
                                    </p:animScale>
                                    <p:anim by="(#ppt_h/3+#ppt_w*0.1)" calcmode="lin" valueType="num">
                                      <p:cBhvr additive="sum">
                                        <p:cTn id="173" dur="100" decel="100000" autoRev="1" fill="hold">
                                          <p:stCondLst>
                                            <p:cond delay="300"/>
                                          </p:stCondLst>
                                        </p:cTn>
                                        <p:tgtEl>
                                          <p:spTgt spid="25"/>
                                        </p:tgtEl>
                                        <p:attrNameLst>
                                          <p:attrName>ppt_x</p:attrName>
                                        </p:attrNameLst>
                                      </p:cBhvr>
                                    </p:anim>
                                  </p:childTnLst>
                                </p:cTn>
                              </p:par>
                            </p:childTnLst>
                          </p:cTn>
                        </p:par>
                      </p:childTnLst>
                    </p:cTn>
                  </p:par>
                  <p:par>
                    <p:cTn id="174" fill="hold" nodeType="clickPar">
                      <p:stCondLst>
                        <p:cond delay="indefinite"/>
                      </p:stCondLst>
                      <p:childTnLst>
                        <p:par>
                          <p:cTn id="175" fill="hold" nodeType="withGroup">
                            <p:stCondLst>
                              <p:cond delay="0"/>
                            </p:stCondLst>
                            <p:childTnLst>
                              <p:par>
                                <p:cTn id="176" presetID="34" presetClass="entr" presetSubtype="0" fill="hold" grpId="0" nodeType="clickEffect">
                                  <p:stCondLst>
                                    <p:cond delay="0"/>
                                  </p:stCondLst>
                                  <p:childTnLst>
                                    <p:set>
                                      <p:cBhvr>
                                        <p:cTn id="177" dur="1" fill="hold">
                                          <p:stCondLst>
                                            <p:cond delay="0"/>
                                          </p:stCondLst>
                                        </p:cTn>
                                        <p:tgtEl>
                                          <p:spTgt spid="23"/>
                                        </p:tgtEl>
                                        <p:attrNameLst>
                                          <p:attrName>style.visibility</p:attrName>
                                        </p:attrNameLst>
                                      </p:cBhvr>
                                      <p:to>
                                        <p:strVal val="visible"/>
                                      </p:to>
                                    </p:set>
                                    <p:anim from="(-#ppt_w/2)" to="(#ppt_x)" calcmode="lin" valueType="num">
                                      <p:cBhvr>
                                        <p:cTn id="178" dur="300" fill="hold">
                                          <p:stCondLst>
                                            <p:cond delay="0"/>
                                          </p:stCondLst>
                                        </p:cTn>
                                        <p:tgtEl>
                                          <p:spTgt spid="23"/>
                                        </p:tgtEl>
                                        <p:attrNameLst>
                                          <p:attrName>ppt_x</p:attrName>
                                        </p:attrNameLst>
                                      </p:cBhvr>
                                    </p:anim>
                                    <p:anim from="0" to="-1.0" calcmode="lin" valueType="num">
                                      <p:cBhvr>
                                        <p:cTn id="179" dur="100" decel="50000" autoRev="1" fill="hold">
                                          <p:stCondLst>
                                            <p:cond delay="300"/>
                                          </p:stCondLst>
                                        </p:cTn>
                                        <p:tgtEl>
                                          <p:spTgt spid="23"/>
                                        </p:tgtEl>
                                        <p:attrNameLst>
                                          <p:attrName>xshear</p:attrName>
                                        </p:attrNameLst>
                                      </p:cBhvr>
                                    </p:anim>
                                    <p:animScale>
                                      <p:cBhvr>
                                        <p:cTn id="180" dur="100" decel="100000" autoRev="1" fill="hold">
                                          <p:stCondLst>
                                            <p:cond delay="300"/>
                                          </p:stCondLst>
                                        </p:cTn>
                                        <p:tgtEl>
                                          <p:spTgt spid="23"/>
                                        </p:tgtEl>
                                      </p:cBhvr>
                                      <p:from x="100000" y="100000"/>
                                      <p:to x="80000" y="100000"/>
                                    </p:animScale>
                                    <p:anim by="(#ppt_h/3+#ppt_w*0.1)" calcmode="lin" valueType="num">
                                      <p:cBhvr additive="sum">
                                        <p:cTn id="181" dur="100" decel="100000" autoRev="1" fill="hold">
                                          <p:stCondLst>
                                            <p:cond delay="300"/>
                                          </p:stCondLst>
                                        </p:cTn>
                                        <p:tgtEl>
                                          <p:spTgt spid="23"/>
                                        </p:tgtEl>
                                        <p:attrNameLst>
                                          <p:attrName>ppt_x</p:attrName>
                                        </p:attrNameLst>
                                      </p:cBhvr>
                                    </p:anim>
                                  </p:childTnLst>
                                </p:cTn>
                              </p:par>
                            </p:childTnLst>
                          </p:cTn>
                        </p:par>
                      </p:childTnLst>
                    </p:cTn>
                  </p:par>
                  <p:par>
                    <p:cTn id="182" fill="hold" nodeType="clickPar">
                      <p:stCondLst>
                        <p:cond delay="indefinite"/>
                      </p:stCondLst>
                      <p:childTnLst>
                        <p:par>
                          <p:cTn id="183" fill="hold" nodeType="withGroup">
                            <p:stCondLst>
                              <p:cond delay="0"/>
                            </p:stCondLst>
                            <p:childTnLst>
                              <p:par>
                                <p:cTn id="184" presetID="34" presetClass="exit" presetSubtype="0" fill="hold" grpId="1" nodeType="clickEffect">
                                  <p:stCondLst>
                                    <p:cond delay="0"/>
                                  </p:stCondLst>
                                  <p:childTnLst>
                                    <p:anim from="(ppt_x)" to="(ppt_x+1)" calcmode="lin" valueType="num">
                                      <p:cBhvr>
                                        <p:cTn id="185" dur="500">
                                          <p:stCondLst>
                                            <p:cond delay="0"/>
                                          </p:stCondLst>
                                        </p:cTn>
                                        <p:tgtEl>
                                          <p:spTgt spid="25"/>
                                        </p:tgtEl>
                                        <p:attrNameLst>
                                          <p:attrName>ppt_x</p:attrName>
                                        </p:attrNameLst>
                                      </p:cBhvr>
                                    </p:anim>
                                    <p:anim from="0" to="-1.0" calcmode="lin" valueType="num">
                                      <p:cBhvr>
                                        <p:cTn id="186" dur="100" accel="50000">
                                          <p:stCondLst>
                                            <p:cond delay="0"/>
                                          </p:stCondLst>
                                        </p:cTn>
                                        <p:tgtEl>
                                          <p:spTgt spid="25"/>
                                        </p:tgtEl>
                                        <p:attrNameLst>
                                          <p:attrName>xshear</p:attrName>
                                        </p:attrNameLst>
                                      </p:cBhvr>
                                    </p:anim>
                                    <p:set>
                                      <p:cBhvr>
                                        <p:cTn id="187" dur="400">
                                          <p:stCondLst>
                                            <p:cond delay="100"/>
                                          </p:stCondLst>
                                        </p:cTn>
                                        <p:tgtEl>
                                          <p:spTgt spid="25"/>
                                        </p:tgtEl>
                                        <p:attrNameLst>
                                          <p:attrName>xshear</p:attrName>
                                        </p:attrNameLst>
                                      </p:cBhvr>
                                      <p:to>
                                        <p:strVal val="-1.0"/>
                                      </p:to>
                                    </p:set>
                                    <p:set>
                                      <p:cBhvr>
                                        <p:cTn id="188" dur="1" fill="hold">
                                          <p:stCondLst>
                                            <p:cond delay="499"/>
                                          </p:stCondLst>
                                        </p:cTn>
                                        <p:tgtEl>
                                          <p:spTgt spid="25"/>
                                        </p:tgtEl>
                                        <p:attrNameLst>
                                          <p:attrName>style.visibility</p:attrName>
                                        </p:attrNameLst>
                                      </p:cBhvr>
                                      <p:to>
                                        <p:strVal val="hidden"/>
                                      </p:to>
                                    </p:set>
                                  </p:childTnLst>
                                </p:cTn>
                              </p:par>
                              <p:par>
                                <p:cTn id="189" presetID="34" presetClass="exit" presetSubtype="0" fill="hold" grpId="1" nodeType="withEffect">
                                  <p:stCondLst>
                                    <p:cond delay="0"/>
                                  </p:stCondLst>
                                  <p:childTnLst>
                                    <p:anim from="(ppt_x)" to="(ppt_x+1)" calcmode="lin" valueType="num">
                                      <p:cBhvr>
                                        <p:cTn id="190" dur="500">
                                          <p:stCondLst>
                                            <p:cond delay="0"/>
                                          </p:stCondLst>
                                        </p:cTn>
                                        <p:tgtEl>
                                          <p:spTgt spid="23"/>
                                        </p:tgtEl>
                                        <p:attrNameLst>
                                          <p:attrName>ppt_x</p:attrName>
                                        </p:attrNameLst>
                                      </p:cBhvr>
                                    </p:anim>
                                    <p:anim from="0" to="-1.0" calcmode="lin" valueType="num">
                                      <p:cBhvr>
                                        <p:cTn id="191" dur="100" accel="50000">
                                          <p:stCondLst>
                                            <p:cond delay="0"/>
                                          </p:stCondLst>
                                        </p:cTn>
                                        <p:tgtEl>
                                          <p:spTgt spid="23"/>
                                        </p:tgtEl>
                                        <p:attrNameLst>
                                          <p:attrName>xshear</p:attrName>
                                        </p:attrNameLst>
                                      </p:cBhvr>
                                    </p:anim>
                                    <p:set>
                                      <p:cBhvr>
                                        <p:cTn id="192" dur="400">
                                          <p:stCondLst>
                                            <p:cond delay="100"/>
                                          </p:stCondLst>
                                        </p:cTn>
                                        <p:tgtEl>
                                          <p:spTgt spid="23"/>
                                        </p:tgtEl>
                                        <p:attrNameLst>
                                          <p:attrName>xshear</p:attrName>
                                        </p:attrNameLst>
                                      </p:cBhvr>
                                      <p:to>
                                        <p:strVal val="-1.0"/>
                                      </p:to>
                                    </p:set>
                                    <p:set>
                                      <p:cBhvr>
                                        <p:cTn id="193" dur="1" fill="hold">
                                          <p:stCondLst>
                                            <p:cond delay="499"/>
                                          </p:stCondLst>
                                        </p:cTn>
                                        <p:tgtEl>
                                          <p:spTgt spid="23"/>
                                        </p:tgtEl>
                                        <p:attrNameLst>
                                          <p:attrName>style.visibility</p:attrName>
                                        </p:attrNameLst>
                                      </p:cBhvr>
                                      <p:to>
                                        <p:strVal val="hidden"/>
                                      </p:to>
                                    </p:set>
                                  </p:childTnLst>
                                </p:cTn>
                              </p:par>
                            </p:childTnLst>
                          </p:cTn>
                        </p:par>
                      </p:childTnLst>
                    </p:cTn>
                  </p:par>
                  <p:par>
                    <p:cTn id="194" fill="hold" nodeType="clickPar">
                      <p:stCondLst>
                        <p:cond delay="indefinite"/>
                      </p:stCondLst>
                      <p:childTnLst>
                        <p:par>
                          <p:cTn id="195" fill="hold" nodeType="withGroup">
                            <p:stCondLst>
                              <p:cond delay="0"/>
                            </p:stCondLst>
                            <p:childTnLst>
                              <p:par>
                                <p:cTn id="196" presetID="34" presetClass="entr" presetSubtype="0" fill="hold" nodeType="clickEffect">
                                  <p:stCondLst>
                                    <p:cond delay="0"/>
                                  </p:stCondLst>
                                  <p:childTnLst>
                                    <p:set>
                                      <p:cBhvr>
                                        <p:cTn id="197" dur="1" fill="hold">
                                          <p:stCondLst>
                                            <p:cond delay="0"/>
                                          </p:stCondLst>
                                        </p:cTn>
                                        <p:tgtEl>
                                          <p:spTgt spid="15363">
                                            <p:txEl>
                                              <p:pRg st="7" end="7"/>
                                            </p:txEl>
                                          </p:spTgt>
                                        </p:tgtEl>
                                        <p:attrNameLst>
                                          <p:attrName>style.visibility</p:attrName>
                                        </p:attrNameLst>
                                      </p:cBhvr>
                                      <p:to>
                                        <p:strVal val="visible"/>
                                      </p:to>
                                    </p:set>
                                    <p:anim from="(-#ppt_w/2)" to="(#ppt_x)" calcmode="lin" valueType="num">
                                      <p:cBhvr>
                                        <p:cTn id="198" dur="300" fill="hold">
                                          <p:stCondLst>
                                            <p:cond delay="0"/>
                                          </p:stCondLst>
                                        </p:cTn>
                                        <p:tgtEl>
                                          <p:spTgt spid="15363">
                                            <p:txEl>
                                              <p:pRg st="7" end="7"/>
                                            </p:txEl>
                                          </p:spTgt>
                                        </p:tgtEl>
                                        <p:attrNameLst>
                                          <p:attrName>ppt_x</p:attrName>
                                        </p:attrNameLst>
                                      </p:cBhvr>
                                    </p:anim>
                                    <p:anim from="0" to="-1.0" calcmode="lin" valueType="num">
                                      <p:cBhvr>
                                        <p:cTn id="199" dur="100" decel="50000" autoRev="1" fill="hold">
                                          <p:stCondLst>
                                            <p:cond delay="300"/>
                                          </p:stCondLst>
                                        </p:cTn>
                                        <p:tgtEl>
                                          <p:spTgt spid="15363">
                                            <p:txEl>
                                              <p:pRg st="7" end="7"/>
                                            </p:txEl>
                                          </p:spTgt>
                                        </p:tgtEl>
                                        <p:attrNameLst>
                                          <p:attrName>xshear</p:attrName>
                                        </p:attrNameLst>
                                      </p:cBhvr>
                                    </p:anim>
                                    <p:animScale>
                                      <p:cBhvr>
                                        <p:cTn id="200" dur="100" decel="100000" autoRev="1" fill="hold">
                                          <p:stCondLst>
                                            <p:cond delay="300"/>
                                          </p:stCondLst>
                                        </p:cTn>
                                        <p:tgtEl>
                                          <p:spTgt spid="15363">
                                            <p:txEl>
                                              <p:pRg st="7" end="7"/>
                                            </p:txEl>
                                          </p:spTgt>
                                        </p:tgtEl>
                                      </p:cBhvr>
                                      <p:from x="100000" y="100000"/>
                                      <p:to x="80000" y="100000"/>
                                    </p:animScale>
                                    <p:anim by="(#ppt_h/3+#ppt_w*0.1)" calcmode="lin" valueType="num">
                                      <p:cBhvr additive="sum">
                                        <p:cTn id="201" dur="100" decel="100000" autoRev="1" fill="hold">
                                          <p:stCondLst>
                                            <p:cond delay="300"/>
                                          </p:stCondLst>
                                        </p:cTn>
                                        <p:tgtEl>
                                          <p:spTgt spid="15363">
                                            <p:txEl>
                                              <p:pRg st="7" end="7"/>
                                            </p:txEl>
                                          </p:spTgt>
                                        </p:tgtEl>
                                        <p:attrNameLst>
                                          <p:attrName>ppt_x</p:attrName>
                                        </p:attrNameLst>
                                      </p:cBhvr>
                                    </p:anim>
                                  </p:childTnLst>
                                </p:cTn>
                              </p:par>
                            </p:childTnLst>
                          </p:cTn>
                        </p:par>
                      </p:childTnLst>
                    </p:cTn>
                  </p:par>
                  <p:par>
                    <p:cTn id="202" fill="hold" nodeType="clickPar">
                      <p:stCondLst>
                        <p:cond delay="indefinite"/>
                      </p:stCondLst>
                      <p:childTnLst>
                        <p:par>
                          <p:cTn id="203" fill="hold" nodeType="withGroup">
                            <p:stCondLst>
                              <p:cond delay="0"/>
                            </p:stCondLst>
                            <p:childTnLst>
                              <p:par>
                                <p:cTn id="204" presetID="34" presetClass="entr" presetSubtype="0" fill="hold" grpId="0" nodeType="clickEffect">
                                  <p:stCondLst>
                                    <p:cond delay="0"/>
                                  </p:stCondLst>
                                  <p:childTnLst>
                                    <p:set>
                                      <p:cBhvr>
                                        <p:cTn id="205" dur="1" fill="hold">
                                          <p:stCondLst>
                                            <p:cond delay="0"/>
                                          </p:stCondLst>
                                        </p:cTn>
                                        <p:tgtEl>
                                          <p:spTgt spid="21"/>
                                        </p:tgtEl>
                                        <p:attrNameLst>
                                          <p:attrName>style.visibility</p:attrName>
                                        </p:attrNameLst>
                                      </p:cBhvr>
                                      <p:to>
                                        <p:strVal val="visible"/>
                                      </p:to>
                                    </p:set>
                                    <p:anim from="(-#ppt_w/2)" to="(#ppt_x)" calcmode="lin" valueType="num">
                                      <p:cBhvr>
                                        <p:cTn id="206" dur="300" fill="hold">
                                          <p:stCondLst>
                                            <p:cond delay="0"/>
                                          </p:stCondLst>
                                        </p:cTn>
                                        <p:tgtEl>
                                          <p:spTgt spid="21"/>
                                        </p:tgtEl>
                                        <p:attrNameLst>
                                          <p:attrName>ppt_x</p:attrName>
                                        </p:attrNameLst>
                                      </p:cBhvr>
                                    </p:anim>
                                    <p:anim from="0" to="-1.0" calcmode="lin" valueType="num">
                                      <p:cBhvr>
                                        <p:cTn id="207" dur="100" decel="50000" autoRev="1" fill="hold">
                                          <p:stCondLst>
                                            <p:cond delay="300"/>
                                          </p:stCondLst>
                                        </p:cTn>
                                        <p:tgtEl>
                                          <p:spTgt spid="21"/>
                                        </p:tgtEl>
                                        <p:attrNameLst>
                                          <p:attrName>xshear</p:attrName>
                                        </p:attrNameLst>
                                      </p:cBhvr>
                                    </p:anim>
                                    <p:animScale>
                                      <p:cBhvr>
                                        <p:cTn id="208" dur="100" decel="100000" autoRev="1" fill="hold">
                                          <p:stCondLst>
                                            <p:cond delay="300"/>
                                          </p:stCondLst>
                                        </p:cTn>
                                        <p:tgtEl>
                                          <p:spTgt spid="21"/>
                                        </p:tgtEl>
                                      </p:cBhvr>
                                      <p:from x="100000" y="100000"/>
                                      <p:to x="80000" y="100000"/>
                                    </p:animScale>
                                    <p:anim by="(#ppt_h/3+#ppt_w*0.1)" calcmode="lin" valueType="num">
                                      <p:cBhvr additive="sum">
                                        <p:cTn id="209" dur="100" decel="100000" autoRev="1" fill="hold">
                                          <p:stCondLst>
                                            <p:cond delay="300"/>
                                          </p:stCondLst>
                                        </p:cTn>
                                        <p:tgtEl>
                                          <p:spTgt spid="21"/>
                                        </p:tgtEl>
                                        <p:attrNameLst>
                                          <p:attrName>ppt_x</p:attrName>
                                        </p:attrNameLst>
                                      </p:cBhvr>
                                    </p:anim>
                                  </p:childTnLst>
                                </p:cTn>
                              </p:par>
                            </p:childTnLst>
                          </p:cTn>
                        </p:par>
                      </p:childTnLst>
                    </p:cTn>
                  </p:par>
                  <p:par>
                    <p:cTn id="210" fill="hold" nodeType="clickPar">
                      <p:stCondLst>
                        <p:cond delay="indefinite"/>
                      </p:stCondLst>
                      <p:childTnLst>
                        <p:par>
                          <p:cTn id="211" fill="hold" nodeType="withGroup">
                            <p:stCondLst>
                              <p:cond delay="0"/>
                            </p:stCondLst>
                            <p:childTnLst>
                              <p:par>
                                <p:cTn id="212" presetID="34" presetClass="entr" presetSubtype="0" fill="hold" nodeType="clickEffect">
                                  <p:stCondLst>
                                    <p:cond delay="0"/>
                                  </p:stCondLst>
                                  <p:childTnLst>
                                    <p:set>
                                      <p:cBhvr>
                                        <p:cTn id="213" dur="1" fill="hold">
                                          <p:stCondLst>
                                            <p:cond delay="0"/>
                                          </p:stCondLst>
                                        </p:cTn>
                                        <p:tgtEl>
                                          <p:spTgt spid="15370"/>
                                        </p:tgtEl>
                                        <p:attrNameLst>
                                          <p:attrName>style.visibility</p:attrName>
                                        </p:attrNameLst>
                                      </p:cBhvr>
                                      <p:to>
                                        <p:strVal val="visible"/>
                                      </p:to>
                                    </p:set>
                                    <p:anim from="(-#ppt_w/2)" to="(#ppt_x)" calcmode="lin" valueType="num">
                                      <p:cBhvr>
                                        <p:cTn id="214" dur="300" fill="hold">
                                          <p:stCondLst>
                                            <p:cond delay="0"/>
                                          </p:stCondLst>
                                        </p:cTn>
                                        <p:tgtEl>
                                          <p:spTgt spid="15370"/>
                                        </p:tgtEl>
                                        <p:attrNameLst>
                                          <p:attrName>ppt_x</p:attrName>
                                        </p:attrNameLst>
                                      </p:cBhvr>
                                    </p:anim>
                                    <p:anim from="0" to="-1.0" calcmode="lin" valueType="num">
                                      <p:cBhvr>
                                        <p:cTn id="215" dur="100" decel="50000" autoRev="1" fill="hold">
                                          <p:stCondLst>
                                            <p:cond delay="300"/>
                                          </p:stCondLst>
                                        </p:cTn>
                                        <p:tgtEl>
                                          <p:spTgt spid="15370"/>
                                        </p:tgtEl>
                                        <p:attrNameLst>
                                          <p:attrName>xshear</p:attrName>
                                        </p:attrNameLst>
                                      </p:cBhvr>
                                    </p:anim>
                                    <p:animScale>
                                      <p:cBhvr>
                                        <p:cTn id="216" dur="100" decel="100000" autoRev="1" fill="hold">
                                          <p:stCondLst>
                                            <p:cond delay="300"/>
                                          </p:stCondLst>
                                        </p:cTn>
                                        <p:tgtEl>
                                          <p:spTgt spid="15370"/>
                                        </p:tgtEl>
                                      </p:cBhvr>
                                      <p:from x="100000" y="100000"/>
                                      <p:to x="80000" y="100000"/>
                                    </p:animScale>
                                    <p:anim by="(#ppt_h/3+#ppt_w*0.1)" calcmode="lin" valueType="num">
                                      <p:cBhvr additive="sum">
                                        <p:cTn id="217" dur="100" decel="100000" autoRev="1" fill="hold">
                                          <p:stCondLst>
                                            <p:cond delay="300"/>
                                          </p:stCondLst>
                                        </p:cTn>
                                        <p:tgtEl>
                                          <p:spTgt spid="15370"/>
                                        </p:tgtEl>
                                        <p:attrNameLst>
                                          <p:attrName>ppt_x</p:attrName>
                                        </p:attrNameLst>
                                      </p:cBhvr>
                                    </p:anim>
                                  </p:childTnLst>
                                </p:cTn>
                              </p:par>
                            </p:childTnLst>
                          </p:cTn>
                        </p:par>
                      </p:childTnLst>
                    </p:cTn>
                  </p:par>
                  <p:par>
                    <p:cTn id="218" fill="hold" nodeType="clickPar">
                      <p:stCondLst>
                        <p:cond delay="indefinite"/>
                      </p:stCondLst>
                      <p:childTnLst>
                        <p:par>
                          <p:cTn id="219" fill="hold" nodeType="withGroup">
                            <p:stCondLst>
                              <p:cond delay="0"/>
                            </p:stCondLst>
                            <p:childTnLst>
                              <p:par>
                                <p:cTn id="220" presetID="34" presetClass="entr" presetSubtype="0" fill="hold" grpId="2" nodeType="clickEffect">
                                  <p:stCondLst>
                                    <p:cond delay="0"/>
                                  </p:stCondLst>
                                  <p:childTnLst>
                                    <p:set>
                                      <p:cBhvr>
                                        <p:cTn id="221" dur="1" fill="hold">
                                          <p:stCondLst>
                                            <p:cond delay="0"/>
                                          </p:stCondLst>
                                        </p:cTn>
                                        <p:tgtEl>
                                          <p:spTgt spid="25"/>
                                        </p:tgtEl>
                                        <p:attrNameLst>
                                          <p:attrName>style.visibility</p:attrName>
                                        </p:attrNameLst>
                                      </p:cBhvr>
                                      <p:to>
                                        <p:strVal val="visible"/>
                                      </p:to>
                                    </p:set>
                                    <p:anim from="(-#ppt_w/2)" to="(#ppt_x)" calcmode="lin" valueType="num">
                                      <p:cBhvr>
                                        <p:cTn id="222" dur="300" fill="hold">
                                          <p:stCondLst>
                                            <p:cond delay="0"/>
                                          </p:stCondLst>
                                        </p:cTn>
                                        <p:tgtEl>
                                          <p:spTgt spid="25"/>
                                        </p:tgtEl>
                                        <p:attrNameLst>
                                          <p:attrName>ppt_x</p:attrName>
                                        </p:attrNameLst>
                                      </p:cBhvr>
                                    </p:anim>
                                    <p:anim from="0" to="-1.0" calcmode="lin" valueType="num">
                                      <p:cBhvr>
                                        <p:cTn id="223" dur="100" decel="50000" autoRev="1" fill="hold">
                                          <p:stCondLst>
                                            <p:cond delay="300"/>
                                          </p:stCondLst>
                                        </p:cTn>
                                        <p:tgtEl>
                                          <p:spTgt spid="25"/>
                                        </p:tgtEl>
                                        <p:attrNameLst>
                                          <p:attrName>xshear</p:attrName>
                                        </p:attrNameLst>
                                      </p:cBhvr>
                                    </p:anim>
                                    <p:animScale>
                                      <p:cBhvr>
                                        <p:cTn id="224" dur="100" decel="100000" autoRev="1" fill="hold">
                                          <p:stCondLst>
                                            <p:cond delay="300"/>
                                          </p:stCondLst>
                                        </p:cTn>
                                        <p:tgtEl>
                                          <p:spTgt spid="25"/>
                                        </p:tgtEl>
                                      </p:cBhvr>
                                      <p:from x="100000" y="100000"/>
                                      <p:to x="80000" y="100000"/>
                                    </p:animScale>
                                    <p:anim by="(#ppt_h/3+#ppt_w*0.1)" calcmode="lin" valueType="num">
                                      <p:cBhvr additive="sum">
                                        <p:cTn id="225" dur="100" decel="100000" autoRev="1" fill="hold">
                                          <p:stCondLst>
                                            <p:cond delay="300"/>
                                          </p:stCondLst>
                                        </p:cTn>
                                        <p:tgtEl>
                                          <p:spTgt spid="25"/>
                                        </p:tgtEl>
                                        <p:attrNameLst>
                                          <p:attrName>ppt_x</p:attrName>
                                        </p:attrNameLst>
                                      </p:cBhvr>
                                    </p:anim>
                                  </p:childTnLst>
                                </p:cTn>
                              </p:par>
                            </p:childTnLst>
                          </p:cTn>
                        </p:par>
                      </p:childTnLst>
                    </p:cTn>
                  </p:par>
                  <p:par>
                    <p:cTn id="226" fill="hold" nodeType="clickPar">
                      <p:stCondLst>
                        <p:cond delay="indefinite"/>
                      </p:stCondLst>
                      <p:childTnLst>
                        <p:par>
                          <p:cTn id="227" fill="hold" nodeType="withGroup">
                            <p:stCondLst>
                              <p:cond delay="0"/>
                            </p:stCondLst>
                            <p:childTnLst>
                              <p:par>
                                <p:cTn id="228" presetID="34" presetClass="entr" presetSubtype="0" fill="hold" grpId="2" nodeType="clickEffect">
                                  <p:stCondLst>
                                    <p:cond delay="0"/>
                                  </p:stCondLst>
                                  <p:childTnLst>
                                    <p:set>
                                      <p:cBhvr>
                                        <p:cTn id="229" dur="1" fill="hold">
                                          <p:stCondLst>
                                            <p:cond delay="0"/>
                                          </p:stCondLst>
                                        </p:cTn>
                                        <p:tgtEl>
                                          <p:spTgt spid="23"/>
                                        </p:tgtEl>
                                        <p:attrNameLst>
                                          <p:attrName>style.visibility</p:attrName>
                                        </p:attrNameLst>
                                      </p:cBhvr>
                                      <p:to>
                                        <p:strVal val="visible"/>
                                      </p:to>
                                    </p:set>
                                    <p:anim from="(-#ppt_w/2)" to="(#ppt_x)" calcmode="lin" valueType="num">
                                      <p:cBhvr>
                                        <p:cTn id="230" dur="300" fill="hold">
                                          <p:stCondLst>
                                            <p:cond delay="0"/>
                                          </p:stCondLst>
                                        </p:cTn>
                                        <p:tgtEl>
                                          <p:spTgt spid="23"/>
                                        </p:tgtEl>
                                        <p:attrNameLst>
                                          <p:attrName>ppt_x</p:attrName>
                                        </p:attrNameLst>
                                      </p:cBhvr>
                                    </p:anim>
                                    <p:anim from="0" to="-1.0" calcmode="lin" valueType="num">
                                      <p:cBhvr>
                                        <p:cTn id="231" dur="100" decel="50000" autoRev="1" fill="hold">
                                          <p:stCondLst>
                                            <p:cond delay="300"/>
                                          </p:stCondLst>
                                        </p:cTn>
                                        <p:tgtEl>
                                          <p:spTgt spid="23"/>
                                        </p:tgtEl>
                                        <p:attrNameLst>
                                          <p:attrName>xshear</p:attrName>
                                        </p:attrNameLst>
                                      </p:cBhvr>
                                    </p:anim>
                                    <p:animScale>
                                      <p:cBhvr>
                                        <p:cTn id="232" dur="100" decel="100000" autoRev="1" fill="hold">
                                          <p:stCondLst>
                                            <p:cond delay="300"/>
                                          </p:stCondLst>
                                        </p:cTn>
                                        <p:tgtEl>
                                          <p:spTgt spid="23"/>
                                        </p:tgtEl>
                                      </p:cBhvr>
                                      <p:from x="100000" y="100000"/>
                                      <p:to x="80000" y="100000"/>
                                    </p:animScale>
                                    <p:anim by="(#ppt_h/3+#ppt_w*0.1)" calcmode="lin" valueType="num">
                                      <p:cBhvr additive="sum">
                                        <p:cTn id="233" dur="100" decel="100000" autoRev="1" fill="hold">
                                          <p:stCondLst>
                                            <p:cond delay="300"/>
                                          </p:stCondLst>
                                        </p:cTn>
                                        <p:tgtEl>
                                          <p:spTgt spid="23"/>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P spid="17" grpId="0"/>
      <p:bldP spid="18" grpId="0"/>
      <p:bldP spid="19" grpId="0"/>
      <p:bldP spid="20" grpId="0"/>
      <p:bldP spid="21" grpId="0"/>
      <p:bldP spid="22" grpId="0"/>
      <p:bldP spid="23" grpId="0"/>
      <p:bldP spid="23" grpId="1"/>
      <p:bldP spid="23" grpId="2"/>
      <p:bldP spid="25" grpId="0"/>
      <p:bldP spid="25" grpId="1"/>
      <p:bldP spid="25" grpId="2"/>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algn="ctr"/>
            <a:r>
              <a:rPr lang="en-US"/>
              <a:t>Operations in Linear Queue</a:t>
            </a:r>
          </a:p>
        </p:txBody>
      </p:sp>
      <p:sp>
        <p:nvSpPr>
          <p:cNvPr id="17411" name="Content Placeholder 2"/>
          <p:cNvSpPr>
            <a:spLocks noGrp="1"/>
          </p:cNvSpPr>
          <p:nvPr>
            <p:ph idx="1"/>
          </p:nvPr>
        </p:nvSpPr>
        <p:spPr/>
        <p:txBody>
          <a:bodyPr/>
          <a:lstStyle/>
          <a:p>
            <a:pPr algn="ctr">
              <a:buFont typeface="Wingdings 2" panose="05020102010507070707" pitchFamily="18" charset="2"/>
              <a:buNone/>
            </a:pPr>
            <a:r>
              <a:rPr lang="en-US" b="1"/>
              <a:t>Algorithm IsEmpty()</a:t>
            </a:r>
          </a:p>
          <a:p>
            <a:pPr eaLnBrk="1" hangingPunct="1">
              <a:buFont typeface="Wingdings 2" panose="05020102010507070707" pitchFamily="18" charset="2"/>
              <a:buNone/>
            </a:pPr>
            <a:r>
              <a:rPr lang="en-US">
                <a:latin typeface="Times New Roman" panose="02020603050405020304" pitchFamily="18" charset="0"/>
                <a:cs typeface="Times New Roman" panose="02020603050405020304" pitchFamily="18" charset="0"/>
              </a:rPr>
              <a:t>step1. Start</a:t>
            </a:r>
          </a:p>
          <a:p>
            <a:pPr eaLnBrk="1" hangingPunct="1">
              <a:buFont typeface="Wingdings 2" panose="05020102010507070707" pitchFamily="18" charset="2"/>
              <a:buNone/>
            </a:pPr>
            <a:r>
              <a:rPr lang="en-US">
                <a:latin typeface="Times New Roman" panose="02020603050405020304" pitchFamily="18" charset="0"/>
                <a:cs typeface="Times New Roman" panose="02020603050405020304" pitchFamily="18" charset="0"/>
              </a:rPr>
              <a:t>step2. if  (F=-1 and R = -1) return True </a:t>
            </a:r>
            <a:r>
              <a:rPr lang="en-US">
                <a:solidFill>
                  <a:schemeClr val="accent1"/>
                </a:solidFill>
                <a:latin typeface="Times New Roman" panose="02020603050405020304" pitchFamily="18" charset="0"/>
                <a:cs typeface="Times New Roman" panose="02020603050405020304" pitchFamily="18" charset="0"/>
              </a:rPr>
              <a:t> </a:t>
            </a:r>
            <a:r>
              <a:rPr lang="en-US">
                <a:solidFill>
                  <a:schemeClr val="accent1"/>
                </a:solidFill>
                <a:latin typeface="Times New Roman" panose="02020603050405020304" pitchFamily="18" charset="0"/>
                <a:cs typeface="Times New Roman" panose="02020603050405020304" pitchFamily="18" charset="0"/>
                <a:sym typeface="Wingdings" panose="05000000000000000000" pitchFamily="2" charset="2"/>
              </a:rPr>
              <a:t> Queue is Empty</a:t>
            </a:r>
            <a:endParaRPr lang="en-US">
              <a:solidFill>
                <a:schemeClr val="accent1"/>
              </a:solidFill>
              <a:latin typeface="Times New Roman" panose="02020603050405020304" pitchFamily="18" charset="0"/>
              <a:cs typeface="Times New Roman" panose="02020603050405020304" pitchFamily="18" charset="0"/>
            </a:endParaRPr>
          </a:p>
          <a:p>
            <a:pPr eaLnBrk="1" hangingPunct="1">
              <a:buFont typeface="Wingdings 2" panose="05020102010507070707" pitchFamily="18" charset="2"/>
              <a:buNone/>
            </a:pPr>
            <a:r>
              <a:rPr lang="en-US">
                <a:latin typeface="Times New Roman" panose="02020603050405020304" pitchFamily="18" charset="0"/>
                <a:cs typeface="Times New Roman" panose="02020603050405020304" pitchFamily="18" charset="0"/>
              </a:rPr>
              <a:t>step3. else return False</a:t>
            </a:r>
          </a:p>
          <a:p>
            <a:pPr eaLnBrk="1" hangingPunct="1">
              <a:buFont typeface="Wingdings 2" panose="05020102010507070707" pitchFamily="18" charset="2"/>
              <a:buNone/>
            </a:pPr>
            <a:r>
              <a:rPr lang="en-US">
                <a:latin typeface="Times New Roman" panose="02020603050405020304" pitchFamily="18" charset="0"/>
                <a:cs typeface="Times New Roman" panose="02020603050405020304" pitchFamily="18" charset="0"/>
              </a:rPr>
              <a:t>Step4. End</a:t>
            </a:r>
          </a:p>
          <a:p>
            <a:pPr>
              <a:buFont typeface="Wingdings 2" panose="05020102010507070707" pitchFamily="18" charset="2"/>
              <a:buNone/>
            </a:pPr>
            <a:endParaRPr lang="en-US"/>
          </a:p>
        </p:txBody>
      </p:sp>
      <p:sp>
        <p:nvSpPr>
          <p:cNvPr id="4" name="Date Placeholder 3"/>
          <p:cNvSpPr>
            <a:spLocks noGrp="1"/>
          </p:cNvSpPr>
          <p:nvPr>
            <p:ph type="dt" sz="quarter" idx="10"/>
          </p:nvPr>
        </p:nvSpPr>
        <p:spPr/>
        <p:txBody>
          <a:bodyPr/>
          <a:lstStyle/>
          <a:p>
            <a:pPr>
              <a:defRPr/>
            </a:pPr>
            <a:fld id="{5AAD3174-2EC5-486C-B1D1-45C9F6C119C0}" type="datetime1">
              <a:rPr lang="en-US" smtClean="0"/>
              <a:pPr>
                <a:defRPr/>
              </a:pPr>
              <a:t>9/30/2024</a:t>
            </a:fld>
            <a:endParaRPr lang="en-IN"/>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E7C680A-5F38-4735-8F0D-66CA62DF1278}" type="slidenum">
              <a:rPr lang="en-IN">
                <a:solidFill>
                  <a:srgbClr val="045C75"/>
                </a:solidFill>
                <a:latin typeface="Constantia" panose="02030602050306030303" pitchFamily="18" charset="0"/>
              </a:rPr>
              <a:pPr eaLnBrk="1" hangingPunct="1"/>
              <a:t>49</a:t>
            </a:fld>
            <a:endParaRPr lang="en-IN">
              <a:solidFill>
                <a:srgbClr val="045C75"/>
              </a:solidFill>
              <a:latin typeface="Constantia" panose="02030602050306030303" pitchFamily="18" charset="0"/>
            </a:endParaRPr>
          </a:p>
        </p:txBody>
      </p:sp>
      <p:sp>
        <p:nvSpPr>
          <p:cNvPr id="6" name="Footer Placeholder 5"/>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7309438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 calcmode="lin" valueType="num">
                                      <p:cBhvr additive="base">
                                        <p:cTn id="7" dur="500" fill="hold"/>
                                        <p:tgtEl>
                                          <p:spTgt spid="174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411">
                                            <p:txEl>
                                              <p:pRg st="1" end="1"/>
                                            </p:txEl>
                                          </p:spTgt>
                                        </p:tgtEl>
                                        <p:attrNameLst>
                                          <p:attrName>style.visibility</p:attrName>
                                        </p:attrNameLst>
                                      </p:cBhvr>
                                      <p:to>
                                        <p:strVal val="visible"/>
                                      </p:to>
                                    </p:set>
                                    <p:anim calcmode="lin" valueType="num">
                                      <p:cBhvr additive="base">
                                        <p:cTn id="13" dur="500" fill="hold"/>
                                        <p:tgtEl>
                                          <p:spTgt spid="174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4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7411">
                                            <p:txEl>
                                              <p:pRg st="2" end="2"/>
                                            </p:txEl>
                                          </p:spTgt>
                                        </p:tgtEl>
                                        <p:attrNameLst>
                                          <p:attrName>style.visibility</p:attrName>
                                        </p:attrNameLst>
                                      </p:cBhvr>
                                      <p:to>
                                        <p:strVal val="visible"/>
                                      </p:to>
                                    </p:set>
                                    <p:anim calcmode="lin" valueType="num">
                                      <p:cBhvr additive="base">
                                        <p:cTn id="19" dur="500" fill="hold"/>
                                        <p:tgtEl>
                                          <p:spTgt spid="1741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4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7411">
                                            <p:txEl>
                                              <p:pRg st="3" end="3"/>
                                            </p:txEl>
                                          </p:spTgt>
                                        </p:tgtEl>
                                        <p:attrNameLst>
                                          <p:attrName>style.visibility</p:attrName>
                                        </p:attrNameLst>
                                      </p:cBhvr>
                                      <p:to>
                                        <p:strVal val="visible"/>
                                      </p:to>
                                    </p:set>
                                    <p:anim calcmode="lin" valueType="num">
                                      <p:cBhvr additive="base">
                                        <p:cTn id="25" dur="500" fill="hold"/>
                                        <p:tgtEl>
                                          <p:spTgt spid="1741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74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7411">
                                            <p:txEl>
                                              <p:pRg st="4" end="4"/>
                                            </p:txEl>
                                          </p:spTgt>
                                        </p:tgtEl>
                                        <p:attrNameLst>
                                          <p:attrName>style.visibility</p:attrName>
                                        </p:attrNameLst>
                                      </p:cBhvr>
                                      <p:to>
                                        <p:strVal val="visible"/>
                                      </p:to>
                                    </p:set>
                                    <p:anim calcmode="lin" valueType="num">
                                      <p:cBhvr additive="base">
                                        <p:cTn id="31" dur="500" fill="hold"/>
                                        <p:tgtEl>
                                          <p:spTgt spid="1741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741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algn="ctr"/>
            <a:r>
              <a:rPr lang="en-US"/>
              <a:t>Operations in Linear Queue</a:t>
            </a:r>
          </a:p>
        </p:txBody>
      </p:sp>
      <p:sp>
        <p:nvSpPr>
          <p:cNvPr id="18435" name="Content Placeholder 2"/>
          <p:cNvSpPr>
            <a:spLocks noGrp="1"/>
          </p:cNvSpPr>
          <p:nvPr>
            <p:ph idx="1"/>
          </p:nvPr>
        </p:nvSpPr>
        <p:spPr/>
        <p:txBody>
          <a:bodyPr/>
          <a:lstStyle/>
          <a:p>
            <a:pPr algn="ctr">
              <a:buFont typeface="Wingdings 2" panose="05020102010507070707" pitchFamily="18" charset="2"/>
              <a:buNone/>
            </a:pPr>
            <a:r>
              <a:rPr lang="en-US" b="1"/>
              <a:t>Algorithm IsFull()</a:t>
            </a:r>
          </a:p>
          <a:p>
            <a:pPr eaLnBrk="1" hangingPunct="1">
              <a:buFont typeface="Wingdings 2" panose="05020102010507070707" pitchFamily="18" charset="2"/>
              <a:buNone/>
            </a:pPr>
            <a:r>
              <a:rPr lang="en-US" sz="2800">
                <a:latin typeface="Times New Roman" panose="02020603050405020304" pitchFamily="18" charset="0"/>
                <a:cs typeface="Times New Roman" panose="02020603050405020304" pitchFamily="18" charset="0"/>
              </a:rPr>
              <a:t>step1. Start</a:t>
            </a:r>
          </a:p>
          <a:p>
            <a:pPr eaLnBrk="1" hangingPunct="1">
              <a:buFont typeface="Wingdings 2" panose="05020102010507070707" pitchFamily="18" charset="2"/>
              <a:buNone/>
            </a:pPr>
            <a:r>
              <a:rPr lang="en-US" sz="2800">
                <a:latin typeface="Times New Roman" panose="02020603050405020304" pitchFamily="18" charset="0"/>
                <a:cs typeface="Times New Roman" panose="02020603050405020304" pitchFamily="18" charset="0"/>
              </a:rPr>
              <a:t>step2. if   R = N-1 return True</a:t>
            </a:r>
            <a:r>
              <a:rPr lang="en-US" sz="2800">
                <a:solidFill>
                  <a:schemeClr val="accent1"/>
                </a:solidFill>
                <a:latin typeface="Times New Roman" panose="02020603050405020304" pitchFamily="18" charset="0"/>
                <a:cs typeface="Times New Roman" panose="02020603050405020304" pitchFamily="18" charset="0"/>
              </a:rPr>
              <a:t> </a:t>
            </a:r>
            <a:r>
              <a:rPr lang="en-US" sz="2800">
                <a:solidFill>
                  <a:schemeClr val="accent1"/>
                </a:solidFill>
                <a:latin typeface="Times New Roman" panose="02020603050405020304" pitchFamily="18" charset="0"/>
                <a:cs typeface="Times New Roman" panose="02020603050405020304" pitchFamily="18" charset="0"/>
                <a:sym typeface="Wingdings" panose="05000000000000000000" pitchFamily="2" charset="2"/>
              </a:rPr>
              <a:t> Queue is Full</a:t>
            </a:r>
            <a:endParaRPr lang="en-US" sz="2800">
              <a:solidFill>
                <a:schemeClr val="accent1"/>
              </a:solidFill>
              <a:latin typeface="Times New Roman" panose="02020603050405020304" pitchFamily="18" charset="0"/>
              <a:cs typeface="Times New Roman" panose="02020603050405020304" pitchFamily="18" charset="0"/>
            </a:endParaRPr>
          </a:p>
          <a:p>
            <a:pPr eaLnBrk="1" hangingPunct="1">
              <a:buFont typeface="Wingdings 2" panose="05020102010507070707" pitchFamily="18" charset="2"/>
              <a:buNone/>
            </a:pPr>
            <a:r>
              <a:rPr lang="en-US" sz="2800">
                <a:latin typeface="Times New Roman" panose="02020603050405020304" pitchFamily="18" charset="0"/>
                <a:cs typeface="Times New Roman" panose="02020603050405020304" pitchFamily="18" charset="0"/>
              </a:rPr>
              <a:t>step3. else return False</a:t>
            </a:r>
          </a:p>
          <a:p>
            <a:pPr>
              <a:buFont typeface="Wingdings 2" panose="05020102010507070707" pitchFamily="18" charset="2"/>
              <a:buNone/>
            </a:pPr>
            <a:r>
              <a:rPr lang="en-US">
                <a:latin typeface="Times New Roman" panose="02020603050405020304" pitchFamily="18" charset="0"/>
                <a:cs typeface="Times New Roman" panose="02020603050405020304" pitchFamily="18" charset="0"/>
              </a:rPr>
              <a:t>Step4. End</a:t>
            </a:r>
          </a:p>
          <a:p>
            <a:pPr>
              <a:buFont typeface="Wingdings 2" panose="05020102010507070707" pitchFamily="18" charset="2"/>
              <a:buNone/>
            </a:pPr>
            <a:endParaRPr lang="en-US"/>
          </a:p>
        </p:txBody>
      </p:sp>
      <p:sp>
        <p:nvSpPr>
          <p:cNvPr id="4" name="Date Placeholder 3"/>
          <p:cNvSpPr>
            <a:spLocks noGrp="1"/>
          </p:cNvSpPr>
          <p:nvPr>
            <p:ph type="dt" sz="quarter" idx="10"/>
          </p:nvPr>
        </p:nvSpPr>
        <p:spPr/>
        <p:txBody>
          <a:bodyPr/>
          <a:lstStyle/>
          <a:p>
            <a:pPr>
              <a:defRPr/>
            </a:pPr>
            <a:fld id="{26375FCB-A79F-4AA4-8E0C-B4CF533C2A52}" type="datetime1">
              <a:rPr lang="en-US" smtClean="0"/>
              <a:pPr>
                <a:defRPr/>
              </a:pPr>
              <a:t>9/30/2024</a:t>
            </a:fld>
            <a:endParaRPr lang="en-IN"/>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7D343BC-77ED-47C5-BAF6-31FD5D650D30}" type="slidenum">
              <a:rPr lang="en-IN">
                <a:solidFill>
                  <a:srgbClr val="045C75"/>
                </a:solidFill>
                <a:latin typeface="Constantia" panose="02030602050306030303" pitchFamily="18" charset="0"/>
              </a:rPr>
              <a:pPr eaLnBrk="1" hangingPunct="1"/>
              <a:t>50</a:t>
            </a:fld>
            <a:endParaRPr lang="en-IN">
              <a:solidFill>
                <a:srgbClr val="045C75"/>
              </a:solidFill>
              <a:latin typeface="Constantia" panose="02030602050306030303" pitchFamily="18" charset="0"/>
            </a:endParaRPr>
          </a:p>
        </p:txBody>
      </p:sp>
      <p:sp>
        <p:nvSpPr>
          <p:cNvPr id="6" name="Footer Placeholder 5"/>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20709777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 calcmode="lin" valueType="num">
                                      <p:cBhvr additive="base">
                                        <p:cTn id="7" dur="500" fill="hold"/>
                                        <p:tgtEl>
                                          <p:spTgt spid="184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4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435">
                                            <p:txEl>
                                              <p:pRg st="1" end="1"/>
                                            </p:txEl>
                                          </p:spTgt>
                                        </p:tgtEl>
                                        <p:attrNameLst>
                                          <p:attrName>style.visibility</p:attrName>
                                        </p:attrNameLst>
                                      </p:cBhvr>
                                      <p:to>
                                        <p:strVal val="visible"/>
                                      </p:to>
                                    </p:set>
                                    <p:anim calcmode="lin" valueType="num">
                                      <p:cBhvr additive="base">
                                        <p:cTn id="13" dur="500" fill="hold"/>
                                        <p:tgtEl>
                                          <p:spTgt spid="184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4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435">
                                            <p:txEl>
                                              <p:pRg st="2" end="2"/>
                                            </p:txEl>
                                          </p:spTgt>
                                        </p:tgtEl>
                                        <p:attrNameLst>
                                          <p:attrName>style.visibility</p:attrName>
                                        </p:attrNameLst>
                                      </p:cBhvr>
                                      <p:to>
                                        <p:strVal val="visible"/>
                                      </p:to>
                                    </p:set>
                                    <p:anim calcmode="lin" valueType="num">
                                      <p:cBhvr additive="base">
                                        <p:cTn id="19" dur="500" fill="hold"/>
                                        <p:tgtEl>
                                          <p:spTgt spid="1843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4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8435">
                                            <p:txEl>
                                              <p:pRg st="3" end="3"/>
                                            </p:txEl>
                                          </p:spTgt>
                                        </p:tgtEl>
                                        <p:attrNameLst>
                                          <p:attrName>style.visibility</p:attrName>
                                        </p:attrNameLst>
                                      </p:cBhvr>
                                      <p:to>
                                        <p:strVal val="visible"/>
                                      </p:to>
                                    </p:set>
                                    <p:anim calcmode="lin" valueType="num">
                                      <p:cBhvr additive="base">
                                        <p:cTn id="25" dur="500" fill="hold"/>
                                        <p:tgtEl>
                                          <p:spTgt spid="1843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84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8435">
                                            <p:txEl>
                                              <p:pRg st="4" end="4"/>
                                            </p:txEl>
                                          </p:spTgt>
                                        </p:tgtEl>
                                        <p:attrNameLst>
                                          <p:attrName>style.visibility</p:attrName>
                                        </p:attrNameLst>
                                      </p:cBhvr>
                                      <p:to>
                                        <p:strVal val="visible"/>
                                      </p:to>
                                    </p:set>
                                    <p:anim calcmode="lin" valueType="num">
                                      <p:cBhvr additive="base">
                                        <p:cTn id="31" dur="500" fill="hold"/>
                                        <p:tgtEl>
                                          <p:spTgt spid="1843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843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1981200" y="404813"/>
            <a:ext cx="8229600" cy="1143000"/>
          </a:xfrm>
        </p:spPr>
        <p:txBody>
          <a:bodyPr/>
          <a:lstStyle/>
          <a:p>
            <a:pPr algn="ctr"/>
            <a:r>
              <a:rPr lang="en-US"/>
              <a:t>Operations in Linear Queue</a:t>
            </a:r>
          </a:p>
        </p:txBody>
      </p:sp>
      <p:sp>
        <p:nvSpPr>
          <p:cNvPr id="19459" name="Content Placeholder 2"/>
          <p:cNvSpPr>
            <a:spLocks noGrp="1"/>
          </p:cNvSpPr>
          <p:nvPr>
            <p:ph idx="1"/>
          </p:nvPr>
        </p:nvSpPr>
        <p:spPr>
          <a:xfrm>
            <a:off x="1981200" y="1557338"/>
            <a:ext cx="8229600" cy="4679950"/>
          </a:xfrm>
        </p:spPr>
        <p:txBody>
          <a:bodyPr>
            <a:normAutofit fontScale="92500" lnSpcReduction="20000"/>
          </a:bodyPr>
          <a:lstStyle/>
          <a:p>
            <a:pPr algn="ctr">
              <a:buFont typeface="Wingdings 2" panose="05020102010507070707" pitchFamily="18" charset="2"/>
              <a:buNone/>
            </a:pPr>
            <a:r>
              <a:rPr lang="en-US" sz="2000" b="1">
                <a:latin typeface="Times New Roman" panose="02020603050405020304" pitchFamily="18" charset="0"/>
                <a:cs typeface="Times New Roman" panose="02020603050405020304" pitchFamily="18" charset="0"/>
              </a:rPr>
              <a:t>Algorithm EnQueue(value)</a:t>
            </a:r>
          </a:p>
          <a:p>
            <a:r>
              <a:rPr lang="en-US" sz="2000">
                <a:latin typeface="Times New Roman" panose="02020603050405020304" pitchFamily="18" charset="0"/>
                <a:cs typeface="Times New Roman" panose="02020603050405020304" pitchFamily="18" charset="0"/>
              </a:rPr>
              <a:t>Step 1: start</a:t>
            </a:r>
          </a:p>
          <a:p>
            <a:r>
              <a:rPr lang="en-IN" sz="2000">
                <a:latin typeface="Times New Roman" panose="02020603050405020304" pitchFamily="18" charset="0"/>
                <a:cs typeface="Times New Roman" panose="02020603050405020304" pitchFamily="18" charset="0"/>
              </a:rPr>
              <a:t>Step2: [check for queue is over flow or not] </a:t>
            </a:r>
            <a:r>
              <a:rPr lang="en-IN" sz="2000">
                <a:solidFill>
                  <a:schemeClr val="accent1"/>
                </a:solidFill>
                <a:latin typeface="Times New Roman" panose="02020603050405020304" pitchFamily="18" charset="0"/>
                <a:cs typeface="Times New Roman" panose="02020603050405020304" pitchFamily="18" charset="0"/>
                <a:sym typeface="Wingdings" panose="05000000000000000000" pitchFamily="2" charset="2"/>
              </a:rPr>
              <a:t> operation Validation</a:t>
            </a:r>
            <a:endParaRPr lang="en-IN" sz="2000">
              <a:solidFill>
                <a:schemeClr val="accent1"/>
              </a:solidFill>
              <a:latin typeface="Times New Roman" panose="02020603050405020304" pitchFamily="18" charset="0"/>
              <a:cs typeface="Times New Roman" panose="02020603050405020304" pitchFamily="18" charset="0"/>
            </a:endParaRPr>
          </a:p>
          <a:p>
            <a:pPr lvl="2">
              <a:buFont typeface="Wingdings 2" panose="05020102010507070707" pitchFamily="18" charset="2"/>
              <a:buNone/>
            </a:pPr>
            <a:r>
              <a:rPr lang="en-IN" sz="1800">
                <a:latin typeface="Times New Roman" panose="02020603050405020304" pitchFamily="18" charset="0"/>
                <a:cs typeface="Times New Roman" panose="02020603050405020304" pitchFamily="18" charset="0"/>
              </a:rPr>
              <a:t>If (R=N-1)	</a:t>
            </a:r>
          </a:p>
          <a:p>
            <a:pPr lvl="3">
              <a:buFont typeface="Wingdings 2" panose="05020102010507070707" pitchFamily="18" charset="2"/>
              <a:buNone/>
            </a:pPr>
            <a:r>
              <a:rPr lang="en-US" sz="1700">
                <a:latin typeface="Times New Roman" panose="02020603050405020304" pitchFamily="18" charset="0"/>
                <a:cs typeface="Times New Roman" panose="02020603050405020304" pitchFamily="18" charset="0"/>
              </a:rPr>
              <a:t>		Print “queue is overflow”</a:t>
            </a:r>
          </a:p>
          <a:p>
            <a:pPr lvl="3">
              <a:buFont typeface="Wingdings 2" panose="05020102010507070707" pitchFamily="18" charset="2"/>
              <a:buNone/>
            </a:pPr>
            <a:r>
              <a:rPr lang="en-US" sz="1700">
                <a:latin typeface="Times New Roman" panose="02020603050405020304" pitchFamily="18" charset="0"/>
                <a:cs typeface="Times New Roman" panose="02020603050405020304" pitchFamily="18" charset="0"/>
              </a:rPr>
              <a:t>                go to step 5</a:t>
            </a:r>
          </a:p>
          <a:p>
            <a:pPr>
              <a:buFont typeface="Wingdings 2" panose="05020102010507070707" pitchFamily="18" charset="2"/>
              <a:buNone/>
            </a:pPr>
            <a:r>
              <a:rPr lang="en-US" sz="2000">
                <a:latin typeface="Times New Roman" panose="02020603050405020304" pitchFamily="18" charset="0"/>
                <a:cs typeface="Times New Roman" panose="02020603050405020304" pitchFamily="18" charset="0"/>
              </a:rPr>
              <a:t>             else </a:t>
            </a:r>
            <a:r>
              <a:rPr lang="en-US">
                <a:latin typeface="Times New Roman" panose="02020603050405020304" pitchFamily="18" charset="0"/>
                <a:cs typeface="Times New Roman" panose="02020603050405020304" pitchFamily="18" charset="0"/>
              </a:rPr>
              <a:t>        go to step 3</a:t>
            </a:r>
          </a:p>
          <a:p>
            <a:r>
              <a:rPr lang="en-IN" sz="2000">
                <a:latin typeface="Times New Roman" panose="02020603050405020304" pitchFamily="18" charset="0"/>
                <a:cs typeface="Times New Roman" panose="02020603050405020304" pitchFamily="18" charset="0"/>
              </a:rPr>
              <a:t>Step 3: [</a:t>
            </a:r>
            <a:r>
              <a:rPr lang="en-US" sz="2000">
                <a:latin typeface="Times New Roman" panose="02020603050405020304" pitchFamily="18" charset="0"/>
                <a:cs typeface="Times New Roman" panose="02020603050405020304" pitchFamily="18" charset="0"/>
              </a:rPr>
              <a:t>check condition</a:t>
            </a:r>
            <a:r>
              <a:rPr lang="en-IN" sz="2000">
                <a:latin typeface="Times New Roman" panose="02020603050405020304" pitchFamily="18" charset="0"/>
                <a:cs typeface="Times New Roman" panose="02020603050405020304" pitchFamily="18" charset="0"/>
              </a:rPr>
              <a:t>]               </a:t>
            </a:r>
            <a:r>
              <a:rPr lang="en-IN" sz="2000">
                <a:solidFill>
                  <a:schemeClr val="accent1"/>
                </a:solidFill>
                <a:latin typeface="Times New Roman" panose="02020603050405020304" pitchFamily="18" charset="0"/>
                <a:cs typeface="Times New Roman" panose="02020603050405020304" pitchFamily="18" charset="0"/>
              </a:rPr>
              <a:t>   </a:t>
            </a:r>
            <a:r>
              <a:rPr lang="en-IN" sz="2000">
                <a:solidFill>
                  <a:schemeClr val="accent1"/>
                </a:solidFill>
                <a:latin typeface="Times New Roman" panose="02020603050405020304" pitchFamily="18" charset="0"/>
                <a:cs typeface="Times New Roman" panose="02020603050405020304" pitchFamily="18" charset="0"/>
                <a:sym typeface="Wingdings" panose="05000000000000000000" pitchFamily="2" charset="2"/>
              </a:rPr>
              <a:t> </a:t>
            </a:r>
            <a:r>
              <a:rPr lang="en-US" sz="2000">
                <a:solidFill>
                  <a:schemeClr val="accent1"/>
                </a:solidFill>
                <a:latin typeface="Times New Roman" panose="02020603050405020304" pitchFamily="18" charset="0"/>
                <a:cs typeface="Times New Roman" panose="02020603050405020304" pitchFamily="18" charset="0"/>
                <a:sym typeface="Wingdings" panose="05000000000000000000" pitchFamily="2" charset="2"/>
              </a:rPr>
              <a:t>If it is  First Element of Queue</a:t>
            </a:r>
            <a:endParaRPr lang="en-IN" sz="2000">
              <a:solidFill>
                <a:schemeClr val="accent1"/>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US" sz="2000">
                <a:latin typeface="Times New Roman" panose="02020603050405020304" pitchFamily="18" charset="0"/>
                <a:cs typeface="Times New Roman" panose="02020603050405020304" pitchFamily="18" charset="0"/>
              </a:rPr>
              <a:t>                   If(R=-1)     R:=</a:t>
            </a:r>
            <a:r>
              <a:rPr lang="en-US">
                <a:latin typeface="Times New Roman" panose="02020603050405020304" pitchFamily="18" charset="0"/>
                <a:cs typeface="Times New Roman" panose="02020603050405020304" pitchFamily="18" charset="0"/>
              </a:rPr>
              <a:t>F:=0</a:t>
            </a:r>
            <a:endParaRPr lang="en-US" sz="2000">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IN" sz="2000">
                <a:latin typeface="Times New Roman" panose="02020603050405020304" pitchFamily="18" charset="0"/>
                <a:cs typeface="Times New Roman" panose="02020603050405020304" pitchFamily="18" charset="0"/>
              </a:rPr>
              <a:t>                   </a:t>
            </a:r>
            <a:r>
              <a:rPr lang="en-US" sz="2000">
                <a:latin typeface="Times New Roman" panose="02020603050405020304" pitchFamily="18" charset="0"/>
                <a:cs typeface="Times New Roman" panose="02020603050405020304" pitchFamily="18" charset="0"/>
              </a:rPr>
              <a:t>else R:=R+1</a:t>
            </a:r>
          </a:p>
          <a:p>
            <a:r>
              <a:rPr lang="en-US" sz="2000">
                <a:latin typeface="Times New Roman" panose="02020603050405020304" pitchFamily="18" charset="0"/>
                <a:cs typeface="Times New Roman" panose="02020603050405020304" pitchFamily="18" charset="0"/>
              </a:rPr>
              <a:t>Step 4:[</a:t>
            </a:r>
            <a:r>
              <a:rPr lang="en-IN" sz="2000">
                <a:latin typeface="Times New Roman" panose="02020603050405020304" pitchFamily="18" charset="0"/>
                <a:cs typeface="Times New Roman" panose="02020603050405020304" pitchFamily="18" charset="0"/>
              </a:rPr>
              <a:t>insert  item into Queue</a:t>
            </a:r>
            <a:r>
              <a:rPr lang="en-US" sz="2000">
                <a:latin typeface="Times New Roman" panose="02020603050405020304" pitchFamily="18" charset="0"/>
                <a:cs typeface="Times New Roman" panose="02020603050405020304" pitchFamily="18" charset="0"/>
              </a:rPr>
              <a:t>]</a:t>
            </a:r>
            <a:r>
              <a:rPr lang="en-US" sz="2000">
                <a:solidFill>
                  <a:schemeClr val="accent1"/>
                </a:solidFill>
                <a:latin typeface="Times New Roman" panose="02020603050405020304" pitchFamily="18" charset="0"/>
                <a:cs typeface="Times New Roman" panose="02020603050405020304" pitchFamily="18" charset="0"/>
              </a:rPr>
              <a:t>  </a:t>
            </a:r>
            <a:r>
              <a:rPr lang="en-US" sz="2000">
                <a:solidFill>
                  <a:schemeClr val="accent1"/>
                </a:solidFill>
                <a:latin typeface="Times New Roman" panose="02020603050405020304" pitchFamily="18" charset="0"/>
                <a:cs typeface="Times New Roman" panose="02020603050405020304" pitchFamily="18" charset="0"/>
                <a:sym typeface="Wingdings" panose="05000000000000000000" pitchFamily="2" charset="2"/>
              </a:rPr>
              <a:t></a:t>
            </a:r>
            <a:r>
              <a:rPr lang="en-IN" sz="2000">
                <a:solidFill>
                  <a:schemeClr val="accent1"/>
                </a:solidFill>
                <a:latin typeface="Times New Roman" panose="02020603050405020304" pitchFamily="18" charset="0"/>
                <a:cs typeface="Times New Roman" panose="02020603050405020304" pitchFamily="18" charset="0"/>
                <a:sym typeface="Wingdings" panose="05000000000000000000" pitchFamily="2" charset="2"/>
              </a:rPr>
              <a:t> insert Element</a:t>
            </a:r>
            <a:endParaRPr lang="en-US" sz="2000">
              <a:solidFill>
                <a:schemeClr val="accent1"/>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US" sz="2000">
                <a:latin typeface="Times New Roman" panose="02020603050405020304" pitchFamily="18" charset="0"/>
                <a:cs typeface="Times New Roman" panose="02020603050405020304" pitchFamily="18" charset="0"/>
              </a:rPr>
              <a:t>                  QUEUE[R]:=value </a:t>
            </a:r>
            <a:endParaRPr lang="en-US">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Step 5:end</a:t>
            </a:r>
          </a:p>
        </p:txBody>
      </p:sp>
      <p:sp>
        <p:nvSpPr>
          <p:cNvPr id="4" name="Date Placeholder 3"/>
          <p:cNvSpPr>
            <a:spLocks noGrp="1"/>
          </p:cNvSpPr>
          <p:nvPr>
            <p:ph type="dt" sz="quarter" idx="10"/>
          </p:nvPr>
        </p:nvSpPr>
        <p:spPr/>
        <p:txBody>
          <a:bodyPr/>
          <a:lstStyle/>
          <a:p>
            <a:pPr>
              <a:defRPr/>
            </a:pPr>
            <a:fld id="{4064D604-A927-4A12-BDA1-0CD107BF6DD7}" type="datetime1">
              <a:rPr lang="en-US" smtClean="0"/>
              <a:pPr>
                <a:defRPr/>
              </a:pPr>
              <a:t>9/30/2024</a:t>
            </a:fld>
            <a:endParaRPr lang="en-IN"/>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3DC9B0C-109A-49C4-ABED-000436F6A7DC}" type="slidenum">
              <a:rPr lang="en-IN">
                <a:solidFill>
                  <a:srgbClr val="045C75"/>
                </a:solidFill>
                <a:latin typeface="Constantia" panose="02030602050306030303" pitchFamily="18" charset="0"/>
              </a:rPr>
              <a:pPr eaLnBrk="1" hangingPunct="1"/>
              <a:t>51</a:t>
            </a:fld>
            <a:endParaRPr lang="en-IN">
              <a:solidFill>
                <a:srgbClr val="045C75"/>
              </a:solidFill>
              <a:latin typeface="Constantia" panose="02030602050306030303" pitchFamily="18" charset="0"/>
            </a:endParaRPr>
          </a:p>
        </p:txBody>
      </p:sp>
      <p:sp>
        <p:nvSpPr>
          <p:cNvPr id="6" name="Footer Placeholder 5"/>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3751460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459">
                                            <p:txEl>
                                              <p:pRg st="1" end="1"/>
                                            </p:txEl>
                                          </p:spTgt>
                                        </p:tgtEl>
                                        <p:attrNameLst>
                                          <p:attrName>style.visibility</p:attrName>
                                        </p:attrNameLst>
                                      </p:cBhvr>
                                      <p:to>
                                        <p:strVal val="visible"/>
                                      </p:to>
                                    </p:set>
                                    <p:anim calcmode="lin" valueType="num">
                                      <p:cBhvr additive="base">
                                        <p:cTn id="13"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4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459">
                                            <p:txEl>
                                              <p:pRg st="2" end="2"/>
                                            </p:txEl>
                                          </p:spTgt>
                                        </p:tgtEl>
                                        <p:attrNameLst>
                                          <p:attrName>style.visibility</p:attrName>
                                        </p:attrNameLst>
                                      </p:cBhvr>
                                      <p:to>
                                        <p:strVal val="visible"/>
                                      </p:to>
                                    </p:set>
                                    <p:anim calcmode="lin" valueType="num">
                                      <p:cBhvr additive="base">
                                        <p:cTn id="19"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459">
                                            <p:txEl>
                                              <p:pRg st="2" end="2"/>
                                            </p:txEl>
                                          </p:spTgt>
                                        </p:tgtEl>
                                        <p:attrNameLst>
                                          <p:attrName>ppt_y</p:attrName>
                                        </p:attrNameLst>
                                      </p:cBhvr>
                                      <p:tavLst>
                                        <p:tav tm="0">
                                          <p:val>
                                            <p:strVal val="1+#ppt_h/2"/>
                                          </p:val>
                                        </p:tav>
                                        <p:tav tm="100000">
                                          <p:val>
                                            <p:strVal val="#ppt_y"/>
                                          </p:val>
                                        </p:tav>
                                      </p:tavLst>
                                    </p:anim>
                                  </p:childTnLst>
                                </p:cTn>
                              </p:par>
                            </p:childTnLst>
                          </p:cTn>
                        </p:par>
                        <p:par>
                          <p:cTn id="21" fill="hold" nodeType="afterGroup">
                            <p:stCondLst>
                              <p:cond delay="500"/>
                            </p:stCondLst>
                            <p:childTnLst>
                              <p:par>
                                <p:cTn id="22" presetID="2" presetClass="entr" presetSubtype="4" fill="hold" grpId="0" nodeType="afterEffect">
                                  <p:stCondLst>
                                    <p:cond delay="0"/>
                                  </p:stCondLst>
                                  <p:childTnLst>
                                    <p:set>
                                      <p:cBhvr>
                                        <p:cTn id="23" dur="1" fill="hold">
                                          <p:stCondLst>
                                            <p:cond delay="0"/>
                                          </p:stCondLst>
                                        </p:cTn>
                                        <p:tgtEl>
                                          <p:spTgt spid="19459">
                                            <p:txEl>
                                              <p:pRg st="3" end="3"/>
                                            </p:txEl>
                                          </p:spTgt>
                                        </p:tgtEl>
                                        <p:attrNameLst>
                                          <p:attrName>style.visibility</p:attrName>
                                        </p:attrNameLst>
                                      </p:cBhvr>
                                      <p:to>
                                        <p:strVal val="visible"/>
                                      </p:to>
                                    </p:set>
                                    <p:anim calcmode="lin" valueType="num">
                                      <p:cBhvr additive="base">
                                        <p:cTn id="24"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9459">
                                            <p:txEl>
                                              <p:pRg st="3" end="3"/>
                                            </p:txEl>
                                          </p:spTgt>
                                        </p:tgtEl>
                                        <p:attrNameLst>
                                          <p:attrName>ppt_y</p:attrName>
                                        </p:attrNameLst>
                                      </p:cBhvr>
                                      <p:tavLst>
                                        <p:tav tm="0">
                                          <p:val>
                                            <p:strVal val="1+#ppt_h/2"/>
                                          </p:val>
                                        </p:tav>
                                        <p:tav tm="100000">
                                          <p:val>
                                            <p:strVal val="#ppt_y"/>
                                          </p:val>
                                        </p:tav>
                                      </p:tavLst>
                                    </p:anim>
                                  </p:childTnLst>
                                </p:cTn>
                              </p:par>
                            </p:childTnLst>
                          </p:cTn>
                        </p:par>
                        <p:par>
                          <p:cTn id="26" fill="hold" nodeType="afterGroup">
                            <p:stCondLst>
                              <p:cond delay="1000"/>
                            </p:stCondLst>
                            <p:childTnLst>
                              <p:par>
                                <p:cTn id="27" presetID="2" presetClass="entr" presetSubtype="4" fill="hold" grpId="0" nodeType="afterEffect">
                                  <p:stCondLst>
                                    <p:cond delay="0"/>
                                  </p:stCondLst>
                                  <p:childTnLst>
                                    <p:set>
                                      <p:cBhvr>
                                        <p:cTn id="28" dur="1" fill="hold">
                                          <p:stCondLst>
                                            <p:cond delay="0"/>
                                          </p:stCondLst>
                                        </p:cTn>
                                        <p:tgtEl>
                                          <p:spTgt spid="19459">
                                            <p:txEl>
                                              <p:pRg st="4" end="4"/>
                                            </p:txEl>
                                          </p:spTgt>
                                        </p:tgtEl>
                                        <p:attrNameLst>
                                          <p:attrName>style.visibility</p:attrName>
                                        </p:attrNameLst>
                                      </p:cBhvr>
                                      <p:to>
                                        <p:strVal val="visible"/>
                                      </p:to>
                                    </p:set>
                                    <p:anim calcmode="lin" valueType="num">
                                      <p:cBhvr additive="base">
                                        <p:cTn id="29" dur="5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9459">
                                            <p:txEl>
                                              <p:pRg st="4" end="4"/>
                                            </p:txEl>
                                          </p:spTgt>
                                        </p:tgtEl>
                                        <p:attrNameLst>
                                          <p:attrName>ppt_y</p:attrName>
                                        </p:attrNameLst>
                                      </p:cBhvr>
                                      <p:tavLst>
                                        <p:tav tm="0">
                                          <p:val>
                                            <p:strVal val="1+#ppt_h/2"/>
                                          </p:val>
                                        </p:tav>
                                        <p:tav tm="100000">
                                          <p:val>
                                            <p:strVal val="#ppt_y"/>
                                          </p:val>
                                        </p:tav>
                                      </p:tavLst>
                                    </p:anim>
                                  </p:childTnLst>
                                </p:cTn>
                              </p:par>
                            </p:childTnLst>
                          </p:cTn>
                        </p:par>
                        <p:par>
                          <p:cTn id="31" fill="hold" nodeType="afterGroup">
                            <p:stCondLst>
                              <p:cond delay="1500"/>
                            </p:stCondLst>
                            <p:childTnLst>
                              <p:par>
                                <p:cTn id="32" presetID="2" presetClass="entr" presetSubtype="4" fill="hold" grpId="0" nodeType="afterEffect">
                                  <p:stCondLst>
                                    <p:cond delay="0"/>
                                  </p:stCondLst>
                                  <p:childTnLst>
                                    <p:set>
                                      <p:cBhvr>
                                        <p:cTn id="33" dur="1" fill="hold">
                                          <p:stCondLst>
                                            <p:cond delay="0"/>
                                          </p:stCondLst>
                                        </p:cTn>
                                        <p:tgtEl>
                                          <p:spTgt spid="19459">
                                            <p:txEl>
                                              <p:pRg st="5" end="5"/>
                                            </p:txEl>
                                          </p:spTgt>
                                        </p:tgtEl>
                                        <p:attrNameLst>
                                          <p:attrName>style.visibility</p:attrName>
                                        </p:attrNameLst>
                                      </p:cBhvr>
                                      <p:to>
                                        <p:strVal val="visible"/>
                                      </p:to>
                                    </p:set>
                                    <p:anim calcmode="lin" valueType="num">
                                      <p:cBhvr additive="base">
                                        <p:cTn id="34" dur="5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9459">
                                            <p:txEl>
                                              <p:pRg st="5" end="5"/>
                                            </p:txEl>
                                          </p:spTgt>
                                        </p:tgtEl>
                                        <p:attrNameLst>
                                          <p:attrName>ppt_y</p:attrName>
                                        </p:attrNameLst>
                                      </p:cBhvr>
                                      <p:tavLst>
                                        <p:tav tm="0">
                                          <p:val>
                                            <p:strVal val="1+#ppt_h/2"/>
                                          </p:val>
                                        </p:tav>
                                        <p:tav tm="100000">
                                          <p:val>
                                            <p:strVal val="#ppt_y"/>
                                          </p:val>
                                        </p:tav>
                                      </p:tavLst>
                                    </p:anim>
                                  </p:childTnLst>
                                </p:cTn>
                              </p:par>
                              <p:par>
                                <p:cTn id="36" presetID="34" presetClass="entr" presetSubtype="0" fill="hold" nodeType="withEffect">
                                  <p:stCondLst>
                                    <p:cond delay="0"/>
                                  </p:stCondLst>
                                  <p:childTnLst>
                                    <p:set>
                                      <p:cBhvr>
                                        <p:cTn id="37" dur="1" fill="hold">
                                          <p:stCondLst>
                                            <p:cond delay="0"/>
                                          </p:stCondLst>
                                        </p:cTn>
                                        <p:tgtEl>
                                          <p:spTgt spid="19459">
                                            <p:txEl>
                                              <p:pRg st="12" end="12"/>
                                            </p:txEl>
                                          </p:spTgt>
                                        </p:tgtEl>
                                        <p:attrNameLst>
                                          <p:attrName>style.visibility</p:attrName>
                                        </p:attrNameLst>
                                      </p:cBhvr>
                                      <p:to>
                                        <p:strVal val="visible"/>
                                      </p:to>
                                    </p:set>
                                    <p:anim from="(-#ppt_w/2)" to="(#ppt_x)" calcmode="lin" valueType="num">
                                      <p:cBhvr>
                                        <p:cTn id="38" dur="600" fill="hold">
                                          <p:stCondLst>
                                            <p:cond delay="0"/>
                                          </p:stCondLst>
                                        </p:cTn>
                                        <p:tgtEl>
                                          <p:spTgt spid="19459">
                                            <p:txEl>
                                              <p:pRg st="12" end="12"/>
                                            </p:txEl>
                                          </p:spTgt>
                                        </p:tgtEl>
                                        <p:attrNameLst>
                                          <p:attrName>ppt_x</p:attrName>
                                        </p:attrNameLst>
                                      </p:cBhvr>
                                    </p:anim>
                                    <p:anim from="0" to="-1.0" calcmode="lin" valueType="num">
                                      <p:cBhvr>
                                        <p:cTn id="39" dur="200" decel="50000" autoRev="1" fill="hold">
                                          <p:stCondLst>
                                            <p:cond delay="600"/>
                                          </p:stCondLst>
                                        </p:cTn>
                                        <p:tgtEl>
                                          <p:spTgt spid="19459">
                                            <p:txEl>
                                              <p:pRg st="12" end="12"/>
                                            </p:txEl>
                                          </p:spTgt>
                                        </p:tgtEl>
                                        <p:attrNameLst>
                                          <p:attrName>xshear</p:attrName>
                                        </p:attrNameLst>
                                      </p:cBhvr>
                                    </p:anim>
                                    <p:animScale>
                                      <p:cBhvr>
                                        <p:cTn id="40" dur="200" decel="100000" autoRev="1" fill="hold">
                                          <p:stCondLst>
                                            <p:cond delay="600"/>
                                          </p:stCondLst>
                                        </p:cTn>
                                        <p:tgtEl>
                                          <p:spTgt spid="19459">
                                            <p:txEl>
                                              <p:pRg st="12" end="12"/>
                                            </p:txEl>
                                          </p:spTgt>
                                        </p:tgtEl>
                                      </p:cBhvr>
                                      <p:from x="100000" y="100000"/>
                                      <p:to x="80000" y="100000"/>
                                    </p:animScale>
                                    <p:anim by="(#ppt_h/3+#ppt_w*0.1)" calcmode="lin" valueType="num">
                                      <p:cBhvr additive="sum">
                                        <p:cTn id="41" dur="200" decel="100000" autoRev="1" fill="hold">
                                          <p:stCondLst>
                                            <p:cond delay="600"/>
                                          </p:stCondLst>
                                        </p:cTn>
                                        <p:tgtEl>
                                          <p:spTgt spid="19459">
                                            <p:txEl>
                                              <p:pRg st="12" end="12"/>
                                            </p:txEl>
                                          </p:spTgt>
                                        </p:tgtEl>
                                        <p:attrNameLst>
                                          <p:attrName>ppt_x</p:attrName>
                                        </p:attrNameLst>
                                      </p:cBhvr>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19459">
                                            <p:txEl>
                                              <p:pRg st="6" end="6"/>
                                            </p:txEl>
                                          </p:spTgt>
                                        </p:tgtEl>
                                        <p:attrNameLst>
                                          <p:attrName>style.visibility</p:attrName>
                                        </p:attrNameLst>
                                      </p:cBhvr>
                                      <p:to>
                                        <p:strVal val="visible"/>
                                      </p:to>
                                    </p:set>
                                    <p:anim calcmode="lin" valueType="num">
                                      <p:cBhvr additive="base">
                                        <p:cTn id="46" dur="500" fill="hold"/>
                                        <p:tgtEl>
                                          <p:spTgt spid="19459">
                                            <p:txEl>
                                              <p:pRg st="6" end="6"/>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1945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19459">
                                            <p:txEl>
                                              <p:pRg st="7" end="7"/>
                                            </p:txEl>
                                          </p:spTgt>
                                        </p:tgtEl>
                                        <p:attrNameLst>
                                          <p:attrName>style.visibility</p:attrName>
                                        </p:attrNameLst>
                                      </p:cBhvr>
                                      <p:to>
                                        <p:strVal val="visible"/>
                                      </p:to>
                                    </p:set>
                                    <p:anim calcmode="lin" valueType="num">
                                      <p:cBhvr additive="base">
                                        <p:cTn id="52" dur="500" fill="hold"/>
                                        <p:tgtEl>
                                          <p:spTgt spid="19459">
                                            <p:txEl>
                                              <p:pRg st="7" end="7"/>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1945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34" presetClass="exit" presetSubtype="0" fill="hold" nodeType="clickEffect">
                                  <p:stCondLst>
                                    <p:cond delay="0"/>
                                  </p:stCondLst>
                                  <p:childTnLst>
                                    <p:anim from="(ppt_x)" to="(ppt_x+1)" calcmode="lin" valueType="num">
                                      <p:cBhvr>
                                        <p:cTn id="57" dur="1000">
                                          <p:stCondLst>
                                            <p:cond delay="0"/>
                                          </p:stCondLst>
                                        </p:cTn>
                                        <p:tgtEl>
                                          <p:spTgt spid="19459">
                                            <p:txEl>
                                              <p:pRg st="12" end="12"/>
                                            </p:txEl>
                                          </p:spTgt>
                                        </p:tgtEl>
                                        <p:attrNameLst>
                                          <p:attrName>ppt_x</p:attrName>
                                        </p:attrNameLst>
                                      </p:cBhvr>
                                    </p:anim>
                                    <p:anim from="0" to="-1.0" calcmode="lin" valueType="num">
                                      <p:cBhvr>
                                        <p:cTn id="58" dur="200" accel="50000">
                                          <p:stCondLst>
                                            <p:cond delay="0"/>
                                          </p:stCondLst>
                                        </p:cTn>
                                        <p:tgtEl>
                                          <p:spTgt spid="19459">
                                            <p:txEl>
                                              <p:pRg st="12" end="12"/>
                                            </p:txEl>
                                          </p:spTgt>
                                        </p:tgtEl>
                                        <p:attrNameLst>
                                          <p:attrName>xshear</p:attrName>
                                        </p:attrNameLst>
                                      </p:cBhvr>
                                    </p:anim>
                                    <p:set>
                                      <p:cBhvr>
                                        <p:cTn id="59" dur="800">
                                          <p:stCondLst>
                                            <p:cond delay="200"/>
                                          </p:stCondLst>
                                        </p:cTn>
                                        <p:tgtEl>
                                          <p:spTgt spid="19459">
                                            <p:txEl>
                                              <p:pRg st="12" end="12"/>
                                            </p:txEl>
                                          </p:spTgt>
                                        </p:tgtEl>
                                        <p:attrNameLst>
                                          <p:attrName>xshear</p:attrName>
                                        </p:attrNameLst>
                                      </p:cBhvr>
                                      <p:to>
                                        <p:strVal val="-1.0"/>
                                      </p:to>
                                    </p:set>
                                    <p:set>
                                      <p:cBhvr>
                                        <p:cTn id="60" dur="1" fill="hold">
                                          <p:stCondLst>
                                            <p:cond delay="999"/>
                                          </p:stCondLst>
                                        </p:cTn>
                                        <p:tgtEl>
                                          <p:spTgt spid="19459">
                                            <p:txEl>
                                              <p:pRg st="12" end="12"/>
                                            </p:txEl>
                                          </p:spTgt>
                                        </p:tgtEl>
                                        <p:attrNameLst>
                                          <p:attrName>style.visibility</p:attrName>
                                        </p:attrNameLst>
                                      </p:cBhvr>
                                      <p:to>
                                        <p:strVal val="hidden"/>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9459">
                                            <p:txEl>
                                              <p:pRg st="8" end="8"/>
                                            </p:txEl>
                                          </p:spTgt>
                                        </p:tgtEl>
                                        <p:attrNameLst>
                                          <p:attrName>style.visibility</p:attrName>
                                        </p:attrNameLst>
                                      </p:cBhvr>
                                      <p:to>
                                        <p:strVal val="visible"/>
                                      </p:to>
                                    </p:set>
                                    <p:anim calcmode="lin" valueType="num">
                                      <p:cBhvr additive="base">
                                        <p:cTn id="65" dur="500" fill="hold"/>
                                        <p:tgtEl>
                                          <p:spTgt spid="19459">
                                            <p:txEl>
                                              <p:pRg st="8" end="8"/>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19459">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19459">
                                            <p:txEl>
                                              <p:pRg st="9" end="9"/>
                                            </p:txEl>
                                          </p:spTgt>
                                        </p:tgtEl>
                                        <p:attrNameLst>
                                          <p:attrName>style.visibility</p:attrName>
                                        </p:attrNameLst>
                                      </p:cBhvr>
                                      <p:to>
                                        <p:strVal val="visible"/>
                                      </p:to>
                                    </p:set>
                                    <p:anim calcmode="lin" valueType="num">
                                      <p:cBhvr additive="base">
                                        <p:cTn id="71" dur="500" fill="hold"/>
                                        <p:tgtEl>
                                          <p:spTgt spid="19459">
                                            <p:txEl>
                                              <p:pRg st="9" end="9"/>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19459">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19459">
                                            <p:txEl>
                                              <p:pRg st="10" end="10"/>
                                            </p:txEl>
                                          </p:spTgt>
                                        </p:tgtEl>
                                        <p:attrNameLst>
                                          <p:attrName>style.visibility</p:attrName>
                                        </p:attrNameLst>
                                      </p:cBhvr>
                                      <p:to>
                                        <p:strVal val="visible"/>
                                      </p:to>
                                    </p:set>
                                    <p:anim calcmode="lin" valueType="num">
                                      <p:cBhvr additive="base">
                                        <p:cTn id="77" dur="500" fill="hold"/>
                                        <p:tgtEl>
                                          <p:spTgt spid="19459">
                                            <p:txEl>
                                              <p:pRg st="10" end="10"/>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19459">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79" fill="hold" nodeType="clickPar">
                      <p:stCondLst>
                        <p:cond delay="indefinite"/>
                      </p:stCondLst>
                      <p:childTnLst>
                        <p:par>
                          <p:cTn id="80" fill="hold" nodeType="withGroup">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19459">
                                            <p:txEl>
                                              <p:pRg st="11" end="11"/>
                                            </p:txEl>
                                          </p:spTgt>
                                        </p:tgtEl>
                                        <p:attrNameLst>
                                          <p:attrName>style.visibility</p:attrName>
                                        </p:attrNameLst>
                                      </p:cBhvr>
                                      <p:to>
                                        <p:strVal val="visible"/>
                                      </p:to>
                                    </p:set>
                                    <p:anim calcmode="lin" valueType="num">
                                      <p:cBhvr additive="base">
                                        <p:cTn id="83" dur="500" fill="hold"/>
                                        <p:tgtEl>
                                          <p:spTgt spid="19459">
                                            <p:txEl>
                                              <p:pRg st="11" end="11"/>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19459">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85" fill="hold" nodeType="clickPar">
                      <p:stCondLst>
                        <p:cond delay="indefinite"/>
                      </p:stCondLst>
                      <p:childTnLst>
                        <p:par>
                          <p:cTn id="86" fill="hold" nodeType="withGroup">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19459">
                                            <p:txEl>
                                              <p:pRg st="12" end="12"/>
                                            </p:txEl>
                                          </p:spTgt>
                                        </p:tgtEl>
                                        <p:attrNameLst>
                                          <p:attrName>style.visibility</p:attrName>
                                        </p:attrNameLst>
                                      </p:cBhvr>
                                      <p:to>
                                        <p:strVal val="visible"/>
                                      </p:to>
                                    </p:set>
                                    <p:anim calcmode="lin" valueType="num">
                                      <p:cBhvr additive="base">
                                        <p:cTn id="89" dur="500" fill="hold"/>
                                        <p:tgtEl>
                                          <p:spTgt spid="19459">
                                            <p:txEl>
                                              <p:pRg st="12" end="12"/>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19459">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1981200" y="404813"/>
            <a:ext cx="8229600" cy="1143000"/>
          </a:xfrm>
        </p:spPr>
        <p:txBody>
          <a:bodyPr/>
          <a:lstStyle/>
          <a:p>
            <a:pPr algn="ctr"/>
            <a:r>
              <a:rPr lang="en-US"/>
              <a:t>Operations in Linear Queue</a:t>
            </a:r>
          </a:p>
        </p:txBody>
      </p:sp>
      <p:sp>
        <p:nvSpPr>
          <p:cNvPr id="20483" name="Content Placeholder 2"/>
          <p:cNvSpPr>
            <a:spLocks noGrp="1"/>
          </p:cNvSpPr>
          <p:nvPr>
            <p:ph idx="1"/>
          </p:nvPr>
        </p:nvSpPr>
        <p:spPr>
          <a:xfrm>
            <a:off x="1981200" y="1557338"/>
            <a:ext cx="8229600" cy="4679950"/>
          </a:xfrm>
        </p:spPr>
        <p:txBody>
          <a:bodyPr>
            <a:normAutofit fontScale="92500" lnSpcReduction="20000"/>
          </a:bodyPr>
          <a:lstStyle/>
          <a:p>
            <a:pPr algn="ctr">
              <a:buFont typeface="Wingdings 2" panose="05020102010507070707" pitchFamily="18" charset="2"/>
              <a:buNone/>
            </a:pPr>
            <a:r>
              <a:rPr lang="en-US" sz="2000" b="1">
                <a:latin typeface="Times New Roman" panose="02020603050405020304" pitchFamily="18" charset="0"/>
                <a:cs typeface="Times New Roman" panose="02020603050405020304" pitchFamily="18" charset="0"/>
              </a:rPr>
              <a:t>Algorithm DeQueue()</a:t>
            </a:r>
          </a:p>
          <a:p>
            <a:r>
              <a:rPr lang="en-US" sz="2000">
                <a:latin typeface="Times New Roman" panose="02020603050405020304" pitchFamily="18" charset="0"/>
                <a:cs typeface="Times New Roman" panose="02020603050405020304" pitchFamily="18" charset="0"/>
              </a:rPr>
              <a:t>Step 1: start</a:t>
            </a:r>
          </a:p>
          <a:p>
            <a:r>
              <a:rPr lang="en-IN" sz="2000">
                <a:latin typeface="Times New Roman" panose="02020603050405020304" pitchFamily="18" charset="0"/>
                <a:cs typeface="Times New Roman" panose="02020603050405020304" pitchFamily="18" charset="0"/>
              </a:rPr>
              <a:t>Step2: [check for queue is under flow or not] </a:t>
            </a:r>
            <a:r>
              <a:rPr lang="en-IN" sz="2000">
                <a:solidFill>
                  <a:schemeClr val="accent1"/>
                </a:solidFill>
                <a:latin typeface="Times New Roman" panose="02020603050405020304" pitchFamily="18" charset="0"/>
                <a:cs typeface="Times New Roman" panose="02020603050405020304" pitchFamily="18" charset="0"/>
                <a:sym typeface="Wingdings" panose="05000000000000000000" pitchFamily="2" charset="2"/>
              </a:rPr>
              <a:t> operation Validation</a:t>
            </a:r>
            <a:endParaRPr lang="en-IN" sz="2000">
              <a:solidFill>
                <a:schemeClr val="accent1"/>
              </a:solidFill>
              <a:latin typeface="Times New Roman" panose="02020603050405020304" pitchFamily="18" charset="0"/>
              <a:cs typeface="Times New Roman" panose="02020603050405020304" pitchFamily="18" charset="0"/>
            </a:endParaRPr>
          </a:p>
          <a:p>
            <a:pPr lvl="2">
              <a:buFont typeface="Wingdings 2" panose="05020102010507070707" pitchFamily="18" charset="2"/>
              <a:buNone/>
            </a:pPr>
            <a:r>
              <a:rPr lang="en-IN" sz="1800">
                <a:latin typeface="Times New Roman" panose="02020603050405020304" pitchFamily="18" charset="0"/>
                <a:cs typeface="Times New Roman" panose="02020603050405020304" pitchFamily="18" charset="0"/>
              </a:rPr>
              <a:t>If (F = -1)	</a:t>
            </a:r>
          </a:p>
          <a:p>
            <a:pPr lvl="3">
              <a:buFont typeface="Wingdings 2" panose="05020102010507070707" pitchFamily="18" charset="2"/>
              <a:buNone/>
            </a:pPr>
            <a:r>
              <a:rPr lang="en-US" sz="1700">
                <a:latin typeface="Times New Roman" panose="02020603050405020304" pitchFamily="18" charset="0"/>
                <a:cs typeface="Times New Roman" panose="02020603050405020304" pitchFamily="18" charset="0"/>
              </a:rPr>
              <a:t>		Print “queue is underflow”</a:t>
            </a:r>
          </a:p>
          <a:p>
            <a:pPr lvl="3">
              <a:buFont typeface="Wingdings 2" panose="05020102010507070707" pitchFamily="18" charset="2"/>
              <a:buNone/>
            </a:pPr>
            <a:r>
              <a:rPr lang="en-US" sz="1700">
                <a:latin typeface="Times New Roman" panose="02020603050405020304" pitchFamily="18" charset="0"/>
                <a:cs typeface="Times New Roman" panose="02020603050405020304" pitchFamily="18" charset="0"/>
              </a:rPr>
              <a:t>                go to step 5</a:t>
            </a:r>
          </a:p>
          <a:p>
            <a:pPr>
              <a:buFont typeface="Wingdings 2" panose="05020102010507070707" pitchFamily="18" charset="2"/>
              <a:buNone/>
            </a:pPr>
            <a:r>
              <a:rPr lang="en-US" sz="2000">
                <a:latin typeface="Times New Roman" panose="02020603050405020304" pitchFamily="18" charset="0"/>
                <a:cs typeface="Times New Roman" panose="02020603050405020304" pitchFamily="18" charset="0"/>
              </a:rPr>
              <a:t>             else </a:t>
            </a:r>
            <a:r>
              <a:rPr lang="en-US">
                <a:latin typeface="Times New Roman" panose="02020603050405020304" pitchFamily="18" charset="0"/>
                <a:cs typeface="Times New Roman" panose="02020603050405020304" pitchFamily="18" charset="0"/>
              </a:rPr>
              <a:t>        go to step 3</a:t>
            </a:r>
          </a:p>
          <a:p>
            <a:r>
              <a:rPr lang="en-IN" sz="2000">
                <a:latin typeface="Times New Roman" panose="02020603050405020304" pitchFamily="18" charset="0"/>
                <a:cs typeface="Times New Roman" panose="02020603050405020304" pitchFamily="18" charset="0"/>
              </a:rPr>
              <a:t>Step 3: [Copy item From Queue]               </a:t>
            </a:r>
            <a:r>
              <a:rPr lang="en-IN" sz="2000">
                <a:solidFill>
                  <a:schemeClr val="accent1"/>
                </a:solidFill>
                <a:latin typeface="Times New Roman" panose="02020603050405020304" pitchFamily="18" charset="0"/>
                <a:cs typeface="Times New Roman" panose="02020603050405020304" pitchFamily="18" charset="0"/>
              </a:rPr>
              <a:t>  </a:t>
            </a:r>
          </a:p>
          <a:p>
            <a:pPr>
              <a:buFont typeface="Wingdings 2" panose="05020102010507070707" pitchFamily="18" charset="2"/>
              <a:buNone/>
            </a:pPr>
            <a:r>
              <a:rPr lang="en-US" sz="2000">
                <a:latin typeface="Times New Roman" panose="02020603050405020304" pitchFamily="18" charset="0"/>
                <a:cs typeface="Times New Roman" panose="02020603050405020304" pitchFamily="18" charset="0"/>
              </a:rPr>
              <a:t>                   X:= QUEUE[F]</a:t>
            </a:r>
          </a:p>
          <a:p>
            <a:r>
              <a:rPr lang="en-US" sz="2000">
                <a:latin typeface="Times New Roman" panose="02020603050405020304" pitchFamily="18" charset="0"/>
                <a:cs typeface="Times New Roman" panose="02020603050405020304" pitchFamily="18" charset="0"/>
              </a:rPr>
              <a:t>Step 4:[check condition]</a:t>
            </a:r>
            <a:r>
              <a:rPr lang="en-US" sz="2000">
                <a:solidFill>
                  <a:schemeClr val="accent1"/>
                </a:solidFill>
                <a:latin typeface="Times New Roman" panose="02020603050405020304" pitchFamily="18" charset="0"/>
                <a:cs typeface="Times New Roman" panose="02020603050405020304" pitchFamily="18" charset="0"/>
              </a:rPr>
              <a:t>  </a:t>
            </a:r>
            <a:r>
              <a:rPr lang="en-US" sz="2000">
                <a:solidFill>
                  <a:schemeClr val="accent1"/>
                </a:solidFill>
                <a:latin typeface="Times New Roman" panose="02020603050405020304" pitchFamily="18" charset="0"/>
                <a:cs typeface="Times New Roman" panose="02020603050405020304" pitchFamily="18" charset="0"/>
                <a:sym typeface="Wingdings" panose="05000000000000000000" pitchFamily="2" charset="2"/>
              </a:rPr>
              <a:t> It is only Element of Queue or not</a:t>
            </a:r>
            <a:endParaRPr lang="en-US" sz="2000">
              <a:solidFill>
                <a:schemeClr val="accent1"/>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US" sz="2000">
                <a:latin typeface="Times New Roman" panose="02020603050405020304" pitchFamily="18" charset="0"/>
                <a:cs typeface="Times New Roman" panose="02020603050405020304" pitchFamily="18" charset="0"/>
              </a:rPr>
              <a:t>                  If(F=R)     </a:t>
            </a:r>
            <a:r>
              <a:rPr lang="en-US">
                <a:latin typeface="Times New Roman" panose="02020603050405020304" pitchFamily="18" charset="0"/>
                <a:cs typeface="Times New Roman" panose="02020603050405020304" pitchFamily="18" charset="0"/>
              </a:rPr>
              <a:t>F :=  R := -1 </a:t>
            </a:r>
            <a:r>
              <a:rPr lang="en-US">
                <a:solidFill>
                  <a:schemeClr val="accent1"/>
                </a:solidFill>
                <a:latin typeface="Times New Roman" panose="02020603050405020304" pitchFamily="18" charset="0"/>
                <a:cs typeface="Times New Roman" panose="02020603050405020304" pitchFamily="18" charset="0"/>
                <a:sym typeface="Wingdings" panose="05000000000000000000" pitchFamily="2" charset="2"/>
              </a:rPr>
              <a:t> Empty Queue</a:t>
            </a:r>
          </a:p>
          <a:p>
            <a:pPr>
              <a:buFont typeface="Wingdings 2" panose="05020102010507070707" pitchFamily="18" charset="2"/>
              <a:buNone/>
            </a:pPr>
            <a:r>
              <a:rPr lang="en-US">
                <a:solidFill>
                  <a:schemeClr val="accent1"/>
                </a:solidFill>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Else F:=F+1</a:t>
            </a:r>
          </a:p>
          <a:p>
            <a:r>
              <a:rPr lang="en-US" sz="2000">
                <a:latin typeface="Times New Roman" panose="02020603050405020304" pitchFamily="18" charset="0"/>
                <a:cs typeface="Times New Roman" panose="02020603050405020304" pitchFamily="18" charset="0"/>
              </a:rPr>
              <a:t>Step 5:end</a:t>
            </a:r>
          </a:p>
        </p:txBody>
      </p:sp>
      <p:sp>
        <p:nvSpPr>
          <p:cNvPr id="4" name="Date Placeholder 3"/>
          <p:cNvSpPr>
            <a:spLocks noGrp="1"/>
          </p:cNvSpPr>
          <p:nvPr>
            <p:ph type="dt" sz="quarter" idx="10"/>
          </p:nvPr>
        </p:nvSpPr>
        <p:spPr/>
        <p:txBody>
          <a:bodyPr/>
          <a:lstStyle/>
          <a:p>
            <a:pPr>
              <a:defRPr/>
            </a:pPr>
            <a:fld id="{49CDE536-055D-478A-B51F-FC0C6F22EAB3}" type="datetime1">
              <a:rPr lang="en-US" smtClean="0"/>
              <a:pPr>
                <a:defRPr/>
              </a:pPr>
              <a:t>9/30/2024</a:t>
            </a:fld>
            <a:endParaRPr lang="en-IN"/>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B7BCB6B-2B7F-4E81-9458-04FB3B757F14}" type="slidenum">
              <a:rPr lang="en-IN">
                <a:solidFill>
                  <a:srgbClr val="045C75"/>
                </a:solidFill>
                <a:latin typeface="Constantia" panose="02030602050306030303" pitchFamily="18" charset="0"/>
              </a:rPr>
              <a:pPr eaLnBrk="1" hangingPunct="1"/>
              <a:t>52</a:t>
            </a:fld>
            <a:endParaRPr lang="en-IN">
              <a:solidFill>
                <a:srgbClr val="045C75"/>
              </a:solidFill>
              <a:latin typeface="Constantia" panose="02030602050306030303" pitchFamily="18" charset="0"/>
            </a:endParaRPr>
          </a:p>
        </p:txBody>
      </p:sp>
      <p:sp>
        <p:nvSpPr>
          <p:cNvPr id="6" name="Footer Placeholder 5"/>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14320486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483">
                                            <p:txEl>
                                              <p:pRg st="1" end="1"/>
                                            </p:txEl>
                                          </p:spTgt>
                                        </p:tgtEl>
                                        <p:attrNameLst>
                                          <p:attrName>style.visibility</p:attrName>
                                        </p:attrNameLst>
                                      </p:cBhvr>
                                      <p:to>
                                        <p:strVal val="visible"/>
                                      </p:to>
                                    </p:set>
                                    <p:anim calcmode="lin" valueType="num">
                                      <p:cBhvr additive="base">
                                        <p:cTn id="13"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4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483">
                                            <p:txEl>
                                              <p:pRg st="2" end="2"/>
                                            </p:txEl>
                                          </p:spTgt>
                                        </p:tgtEl>
                                        <p:attrNameLst>
                                          <p:attrName>style.visibility</p:attrName>
                                        </p:attrNameLst>
                                      </p:cBhvr>
                                      <p:to>
                                        <p:strVal val="visible"/>
                                      </p:to>
                                    </p:set>
                                    <p:anim calcmode="lin" valueType="num">
                                      <p:cBhvr additive="base">
                                        <p:cTn id="19"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483">
                                            <p:txEl>
                                              <p:pRg st="2" end="2"/>
                                            </p:txEl>
                                          </p:spTgt>
                                        </p:tgtEl>
                                        <p:attrNameLst>
                                          <p:attrName>ppt_y</p:attrName>
                                        </p:attrNameLst>
                                      </p:cBhvr>
                                      <p:tavLst>
                                        <p:tav tm="0">
                                          <p:val>
                                            <p:strVal val="1+#ppt_h/2"/>
                                          </p:val>
                                        </p:tav>
                                        <p:tav tm="100000">
                                          <p:val>
                                            <p:strVal val="#ppt_y"/>
                                          </p:val>
                                        </p:tav>
                                      </p:tavLst>
                                    </p:anim>
                                  </p:childTnLst>
                                </p:cTn>
                              </p:par>
                            </p:childTnLst>
                          </p:cTn>
                        </p:par>
                        <p:par>
                          <p:cTn id="21" fill="hold" nodeType="afterGroup">
                            <p:stCondLst>
                              <p:cond delay="500"/>
                            </p:stCondLst>
                            <p:childTnLst>
                              <p:par>
                                <p:cTn id="22" presetID="2" presetClass="entr" presetSubtype="4" fill="hold" grpId="0" nodeType="afterEffect">
                                  <p:stCondLst>
                                    <p:cond delay="0"/>
                                  </p:stCondLst>
                                  <p:childTnLst>
                                    <p:set>
                                      <p:cBhvr>
                                        <p:cTn id="23" dur="1" fill="hold">
                                          <p:stCondLst>
                                            <p:cond delay="0"/>
                                          </p:stCondLst>
                                        </p:cTn>
                                        <p:tgtEl>
                                          <p:spTgt spid="20483">
                                            <p:txEl>
                                              <p:pRg st="3" end="3"/>
                                            </p:txEl>
                                          </p:spTgt>
                                        </p:tgtEl>
                                        <p:attrNameLst>
                                          <p:attrName>style.visibility</p:attrName>
                                        </p:attrNameLst>
                                      </p:cBhvr>
                                      <p:to>
                                        <p:strVal val="visible"/>
                                      </p:to>
                                    </p:set>
                                    <p:anim calcmode="lin" valueType="num">
                                      <p:cBhvr additive="base">
                                        <p:cTn id="24" dur="10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25" dur="1000" fill="hold"/>
                                        <p:tgtEl>
                                          <p:spTgt spid="20483">
                                            <p:txEl>
                                              <p:pRg st="3" end="3"/>
                                            </p:txEl>
                                          </p:spTgt>
                                        </p:tgtEl>
                                        <p:attrNameLst>
                                          <p:attrName>ppt_y</p:attrName>
                                        </p:attrNameLst>
                                      </p:cBhvr>
                                      <p:tavLst>
                                        <p:tav tm="0">
                                          <p:val>
                                            <p:strVal val="1+#ppt_h/2"/>
                                          </p:val>
                                        </p:tav>
                                        <p:tav tm="100000">
                                          <p:val>
                                            <p:strVal val="#ppt_y"/>
                                          </p:val>
                                        </p:tav>
                                      </p:tavLst>
                                    </p:anim>
                                  </p:childTnLst>
                                </p:cTn>
                              </p:par>
                            </p:childTnLst>
                          </p:cTn>
                        </p:par>
                        <p:par>
                          <p:cTn id="26" fill="hold" nodeType="afterGroup">
                            <p:stCondLst>
                              <p:cond delay="1500"/>
                            </p:stCondLst>
                            <p:childTnLst>
                              <p:par>
                                <p:cTn id="27" presetID="2" presetClass="entr" presetSubtype="4" fill="hold" grpId="0" nodeType="afterEffect">
                                  <p:stCondLst>
                                    <p:cond delay="0"/>
                                  </p:stCondLst>
                                  <p:childTnLst>
                                    <p:set>
                                      <p:cBhvr>
                                        <p:cTn id="28" dur="1" fill="hold">
                                          <p:stCondLst>
                                            <p:cond delay="0"/>
                                          </p:stCondLst>
                                        </p:cTn>
                                        <p:tgtEl>
                                          <p:spTgt spid="20483">
                                            <p:txEl>
                                              <p:pRg st="4" end="4"/>
                                            </p:txEl>
                                          </p:spTgt>
                                        </p:tgtEl>
                                        <p:attrNameLst>
                                          <p:attrName>style.visibility</p:attrName>
                                        </p:attrNameLst>
                                      </p:cBhvr>
                                      <p:to>
                                        <p:strVal val="visible"/>
                                      </p:to>
                                    </p:set>
                                    <p:anim calcmode="lin" valueType="num">
                                      <p:cBhvr additive="base">
                                        <p:cTn id="29" dur="10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additive="base">
                                        <p:cTn id="30" dur="1000" fill="hold"/>
                                        <p:tgtEl>
                                          <p:spTgt spid="20483">
                                            <p:txEl>
                                              <p:pRg st="4" end="4"/>
                                            </p:txEl>
                                          </p:spTgt>
                                        </p:tgtEl>
                                        <p:attrNameLst>
                                          <p:attrName>ppt_y</p:attrName>
                                        </p:attrNameLst>
                                      </p:cBhvr>
                                      <p:tavLst>
                                        <p:tav tm="0">
                                          <p:val>
                                            <p:strVal val="1+#ppt_h/2"/>
                                          </p:val>
                                        </p:tav>
                                        <p:tav tm="100000">
                                          <p:val>
                                            <p:strVal val="#ppt_y"/>
                                          </p:val>
                                        </p:tav>
                                      </p:tavLst>
                                    </p:anim>
                                  </p:childTnLst>
                                </p:cTn>
                              </p:par>
                            </p:childTnLst>
                          </p:cTn>
                        </p:par>
                        <p:par>
                          <p:cTn id="31" fill="hold" nodeType="afterGroup">
                            <p:stCondLst>
                              <p:cond delay="2500"/>
                            </p:stCondLst>
                            <p:childTnLst>
                              <p:par>
                                <p:cTn id="32" presetID="2" presetClass="entr" presetSubtype="4" fill="hold" grpId="0" nodeType="afterEffect">
                                  <p:stCondLst>
                                    <p:cond delay="0"/>
                                  </p:stCondLst>
                                  <p:childTnLst>
                                    <p:set>
                                      <p:cBhvr>
                                        <p:cTn id="33" dur="1" fill="hold">
                                          <p:stCondLst>
                                            <p:cond delay="0"/>
                                          </p:stCondLst>
                                        </p:cTn>
                                        <p:tgtEl>
                                          <p:spTgt spid="20483">
                                            <p:txEl>
                                              <p:pRg st="5" end="5"/>
                                            </p:txEl>
                                          </p:spTgt>
                                        </p:tgtEl>
                                        <p:attrNameLst>
                                          <p:attrName>style.visibility</p:attrName>
                                        </p:attrNameLst>
                                      </p:cBhvr>
                                      <p:to>
                                        <p:strVal val="visible"/>
                                      </p:to>
                                    </p:set>
                                    <p:anim calcmode="lin" valueType="num">
                                      <p:cBhvr additive="base">
                                        <p:cTn id="34" dur="1000" fill="hold"/>
                                        <p:tgtEl>
                                          <p:spTgt spid="20483">
                                            <p:txEl>
                                              <p:pRg st="5" end="5"/>
                                            </p:txEl>
                                          </p:spTgt>
                                        </p:tgtEl>
                                        <p:attrNameLst>
                                          <p:attrName>ppt_x</p:attrName>
                                        </p:attrNameLst>
                                      </p:cBhvr>
                                      <p:tavLst>
                                        <p:tav tm="0">
                                          <p:val>
                                            <p:strVal val="#ppt_x"/>
                                          </p:val>
                                        </p:tav>
                                        <p:tav tm="100000">
                                          <p:val>
                                            <p:strVal val="#ppt_x"/>
                                          </p:val>
                                        </p:tav>
                                      </p:tavLst>
                                    </p:anim>
                                    <p:anim calcmode="lin" valueType="num">
                                      <p:cBhvr additive="base">
                                        <p:cTn id="35" dur="1000" fill="hold"/>
                                        <p:tgtEl>
                                          <p:spTgt spid="2048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20483">
                                            <p:txEl>
                                              <p:pRg st="12" end="12"/>
                                            </p:txEl>
                                          </p:spTgt>
                                        </p:tgtEl>
                                        <p:attrNameLst>
                                          <p:attrName>style.visibility</p:attrName>
                                        </p:attrNameLst>
                                      </p:cBhvr>
                                      <p:to>
                                        <p:strVal val="visible"/>
                                      </p:to>
                                    </p:set>
                                    <p:anim calcmode="lin" valueType="num">
                                      <p:cBhvr additive="base">
                                        <p:cTn id="40" dur="500" fill="hold"/>
                                        <p:tgtEl>
                                          <p:spTgt spid="20483">
                                            <p:txEl>
                                              <p:pRg st="12" end="12"/>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2048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20483">
                                            <p:txEl>
                                              <p:pRg st="6" end="6"/>
                                            </p:txEl>
                                          </p:spTgt>
                                        </p:tgtEl>
                                        <p:attrNameLst>
                                          <p:attrName>style.visibility</p:attrName>
                                        </p:attrNameLst>
                                      </p:cBhvr>
                                      <p:to>
                                        <p:strVal val="visible"/>
                                      </p:to>
                                    </p:set>
                                    <p:anim calcmode="lin" valueType="num">
                                      <p:cBhvr additive="base">
                                        <p:cTn id="46" dur="500" fill="hold"/>
                                        <p:tgtEl>
                                          <p:spTgt spid="20483">
                                            <p:txEl>
                                              <p:pRg st="6" end="6"/>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20483">
                                            <p:txEl>
                                              <p:pRg st="6" end="6"/>
                                            </p:txEl>
                                          </p:spTgt>
                                        </p:tgtEl>
                                        <p:attrNameLst>
                                          <p:attrName>ppt_y</p:attrName>
                                        </p:attrNameLst>
                                      </p:cBhvr>
                                      <p:tavLst>
                                        <p:tav tm="0">
                                          <p:val>
                                            <p:strVal val="1+#ppt_h/2"/>
                                          </p:val>
                                        </p:tav>
                                        <p:tav tm="100000">
                                          <p:val>
                                            <p:strVal val="#ppt_y"/>
                                          </p:val>
                                        </p:tav>
                                      </p:tavLst>
                                    </p:anim>
                                  </p:childTnLst>
                                </p:cTn>
                              </p:par>
                              <p:par>
                                <p:cTn id="48" presetID="34" presetClass="exit" presetSubtype="0" fill="hold" nodeType="withEffect">
                                  <p:stCondLst>
                                    <p:cond delay="0"/>
                                  </p:stCondLst>
                                  <p:childTnLst>
                                    <p:anim from="(ppt_x)" to="(ppt_x+1)" calcmode="lin" valueType="num">
                                      <p:cBhvr>
                                        <p:cTn id="49" dur="1000">
                                          <p:stCondLst>
                                            <p:cond delay="0"/>
                                          </p:stCondLst>
                                        </p:cTn>
                                        <p:tgtEl>
                                          <p:spTgt spid="20483">
                                            <p:txEl>
                                              <p:pRg st="12" end="12"/>
                                            </p:txEl>
                                          </p:spTgt>
                                        </p:tgtEl>
                                        <p:attrNameLst>
                                          <p:attrName>ppt_x</p:attrName>
                                        </p:attrNameLst>
                                      </p:cBhvr>
                                    </p:anim>
                                    <p:anim from="0" to="-1.0" calcmode="lin" valueType="num">
                                      <p:cBhvr>
                                        <p:cTn id="50" dur="200" accel="50000">
                                          <p:stCondLst>
                                            <p:cond delay="0"/>
                                          </p:stCondLst>
                                        </p:cTn>
                                        <p:tgtEl>
                                          <p:spTgt spid="20483">
                                            <p:txEl>
                                              <p:pRg st="12" end="12"/>
                                            </p:txEl>
                                          </p:spTgt>
                                        </p:tgtEl>
                                        <p:attrNameLst>
                                          <p:attrName>xshear</p:attrName>
                                        </p:attrNameLst>
                                      </p:cBhvr>
                                    </p:anim>
                                    <p:set>
                                      <p:cBhvr>
                                        <p:cTn id="51" dur="800">
                                          <p:stCondLst>
                                            <p:cond delay="200"/>
                                          </p:stCondLst>
                                        </p:cTn>
                                        <p:tgtEl>
                                          <p:spTgt spid="20483">
                                            <p:txEl>
                                              <p:pRg st="12" end="12"/>
                                            </p:txEl>
                                          </p:spTgt>
                                        </p:tgtEl>
                                        <p:attrNameLst>
                                          <p:attrName>xshear</p:attrName>
                                        </p:attrNameLst>
                                      </p:cBhvr>
                                      <p:to>
                                        <p:strVal val="-1.0"/>
                                      </p:to>
                                    </p:set>
                                    <p:set>
                                      <p:cBhvr>
                                        <p:cTn id="52" dur="1" fill="hold">
                                          <p:stCondLst>
                                            <p:cond delay="999"/>
                                          </p:stCondLst>
                                        </p:cTn>
                                        <p:tgtEl>
                                          <p:spTgt spid="20483">
                                            <p:txEl>
                                              <p:pRg st="12" end="12"/>
                                            </p:txEl>
                                          </p:spTgt>
                                        </p:tgtEl>
                                        <p:attrNameLst>
                                          <p:attrName>style.visibility</p:attrName>
                                        </p:attrNameLst>
                                      </p:cBhvr>
                                      <p:to>
                                        <p:strVal val="hidden"/>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20483">
                                            <p:txEl>
                                              <p:pRg st="7" end="7"/>
                                            </p:txEl>
                                          </p:spTgt>
                                        </p:tgtEl>
                                        <p:attrNameLst>
                                          <p:attrName>style.visibility</p:attrName>
                                        </p:attrNameLst>
                                      </p:cBhvr>
                                      <p:to>
                                        <p:strVal val="visible"/>
                                      </p:to>
                                    </p:set>
                                    <p:anim calcmode="lin" valueType="num">
                                      <p:cBhvr additive="base">
                                        <p:cTn id="57" dur="500" fill="hold"/>
                                        <p:tgtEl>
                                          <p:spTgt spid="20483">
                                            <p:txEl>
                                              <p:pRg st="7" end="7"/>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2048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20483">
                                            <p:txEl>
                                              <p:pRg st="8" end="8"/>
                                            </p:txEl>
                                          </p:spTgt>
                                        </p:tgtEl>
                                        <p:attrNameLst>
                                          <p:attrName>style.visibility</p:attrName>
                                        </p:attrNameLst>
                                      </p:cBhvr>
                                      <p:to>
                                        <p:strVal val="visible"/>
                                      </p:to>
                                    </p:set>
                                    <p:anim calcmode="lin" valueType="num">
                                      <p:cBhvr additive="base">
                                        <p:cTn id="63" dur="500" fill="hold"/>
                                        <p:tgtEl>
                                          <p:spTgt spid="20483">
                                            <p:txEl>
                                              <p:pRg st="8" end="8"/>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2048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20483">
                                            <p:txEl>
                                              <p:pRg st="9" end="9"/>
                                            </p:txEl>
                                          </p:spTgt>
                                        </p:tgtEl>
                                        <p:attrNameLst>
                                          <p:attrName>style.visibility</p:attrName>
                                        </p:attrNameLst>
                                      </p:cBhvr>
                                      <p:to>
                                        <p:strVal val="visible"/>
                                      </p:to>
                                    </p:set>
                                    <p:anim calcmode="lin" valueType="num">
                                      <p:cBhvr additive="base">
                                        <p:cTn id="69" dur="500" fill="hold"/>
                                        <p:tgtEl>
                                          <p:spTgt spid="20483">
                                            <p:txEl>
                                              <p:pRg st="9" end="9"/>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2048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20483">
                                            <p:txEl>
                                              <p:pRg st="10" end="10"/>
                                            </p:txEl>
                                          </p:spTgt>
                                        </p:tgtEl>
                                        <p:attrNameLst>
                                          <p:attrName>style.visibility</p:attrName>
                                        </p:attrNameLst>
                                      </p:cBhvr>
                                      <p:to>
                                        <p:strVal val="visible"/>
                                      </p:to>
                                    </p:set>
                                    <p:anim calcmode="lin" valueType="num">
                                      <p:cBhvr additive="base">
                                        <p:cTn id="75" dur="500" fill="hold"/>
                                        <p:tgtEl>
                                          <p:spTgt spid="20483">
                                            <p:txEl>
                                              <p:pRg st="10" end="10"/>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2048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20483">
                                            <p:txEl>
                                              <p:pRg st="11" end="11"/>
                                            </p:txEl>
                                          </p:spTgt>
                                        </p:tgtEl>
                                        <p:attrNameLst>
                                          <p:attrName>style.visibility</p:attrName>
                                        </p:attrNameLst>
                                      </p:cBhvr>
                                      <p:to>
                                        <p:strVal val="visible"/>
                                      </p:to>
                                    </p:set>
                                    <p:anim calcmode="lin" valueType="num">
                                      <p:cBhvr additive="base">
                                        <p:cTn id="81" dur="500" fill="hold"/>
                                        <p:tgtEl>
                                          <p:spTgt spid="20483">
                                            <p:txEl>
                                              <p:pRg st="11" end="11"/>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2048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34" presetClass="entr" presetSubtype="0" fill="hold" nodeType="clickEffect">
                                  <p:stCondLst>
                                    <p:cond delay="0"/>
                                  </p:stCondLst>
                                  <p:childTnLst>
                                    <p:set>
                                      <p:cBhvr>
                                        <p:cTn id="86" dur="1" fill="hold">
                                          <p:stCondLst>
                                            <p:cond delay="0"/>
                                          </p:stCondLst>
                                        </p:cTn>
                                        <p:tgtEl>
                                          <p:spTgt spid="20483">
                                            <p:txEl>
                                              <p:pRg st="12" end="12"/>
                                            </p:txEl>
                                          </p:spTgt>
                                        </p:tgtEl>
                                        <p:attrNameLst>
                                          <p:attrName>style.visibility</p:attrName>
                                        </p:attrNameLst>
                                      </p:cBhvr>
                                      <p:to>
                                        <p:strVal val="visible"/>
                                      </p:to>
                                    </p:set>
                                    <p:anim from="(-#ppt_w/2)" to="(#ppt_x)" calcmode="lin" valueType="num">
                                      <p:cBhvr>
                                        <p:cTn id="87" dur="600" fill="hold">
                                          <p:stCondLst>
                                            <p:cond delay="0"/>
                                          </p:stCondLst>
                                        </p:cTn>
                                        <p:tgtEl>
                                          <p:spTgt spid="20483">
                                            <p:txEl>
                                              <p:pRg st="12" end="12"/>
                                            </p:txEl>
                                          </p:spTgt>
                                        </p:tgtEl>
                                        <p:attrNameLst>
                                          <p:attrName>ppt_x</p:attrName>
                                        </p:attrNameLst>
                                      </p:cBhvr>
                                    </p:anim>
                                    <p:anim from="0" to="-1.0" calcmode="lin" valueType="num">
                                      <p:cBhvr>
                                        <p:cTn id="88" dur="200" decel="50000" autoRev="1" fill="hold">
                                          <p:stCondLst>
                                            <p:cond delay="600"/>
                                          </p:stCondLst>
                                        </p:cTn>
                                        <p:tgtEl>
                                          <p:spTgt spid="20483">
                                            <p:txEl>
                                              <p:pRg st="12" end="12"/>
                                            </p:txEl>
                                          </p:spTgt>
                                        </p:tgtEl>
                                        <p:attrNameLst>
                                          <p:attrName>xshear</p:attrName>
                                        </p:attrNameLst>
                                      </p:cBhvr>
                                    </p:anim>
                                    <p:animScale>
                                      <p:cBhvr>
                                        <p:cTn id="89" dur="200" decel="100000" autoRev="1" fill="hold">
                                          <p:stCondLst>
                                            <p:cond delay="600"/>
                                          </p:stCondLst>
                                        </p:cTn>
                                        <p:tgtEl>
                                          <p:spTgt spid="20483">
                                            <p:txEl>
                                              <p:pRg st="12" end="12"/>
                                            </p:txEl>
                                          </p:spTgt>
                                        </p:tgtEl>
                                      </p:cBhvr>
                                      <p:from x="100000" y="100000"/>
                                      <p:to x="80000" y="100000"/>
                                    </p:animScale>
                                    <p:anim by="(#ppt_h/3+#ppt_w*0.1)" calcmode="lin" valueType="num">
                                      <p:cBhvr additive="sum">
                                        <p:cTn id="90" dur="200" decel="100000" autoRev="1" fill="hold">
                                          <p:stCondLst>
                                            <p:cond delay="600"/>
                                          </p:stCondLst>
                                        </p:cTn>
                                        <p:tgtEl>
                                          <p:spTgt spid="20483">
                                            <p:txEl>
                                              <p:pRg st="12" end="12"/>
                                            </p:txEl>
                                          </p:spTgt>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1981200" y="620713"/>
            <a:ext cx="8229600" cy="1008062"/>
          </a:xfrm>
        </p:spPr>
        <p:txBody>
          <a:bodyPr>
            <a:normAutofit fontScale="90000"/>
          </a:bodyPr>
          <a:lstStyle/>
          <a:p>
            <a:pPr algn="ctr"/>
            <a:r>
              <a:rPr lang="en-US" sz="3200"/>
              <a:t>Possible Values for Front  F and Rear R in Linear Queue</a:t>
            </a:r>
          </a:p>
        </p:txBody>
      </p:sp>
      <p:sp>
        <p:nvSpPr>
          <p:cNvPr id="16387" name="Content Placeholder 2"/>
          <p:cNvSpPr>
            <a:spLocks noGrp="1"/>
          </p:cNvSpPr>
          <p:nvPr>
            <p:ph idx="1"/>
          </p:nvPr>
        </p:nvSpPr>
        <p:spPr>
          <a:xfrm>
            <a:off x="1981200" y="1935164"/>
            <a:ext cx="8229600" cy="4662487"/>
          </a:xfrm>
        </p:spPr>
        <p:txBody>
          <a:bodyPr/>
          <a:lstStyle/>
          <a:p>
            <a:pPr>
              <a:defRPr/>
            </a:pPr>
            <a:r>
              <a:rPr lang="en-US" dirty="0">
                <a:latin typeface="Times New Roman" pitchFamily="18" charset="0"/>
                <a:cs typeface="Times New Roman" pitchFamily="18" charset="0"/>
              </a:rPr>
              <a:t>Assume Queue of Size of N Elements (i.e. Q[0…. N-1] ).</a:t>
            </a:r>
          </a:p>
          <a:p>
            <a:pPr marL="514350" indent="-514350">
              <a:buFont typeface="+mj-lt"/>
              <a:buAutoNum type="arabicPeriod"/>
              <a:defRPr/>
            </a:pPr>
            <a:r>
              <a:rPr lang="en-US" dirty="0">
                <a:latin typeface="Times New Roman" pitchFamily="18" charset="0"/>
                <a:cs typeface="Times New Roman" pitchFamily="18" charset="0"/>
              </a:rPr>
              <a:t>F = -1 and R= -1   </a:t>
            </a:r>
            <a:r>
              <a:rPr lang="en-US" dirty="0">
                <a:latin typeface="Times New Roman" pitchFamily="18" charset="0"/>
                <a:cs typeface="Times New Roman" pitchFamily="18" charset="0"/>
                <a:sym typeface="Wingdings" pitchFamily="2" charset="2"/>
              </a:rPr>
              <a:t> Empty Q</a:t>
            </a:r>
          </a:p>
          <a:p>
            <a:pPr marL="514350" indent="-514350">
              <a:buFont typeface="+mj-lt"/>
              <a:buAutoNum type="arabicPeriod"/>
              <a:defRPr/>
            </a:pPr>
            <a:r>
              <a:rPr lang="en-US" dirty="0">
                <a:latin typeface="Times New Roman" pitchFamily="18" charset="0"/>
                <a:cs typeface="Times New Roman" pitchFamily="18" charset="0"/>
                <a:sym typeface="Wingdings" pitchFamily="2" charset="2"/>
              </a:rPr>
              <a:t>F= 0  and R =0      only one element present in the Q</a:t>
            </a:r>
          </a:p>
          <a:p>
            <a:pPr marL="514350" indent="-514350">
              <a:buFont typeface="+mj-lt"/>
              <a:buAutoNum type="arabicPeriod"/>
              <a:defRPr/>
            </a:pPr>
            <a:r>
              <a:rPr lang="en-US" dirty="0">
                <a:latin typeface="Times New Roman" pitchFamily="18" charset="0"/>
                <a:cs typeface="Times New Roman" pitchFamily="18" charset="0"/>
                <a:sym typeface="Wingdings" pitchFamily="2" charset="2"/>
              </a:rPr>
              <a:t>F = R != -1            only one element present in the Q </a:t>
            </a:r>
          </a:p>
          <a:p>
            <a:pPr marL="514350" indent="-514350">
              <a:buFont typeface="+mj-lt"/>
              <a:buAutoNum type="arabicPeriod"/>
              <a:defRPr/>
            </a:pPr>
            <a:r>
              <a:rPr lang="en-US" dirty="0">
                <a:latin typeface="Times New Roman" pitchFamily="18" charset="0"/>
                <a:cs typeface="Times New Roman" pitchFamily="18" charset="0"/>
                <a:sym typeface="Wingdings" pitchFamily="2" charset="2"/>
              </a:rPr>
              <a:t>F=0 and R=N-1    Q is Full</a:t>
            </a:r>
          </a:p>
          <a:p>
            <a:pPr marL="514350" indent="-514350">
              <a:buFont typeface="+mj-lt"/>
              <a:buAutoNum type="arabicPeriod"/>
              <a:defRPr/>
            </a:pPr>
            <a:r>
              <a:rPr lang="en-US" dirty="0">
                <a:latin typeface="Times New Roman" pitchFamily="18" charset="0"/>
                <a:cs typeface="Times New Roman" pitchFamily="18" charset="0"/>
                <a:sym typeface="Wingdings" pitchFamily="2" charset="2"/>
              </a:rPr>
              <a:t>R= N-1                  Q is Full</a:t>
            </a:r>
          </a:p>
          <a:p>
            <a:pPr marL="514350" indent="-514350">
              <a:buFont typeface="+mj-lt"/>
              <a:buAutoNum type="arabicPeriod"/>
              <a:defRPr/>
            </a:pPr>
            <a:r>
              <a:rPr lang="en-US" dirty="0">
                <a:latin typeface="Times New Roman" pitchFamily="18" charset="0"/>
                <a:cs typeface="Times New Roman" pitchFamily="18" charset="0"/>
                <a:sym typeface="Wingdings" pitchFamily="2" charset="2"/>
              </a:rPr>
              <a:t>R= N-1  F € (0 to N-1)  Q is Full</a:t>
            </a:r>
          </a:p>
          <a:p>
            <a:pPr marL="514350" indent="-514350">
              <a:buNone/>
              <a:defRPr/>
            </a:pPr>
            <a:r>
              <a:rPr lang="en-US" sz="2000" dirty="0">
                <a:solidFill>
                  <a:schemeClr val="accent1"/>
                </a:solidFill>
                <a:latin typeface="Times New Roman" pitchFamily="18" charset="0"/>
                <a:cs typeface="Times New Roman" pitchFamily="18" charset="0"/>
                <a:sym typeface="Wingdings" pitchFamily="2" charset="2"/>
              </a:rPr>
              <a:t>Note1: R= N-1  F € (1 to N-1)  Q is full even it has space to store more elements  i.e.</a:t>
            </a:r>
            <a:r>
              <a:rPr lang="en-US" sz="2000" dirty="0">
                <a:latin typeface="Times New Roman" pitchFamily="18" charset="0"/>
                <a:cs typeface="Times New Roman" pitchFamily="18" charset="0"/>
                <a:sym typeface="Wingdings" pitchFamily="2" charset="2"/>
              </a:rPr>
              <a:t> </a:t>
            </a:r>
            <a:r>
              <a:rPr lang="en-US" sz="2000" b="1" dirty="0">
                <a:solidFill>
                  <a:schemeClr val="accent1"/>
                </a:solidFill>
                <a:latin typeface="Times New Roman" pitchFamily="18" charset="0"/>
                <a:cs typeface="Times New Roman" pitchFamily="18" charset="0"/>
                <a:sym typeface="Wingdings" pitchFamily="2" charset="2"/>
              </a:rPr>
              <a:t>Disadvantage of Linear Queue</a:t>
            </a:r>
          </a:p>
          <a:p>
            <a:pPr marL="514350" indent="-514350">
              <a:buNone/>
              <a:defRPr/>
            </a:pPr>
            <a:r>
              <a:rPr lang="en-US" dirty="0">
                <a:solidFill>
                  <a:srgbClr val="FF0000"/>
                </a:solidFill>
                <a:latin typeface="Times New Roman" pitchFamily="18" charset="0"/>
                <a:cs typeface="Times New Roman" pitchFamily="18" charset="0"/>
                <a:sym typeface="Wingdings" pitchFamily="2" charset="2"/>
              </a:rPr>
              <a:t>Note2:   [F= -1 and R € (0 to N-1) ]OR [F € (0 to N-1) and R=N-1]  impossible Case.</a:t>
            </a:r>
          </a:p>
          <a:p>
            <a:pPr marL="514350" indent="-514350">
              <a:buNone/>
              <a:defRPr/>
            </a:pPr>
            <a:r>
              <a:rPr lang="en-US" sz="2000" dirty="0">
                <a:solidFill>
                  <a:srgbClr val="FF0000"/>
                </a:solidFill>
                <a:latin typeface="Times New Roman" pitchFamily="18" charset="0"/>
                <a:cs typeface="Times New Roman" pitchFamily="18" charset="0"/>
                <a:sym typeface="Wingdings" pitchFamily="2" charset="2"/>
              </a:rPr>
              <a:t>  That means Both pointers F and R Either will be inside or Out side of Queue</a:t>
            </a:r>
          </a:p>
          <a:p>
            <a:pPr marL="514350" indent="-514350">
              <a:buFont typeface="+mj-lt"/>
              <a:buAutoNum type="arabicPeriod"/>
              <a:defRPr/>
            </a:pPr>
            <a:endParaRPr lang="en-US" dirty="0">
              <a:latin typeface="Times New Roman" pitchFamily="18" charset="0"/>
              <a:cs typeface="Times New Roman" pitchFamily="18" charset="0"/>
              <a:sym typeface="Wingdings" pitchFamily="2" charset="2"/>
            </a:endParaRPr>
          </a:p>
          <a:p>
            <a:pPr marL="514350" indent="-514350">
              <a:buFont typeface="+mj-lt"/>
              <a:buAutoNum type="arabicPeriod"/>
              <a:defRPr/>
            </a:pPr>
            <a:endParaRPr lang="en-US" dirty="0">
              <a:latin typeface="Times New Roman" pitchFamily="18" charset="0"/>
              <a:cs typeface="Times New Roman" pitchFamily="18" charset="0"/>
              <a:sym typeface="Wingdings" pitchFamily="2" charset="2"/>
            </a:endParaRPr>
          </a:p>
          <a:p>
            <a:pPr>
              <a:defRPr/>
            </a:pPr>
            <a:endParaRPr lang="en-US" dirty="0">
              <a:latin typeface="Times New Roman" pitchFamily="18" charset="0"/>
              <a:cs typeface="Times New Roman" pitchFamily="18" charset="0"/>
            </a:endParaRPr>
          </a:p>
          <a:p>
            <a:pPr>
              <a:defRPr/>
            </a:pPr>
            <a:endParaRPr lang="en-US" dirty="0">
              <a:latin typeface="Times New Roman" pitchFamily="18" charset="0"/>
              <a:cs typeface="Times New Roman" pitchFamily="18" charset="0"/>
            </a:endParaRPr>
          </a:p>
        </p:txBody>
      </p:sp>
      <p:sp>
        <p:nvSpPr>
          <p:cNvPr id="4" name="Right Brace 3"/>
          <p:cNvSpPr/>
          <p:nvPr/>
        </p:nvSpPr>
        <p:spPr>
          <a:xfrm>
            <a:off x="7680325" y="3933825"/>
            <a:ext cx="503238" cy="1079500"/>
          </a:xfrm>
          <a:prstGeom prst="righ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p>
        </p:txBody>
      </p:sp>
      <p:sp>
        <p:nvSpPr>
          <p:cNvPr id="21509" name="TextBox 5"/>
          <p:cNvSpPr txBox="1">
            <a:spLocks noChangeArrowheads="1"/>
          </p:cNvSpPr>
          <p:nvPr/>
        </p:nvSpPr>
        <p:spPr bwMode="auto">
          <a:xfrm>
            <a:off x="8112126" y="4017964"/>
            <a:ext cx="22320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solidFill>
                  <a:schemeClr val="accent1"/>
                </a:solidFill>
              </a:rPr>
              <a:t>No further Enqueue Operation  till </a:t>
            </a:r>
          </a:p>
          <a:p>
            <a:pPr algn="ctr" eaLnBrk="1" hangingPunct="1"/>
            <a:r>
              <a:rPr lang="en-US">
                <a:solidFill>
                  <a:schemeClr val="accent1"/>
                </a:solidFill>
              </a:rPr>
              <a:t>R= N-1</a:t>
            </a:r>
          </a:p>
        </p:txBody>
      </p:sp>
      <p:sp>
        <p:nvSpPr>
          <p:cNvPr id="6" name="Date Placeholder 5"/>
          <p:cNvSpPr>
            <a:spLocks noGrp="1"/>
          </p:cNvSpPr>
          <p:nvPr>
            <p:ph type="dt" sz="quarter" idx="10"/>
          </p:nvPr>
        </p:nvSpPr>
        <p:spPr/>
        <p:txBody>
          <a:bodyPr/>
          <a:lstStyle/>
          <a:p>
            <a:pPr>
              <a:defRPr/>
            </a:pPr>
            <a:fld id="{57136516-0A2B-4A4A-8BE2-F239D9CB5AF0}" type="datetime1">
              <a:rPr lang="en-US" smtClean="0"/>
              <a:pPr>
                <a:defRPr/>
              </a:pPr>
              <a:t>9/30/2024</a:t>
            </a:fld>
            <a:endParaRPr lang="en-IN"/>
          </a:p>
        </p:txBody>
      </p:sp>
      <p:sp>
        <p:nvSpPr>
          <p:cNvPr id="7" name="Slide Number Placeholder 6"/>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17CB94D-A03D-417C-8DFB-1BF15360DA01}" type="slidenum">
              <a:rPr lang="en-IN">
                <a:solidFill>
                  <a:srgbClr val="045C75"/>
                </a:solidFill>
                <a:latin typeface="Constantia" panose="02030602050306030303" pitchFamily="18" charset="0"/>
              </a:rPr>
              <a:pPr eaLnBrk="1" hangingPunct="1"/>
              <a:t>53</a:t>
            </a:fld>
            <a:endParaRPr lang="en-IN">
              <a:solidFill>
                <a:srgbClr val="045C75"/>
              </a:solidFill>
              <a:latin typeface="Constantia" panose="02030602050306030303" pitchFamily="18" charset="0"/>
            </a:endParaRPr>
          </a:p>
        </p:txBody>
      </p:sp>
      <p:sp>
        <p:nvSpPr>
          <p:cNvPr id="8" name="Footer Placeholder 7"/>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20777028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 from="(-#ppt_w/2)" to="(#ppt_x)" calcmode="lin" valueType="num">
                                      <p:cBhvr>
                                        <p:cTn id="7" dur="600" fill="hold">
                                          <p:stCondLst>
                                            <p:cond delay="0"/>
                                          </p:stCondLst>
                                        </p:cTn>
                                        <p:tgtEl>
                                          <p:spTgt spid="16387">
                                            <p:txEl>
                                              <p:pRg st="0" end="0"/>
                                            </p:txEl>
                                          </p:spTgt>
                                        </p:tgtEl>
                                        <p:attrNameLst>
                                          <p:attrName>ppt_x</p:attrName>
                                        </p:attrNameLst>
                                      </p:cBhvr>
                                    </p:anim>
                                    <p:anim from="0" to="-1.0" calcmode="lin" valueType="num">
                                      <p:cBhvr>
                                        <p:cTn id="8" dur="200" decel="50000" autoRev="1" fill="hold">
                                          <p:stCondLst>
                                            <p:cond delay="600"/>
                                          </p:stCondLst>
                                        </p:cTn>
                                        <p:tgtEl>
                                          <p:spTgt spid="16387">
                                            <p:txEl>
                                              <p:pRg st="0" end="0"/>
                                            </p:txEl>
                                          </p:spTgt>
                                        </p:tgtEl>
                                        <p:attrNameLst>
                                          <p:attrName>xshear</p:attrName>
                                        </p:attrNameLst>
                                      </p:cBhvr>
                                    </p:anim>
                                    <p:animScale>
                                      <p:cBhvr>
                                        <p:cTn id="9" dur="200" decel="100000" autoRev="1" fill="hold">
                                          <p:stCondLst>
                                            <p:cond delay="600"/>
                                          </p:stCondLst>
                                        </p:cTn>
                                        <p:tgtEl>
                                          <p:spTgt spid="16387">
                                            <p:txEl>
                                              <p:pRg st="0" end="0"/>
                                            </p:txEl>
                                          </p:spTgt>
                                        </p:tgtEl>
                                      </p:cBhvr>
                                      <p:from x="100000" y="100000"/>
                                      <p:to x="80000" y="100000"/>
                                    </p:animScale>
                                    <p:anim by="(#ppt_h/3+#ppt_w*0.1)" calcmode="lin" valueType="num">
                                      <p:cBhvr additive="sum">
                                        <p:cTn id="10" dur="200" decel="100000" autoRev="1" fill="hold">
                                          <p:stCondLst>
                                            <p:cond delay="600"/>
                                          </p:stCondLst>
                                        </p:cTn>
                                        <p:tgtEl>
                                          <p:spTgt spid="16387">
                                            <p:txEl>
                                              <p:pRg st="0" end="0"/>
                                            </p:txEl>
                                          </p:spTgt>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4" presetClass="entr" presetSubtype="0" fill="hold" grpId="0" nodeType="clickEffect">
                                  <p:stCondLst>
                                    <p:cond delay="0"/>
                                  </p:stCondLst>
                                  <p:childTnLst>
                                    <p:set>
                                      <p:cBhvr>
                                        <p:cTn id="14" dur="1" fill="hold">
                                          <p:stCondLst>
                                            <p:cond delay="0"/>
                                          </p:stCondLst>
                                        </p:cTn>
                                        <p:tgtEl>
                                          <p:spTgt spid="16387">
                                            <p:txEl>
                                              <p:pRg st="1" end="1"/>
                                            </p:txEl>
                                          </p:spTgt>
                                        </p:tgtEl>
                                        <p:attrNameLst>
                                          <p:attrName>style.visibility</p:attrName>
                                        </p:attrNameLst>
                                      </p:cBhvr>
                                      <p:to>
                                        <p:strVal val="visible"/>
                                      </p:to>
                                    </p:set>
                                    <p:anim from="(-#ppt_w/2)" to="(#ppt_x)" calcmode="lin" valueType="num">
                                      <p:cBhvr>
                                        <p:cTn id="15" dur="600" fill="hold">
                                          <p:stCondLst>
                                            <p:cond delay="0"/>
                                          </p:stCondLst>
                                        </p:cTn>
                                        <p:tgtEl>
                                          <p:spTgt spid="16387">
                                            <p:txEl>
                                              <p:pRg st="1" end="1"/>
                                            </p:txEl>
                                          </p:spTgt>
                                        </p:tgtEl>
                                        <p:attrNameLst>
                                          <p:attrName>ppt_x</p:attrName>
                                        </p:attrNameLst>
                                      </p:cBhvr>
                                    </p:anim>
                                    <p:anim from="0" to="-1.0" calcmode="lin" valueType="num">
                                      <p:cBhvr>
                                        <p:cTn id="16" dur="200" decel="50000" autoRev="1" fill="hold">
                                          <p:stCondLst>
                                            <p:cond delay="600"/>
                                          </p:stCondLst>
                                        </p:cTn>
                                        <p:tgtEl>
                                          <p:spTgt spid="16387">
                                            <p:txEl>
                                              <p:pRg st="1" end="1"/>
                                            </p:txEl>
                                          </p:spTgt>
                                        </p:tgtEl>
                                        <p:attrNameLst>
                                          <p:attrName>xshear</p:attrName>
                                        </p:attrNameLst>
                                      </p:cBhvr>
                                    </p:anim>
                                    <p:animScale>
                                      <p:cBhvr>
                                        <p:cTn id="17" dur="200" decel="100000" autoRev="1" fill="hold">
                                          <p:stCondLst>
                                            <p:cond delay="600"/>
                                          </p:stCondLst>
                                        </p:cTn>
                                        <p:tgtEl>
                                          <p:spTgt spid="16387">
                                            <p:txEl>
                                              <p:pRg st="1" end="1"/>
                                            </p:txEl>
                                          </p:spTgt>
                                        </p:tgtEl>
                                      </p:cBhvr>
                                      <p:from x="100000" y="100000"/>
                                      <p:to x="80000" y="100000"/>
                                    </p:animScale>
                                    <p:anim by="(#ppt_h/3+#ppt_w*0.1)" calcmode="lin" valueType="num">
                                      <p:cBhvr additive="sum">
                                        <p:cTn id="18" dur="200" decel="100000" autoRev="1" fill="hold">
                                          <p:stCondLst>
                                            <p:cond delay="600"/>
                                          </p:stCondLst>
                                        </p:cTn>
                                        <p:tgtEl>
                                          <p:spTgt spid="16387">
                                            <p:txEl>
                                              <p:pRg st="1" end="1"/>
                                            </p:txEl>
                                          </p:spTgt>
                                        </p:tgtEl>
                                        <p:attrNameLst>
                                          <p:attrName>ppt_x</p:attrName>
                                        </p:attrNameLst>
                                      </p:cBhvr>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4" presetClass="entr" presetSubtype="0" fill="hold" grpId="0" nodeType="clickEffect">
                                  <p:stCondLst>
                                    <p:cond delay="0"/>
                                  </p:stCondLst>
                                  <p:childTnLst>
                                    <p:set>
                                      <p:cBhvr>
                                        <p:cTn id="22" dur="1" fill="hold">
                                          <p:stCondLst>
                                            <p:cond delay="0"/>
                                          </p:stCondLst>
                                        </p:cTn>
                                        <p:tgtEl>
                                          <p:spTgt spid="16387">
                                            <p:txEl>
                                              <p:pRg st="2" end="2"/>
                                            </p:txEl>
                                          </p:spTgt>
                                        </p:tgtEl>
                                        <p:attrNameLst>
                                          <p:attrName>style.visibility</p:attrName>
                                        </p:attrNameLst>
                                      </p:cBhvr>
                                      <p:to>
                                        <p:strVal val="visible"/>
                                      </p:to>
                                    </p:set>
                                    <p:anim from="(-#ppt_w/2)" to="(#ppt_x)" calcmode="lin" valueType="num">
                                      <p:cBhvr>
                                        <p:cTn id="23" dur="600" fill="hold">
                                          <p:stCondLst>
                                            <p:cond delay="0"/>
                                          </p:stCondLst>
                                        </p:cTn>
                                        <p:tgtEl>
                                          <p:spTgt spid="16387">
                                            <p:txEl>
                                              <p:pRg st="2" end="2"/>
                                            </p:txEl>
                                          </p:spTgt>
                                        </p:tgtEl>
                                        <p:attrNameLst>
                                          <p:attrName>ppt_x</p:attrName>
                                        </p:attrNameLst>
                                      </p:cBhvr>
                                    </p:anim>
                                    <p:anim from="0" to="-1.0" calcmode="lin" valueType="num">
                                      <p:cBhvr>
                                        <p:cTn id="24" dur="200" decel="50000" autoRev="1" fill="hold">
                                          <p:stCondLst>
                                            <p:cond delay="600"/>
                                          </p:stCondLst>
                                        </p:cTn>
                                        <p:tgtEl>
                                          <p:spTgt spid="16387">
                                            <p:txEl>
                                              <p:pRg st="2" end="2"/>
                                            </p:txEl>
                                          </p:spTgt>
                                        </p:tgtEl>
                                        <p:attrNameLst>
                                          <p:attrName>xshear</p:attrName>
                                        </p:attrNameLst>
                                      </p:cBhvr>
                                    </p:anim>
                                    <p:animScale>
                                      <p:cBhvr>
                                        <p:cTn id="25" dur="200" decel="100000" autoRev="1" fill="hold">
                                          <p:stCondLst>
                                            <p:cond delay="600"/>
                                          </p:stCondLst>
                                        </p:cTn>
                                        <p:tgtEl>
                                          <p:spTgt spid="16387">
                                            <p:txEl>
                                              <p:pRg st="2" end="2"/>
                                            </p:txEl>
                                          </p:spTgt>
                                        </p:tgtEl>
                                      </p:cBhvr>
                                      <p:from x="100000" y="100000"/>
                                      <p:to x="80000" y="100000"/>
                                    </p:animScale>
                                    <p:anim by="(#ppt_h/3+#ppt_w*0.1)" calcmode="lin" valueType="num">
                                      <p:cBhvr additive="sum">
                                        <p:cTn id="26" dur="200" decel="100000" autoRev="1" fill="hold">
                                          <p:stCondLst>
                                            <p:cond delay="600"/>
                                          </p:stCondLst>
                                        </p:cTn>
                                        <p:tgtEl>
                                          <p:spTgt spid="16387">
                                            <p:txEl>
                                              <p:pRg st="2" end="2"/>
                                            </p:txEl>
                                          </p:spTgt>
                                        </p:tgtEl>
                                        <p:attrNameLst>
                                          <p:attrName>ppt_x</p:attrName>
                                        </p:attrNameLst>
                                      </p:cBhvr>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34" presetClass="entr" presetSubtype="0" fill="hold" grpId="0" nodeType="clickEffect">
                                  <p:stCondLst>
                                    <p:cond delay="0"/>
                                  </p:stCondLst>
                                  <p:childTnLst>
                                    <p:set>
                                      <p:cBhvr>
                                        <p:cTn id="30" dur="1" fill="hold">
                                          <p:stCondLst>
                                            <p:cond delay="0"/>
                                          </p:stCondLst>
                                        </p:cTn>
                                        <p:tgtEl>
                                          <p:spTgt spid="16387">
                                            <p:txEl>
                                              <p:pRg st="3" end="3"/>
                                            </p:txEl>
                                          </p:spTgt>
                                        </p:tgtEl>
                                        <p:attrNameLst>
                                          <p:attrName>style.visibility</p:attrName>
                                        </p:attrNameLst>
                                      </p:cBhvr>
                                      <p:to>
                                        <p:strVal val="visible"/>
                                      </p:to>
                                    </p:set>
                                    <p:anim from="(-#ppt_w/2)" to="(#ppt_x)" calcmode="lin" valueType="num">
                                      <p:cBhvr>
                                        <p:cTn id="31" dur="600" fill="hold">
                                          <p:stCondLst>
                                            <p:cond delay="0"/>
                                          </p:stCondLst>
                                        </p:cTn>
                                        <p:tgtEl>
                                          <p:spTgt spid="16387">
                                            <p:txEl>
                                              <p:pRg st="3" end="3"/>
                                            </p:txEl>
                                          </p:spTgt>
                                        </p:tgtEl>
                                        <p:attrNameLst>
                                          <p:attrName>ppt_x</p:attrName>
                                        </p:attrNameLst>
                                      </p:cBhvr>
                                    </p:anim>
                                    <p:anim from="0" to="-1.0" calcmode="lin" valueType="num">
                                      <p:cBhvr>
                                        <p:cTn id="32" dur="200" decel="50000" autoRev="1" fill="hold">
                                          <p:stCondLst>
                                            <p:cond delay="600"/>
                                          </p:stCondLst>
                                        </p:cTn>
                                        <p:tgtEl>
                                          <p:spTgt spid="16387">
                                            <p:txEl>
                                              <p:pRg st="3" end="3"/>
                                            </p:txEl>
                                          </p:spTgt>
                                        </p:tgtEl>
                                        <p:attrNameLst>
                                          <p:attrName>xshear</p:attrName>
                                        </p:attrNameLst>
                                      </p:cBhvr>
                                    </p:anim>
                                    <p:animScale>
                                      <p:cBhvr>
                                        <p:cTn id="33" dur="200" decel="100000" autoRev="1" fill="hold">
                                          <p:stCondLst>
                                            <p:cond delay="600"/>
                                          </p:stCondLst>
                                        </p:cTn>
                                        <p:tgtEl>
                                          <p:spTgt spid="16387">
                                            <p:txEl>
                                              <p:pRg st="3" end="3"/>
                                            </p:txEl>
                                          </p:spTgt>
                                        </p:tgtEl>
                                      </p:cBhvr>
                                      <p:from x="100000" y="100000"/>
                                      <p:to x="80000" y="100000"/>
                                    </p:animScale>
                                    <p:anim by="(#ppt_h/3+#ppt_w*0.1)" calcmode="lin" valueType="num">
                                      <p:cBhvr additive="sum">
                                        <p:cTn id="34" dur="200" decel="100000" autoRev="1" fill="hold">
                                          <p:stCondLst>
                                            <p:cond delay="600"/>
                                          </p:stCondLst>
                                        </p:cTn>
                                        <p:tgtEl>
                                          <p:spTgt spid="16387">
                                            <p:txEl>
                                              <p:pRg st="3" end="3"/>
                                            </p:txEl>
                                          </p:spTgt>
                                        </p:tgtEl>
                                        <p:attrNameLst>
                                          <p:attrName>ppt_x</p:attrName>
                                        </p:attrNameLst>
                                      </p:cBhvr>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34" presetClass="entr" presetSubtype="0" fill="hold" grpId="0" nodeType="clickEffect">
                                  <p:stCondLst>
                                    <p:cond delay="0"/>
                                  </p:stCondLst>
                                  <p:childTnLst>
                                    <p:set>
                                      <p:cBhvr>
                                        <p:cTn id="38" dur="1" fill="hold">
                                          <p:stCondLst>
                                            <p:cond delay="0"/>
                                          </p:stCondLst>
                                        </p:cTn>
                                        <p:tgtEl>
                                          <p:spTgt spid="16387">
                                            <p:txEl>
                                              <p:pRg st="4" end="4"/>
                                            </p:txEl>
                                          </p:spTgt>
                                        </p:tgtEl>
                                        <p:attrNameLst>
                                          <p:attrName>style.visibility</p:attrName>
                                        </p:attrNameLst>
                                      </p:cBhvr>
                                      <p:to>
                                        <p:strVal val="visible"/>
                                      </p:to>
                                    </p:set>
                                    <p:anim from="(-#ppt_w/2)" to="(#ppt_x)" calcmode="lin" valueType="num">
                                      <p:cBhvr>
                                        <p:cTn id="39" dur="600" fill="hold">
                                          <p:stCondLst>
                                            <p:cond delay="0"/>
                                          </p:stCondLst>
                                        </p:cTn>
                                        <p:tgtEl>
                                          <p:spTgt spid="16387">
                                            <p:txEl>
                                              <p:pRg st="4" end="4"/>
                                            </p:txEl>
                                          </p:spTgt>
                                        </p:tgtEl>
                                        <p:attrNameLst>
                                          <p:attrName>ppt_x</p:attrName>
                                        </p:attrNameLst>
                                      </p:cBhvr>
                                    </p:anim>
                                    <p:anim from="0" to="-1.0" calcmode="lin" valueType="num">
                                      <p:cBhvr>
                                        <p:cTn id="40" dur="200" decel="50000" autoRev="1" fill="hold">
                                          <p:stCondLst>
                                            <p:cond delay="600"/>
                                          </p:stCondLst>
                                        </p:cTn>
                                        <p:tgtEl>
                                          <p:spTgt spid="16387">
                                            <p:txEl>
                                              <p:pRg st="4" end="4"/>
                                            </p:txEl>
                                          </p:spTgt>
                                        </p:tgtEl>
                                        <p:attrNameLst>
                                          <p:attrName>xshear</p:attrName>
                                        </p:attrNameLst>
                                      </p:cBhvr>
                                    </p:anim>
                                    <p:animScale>
                                      <p:cBhvr>
                                        <p:cTn id="41" dur="200" decel="100000" autoRev="1" fill="hold">
                                          <p:stCondLst>
                                            <p:cond delay="600"/>
                                          </p:stCondLst>
                                        </p:cTn>
                                        <p:tgtEl>
                                          <p:spTgt spid="16387">
                                            <p:txEl>
                                              <p:pRg st="4" end="4"/>
                                            </p:txEl>
                                          </p:spTgt>
                                        </p:tgtEl>
                                      </p:cBhvr>
                                      <p:from x="100000" y="100000"/>
                                      <p:to x="80000" y="100000"/>
                                    </p:animScale>
                                    <p:anim by="(#ppt_h/3+#ppt_w*0.1)" calcmode="lin" valueType="num">
                                      <p:cBhvr additive="sum">
                                        <p:cTn id="42" dur="200" decel="100000" autoRev="1" fill="hold">
                                          <p:stCondLst>
                                            <p:cond delay="600"/>
                                          </p:stCondLst>
                                        </p:cTn>
                                        <p:tgtEl>
                                          <p:spTgt spid="16387">
                                            <p:txEl>
                                              <p:pRg st="4" end="4"/>
                                            </p:txEl>
                                          </p:spTgt>
                                        </p:tgtEl>
                                        <p:attrNameLst>
                                          <p:attrName>ppt_x</p:attrName>
                                        </p:attrNameLst>
                                      </p:cBhvr>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34" presetClass="entr" presetSubtype="0" fill="hold" grpId="0" nodeType="clickEffect">
                                  <p:stCondLst>
                                    <p:cond delay="0"/>
                                  </p:stCondLst>
                                  <p:childTnLst>
                                    <p:set>
                                      <p:cBhvr>
                                        <p:cTn id="46" dur="1" fill="hold">
                                          <p:stCondLst>
                                            <p:cond delay="0"/>
                                          </p:stCondLst>
                                        </p:cTn>
                                        <p:tgtEl>
                                          <p:spTgt spid="16387">
                                            <p:txEl>
                                              <p:pRg st="5" end="5"/>
                                            </p:txEl>
                                          </p:spTgt>
                                        </p:tgtEl>
                                        <p:attrNameLst>
                                          <p:attrName>style.visibility</p:attrName>
                                        </p:attrNameLst>
                                      </p:cBhvr>
                                      <p:to>
                                        <p:strVal val="visible"/>
                                      </p:to>
                                    </p:set>
                                    <p:anim from="(-#ppt_w/2)" to="(#ppt_x)" calcmode="lin" valueType="num">
                                      <p:cBhvr>
                                        <p:cTn id="47" dur="600" fill="hold">
                                          <p:stCondLst>
                                            <p:cond delay="0"/>
                                          </p:stCondLst>
                                        </p:cTn>
                                        <p:tgtEl>
                                          <p:spTgt spid="16387">
                                            <p:txEl>
                                              <p:pRg st="5" end="5"/>
                                            </p:txEl>
                                          </p:spTgt>
                                        </p:tgtEl>
                                        <p:attrNameLst>
                                          <p:attrName>ppt_x</p:attrName>
                                        </p:attrNameLst>
                                      </p:cBhvr>
                                    </p:anim>
                                    <p:anim from="0" to="-1.0" calcmode="lin" valueType="num">
                                      <p:cBhvr>
                                        <p:cTn id="48" dur="200" decel="50000" autoRev="1" fill="hold">
                                          <p:stCondLst>
                                            <p:cond delay="600"/>
                                          </p:stCondLst>
                                        </p:cTn>
                                        <p:tgtEl>
                                          <p:spTgt spid="16387">
                                            <p:txEl>
                                              <p:pRg st="5" end="5"/>
                                            </p:txEl>
                                          </p:spTgt>
                                        </p:tgtEl>
                                        <p:attrNameLst>
                                          <p:attrName>xshear</p:attrName>
                                        </p:attrNameLst>
                                      </p:cBhvr>
                                    </p:anim>
                                    <p:animScale>
                                      <p:cBhvr>
                                        <p:cTn id="49" dur="200" decel="100000" autoRev="1" fill="hold">
                                          <p:stCondLst>
                                            <p:cond delay="600"/>
                                          </p:stCondLst>
                                        </p:cTn>
                                        <p:tgtEl>
                                          <p:spTgt spid="16387">
                                            <p:txEl>
                                              <p:pRg st="5" end="5"/>
                                            </p:txEl>
                                          </p:spTgt>
                                        </p:tgtEl>
                                      </p:cBhvr>
                                      <p:from x="100000" y="100000"/>
                                      <p:to x="80000" y="100000"/>
                                    </p:animScale>
                                    <p:anim by="(#ppt_h/3+#ppt_w*0.1)" calcmode="lin" valueType="num">
                                      <p:cBhvr additive="sum">
                                        <p:cTn id="50" dur="200" decel="100000" autoRev="1" fill="hold">
                                          <p:stCondLst>
                                            <p:cond delay="600"/>
                                          </p:stCondLst>
                                        </p:cTn>
                                        <p:tgtEl>
                                          <p:spTgt spid="16387">
                                            <p:txEl>
                                              <p:pRg st="5" end="5"/>
                                            </p:txEl>
                                          </p:spTgt>
                                        </p:tgtEl>
                                        <p:attrNameLst>
                                          <p:attrName>ppt_x</p:attrName>
                                        </p:attrNameLst>
                                      </p:cBhvr>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34" presetClass="entr" presetSubtype="0" fill="hold" grpId="0" nodeType="clickEffect">
                                  <p:stCondLst>
                                    <p:cond delay="0"/>
                                  </p:stCondLst>
                                  <p:childTnLst>
                                    <p:set>
                                      <p:cBhvr>
                                        <p:cTn id="54" dur="1" fill="hold">
                                          <p:stCondLst>
                                            <p:cond delay="0"/>
                                          </p:stCondLst>
                                        </p:cTn>
                                        <p:tgtEl>
                                          <p:spTgt spid="16387">
                                            <p:txEl>
                                              <p:pRg st="6" end="6"/>
                                            </p:txEl>
                                          </p:spTgt>
                                        </p:tgtEl>
                                        <p:attrNameLst>
                                          <p:attrName>style.visibility</p:attrName>
                                        </p:attrNameLst>
                                      </p:cBhvr>
                                      <p:to>
                                        <p:strVal val="visible"/>
                                      </p:to>
                                    </p:set>
                                    <p:anim from="(-#ppt_w/2)" to="(#ppt_x)" calcmode="lin" valueType="num">
                                      <p:cBhvr>
                                        <p:cTn id="55" dur="600" fill="hold">
                                          <p:stCondLst>
                                            <p:cond delay="0"/>
                                          </p:stCondLst>
                                        </p:cTn>
                                        <p:tgtEl>
                                          <p:spTgt spid="16387">
                                            <p:txEl>
                                              <p:pRg st="6" end="6"/>
                                            </p:txEl>
                                          </p:spTgt>
                                        </p:tgtEl>
                                        <p:attrNameLst>
                                          <p:attrName>ppt_x</p:attrName>
                                        </p:attrNameLst>
                                      </p:cBhvr>
                                    </p:anim>
                                    <p:anim from="0" to="-1.0" calcmode="lin" valueType="num">
                                      <p:cBhvr>
                                        <p:cTn id="56" dur="200" decel="50000" autoRev="1" fill="hold">
                                          <p:stCondLst>
                                            <p:cond delay="600"/>
                                          </p:stCondLst>
                                        </p:cTn>
                                        <p:tgtEl>
                                          <p:spTgt spid="16387">
                                            <p:txEl>
                                              <p:pRg st="6" end="6"/>
                                            </p:txEl>
                                          </p:spTgt>
                                        </p:tgtEl>
                                        <p:attrNameLst>
                                          <p:attrName>xshear</p:attrName>
                                        </p:attrNameLst>
                                      </p:cBhvr>
                                    </p:anim>
                                    <p:animScale>
                                      <p:cBhvr>
                                        <p:cTn id="57" dur="200" decel="100000" autoRev="1" fill="hold">
                                          <p:stCondLst>
                                            <p:cond delay="600"/>
                                          </p:stCondLst>
                                        </p:cTn>
                                        <p:tgtEl>
                                          <p:spTgt spid="16387">
                                            <p:txEl>
                                              <p:pRg st="6" end="6"/>
                                            </p:txEl>
                                          </p:spTgt>
                                        </p:tgtEl>
                                      </p:cBhvr>
                                      <p:from x="100000" y="100000"/>
                                      <p:to x="80000" y="100000"/>
                                    </p:animScale>
                                    <p:anim by="(#ppt_h/3+#ppt_w*0.1)" calcmode="lin" valueType="num">
                                      <p:cBhvr additive="sum">
                                        <p:cTn id="58" dur="200" decel="100000" autoRev="1" fill="hold">
                                          <p:stCondLst>
                                            <p:cond delay="600"/>
                                          </p:stCondLst>
                                        </p:cTn>
                                        <p:tgtEl>
                                          <p:spTgt spid="16387">
                                            <p:txEl>
                                              <p:pRg st="6" end="6"/>
                                            </p:txEl>
                                          </p:spTgt>
                                        </p:tgtEl>
                                        <p:attrNameLst>
                                          <p:attrName>ppt_x</p:attrName>
                                        </p:attrNameLst>
                                      </p:cBhvr>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4"/>
                                        </p:tgtEl>
                                        <p:attrNameLst>
                                          <p:attrName>style.visibility</p:attrName>
                                        </p:attrNameLst>
                                      </p:cBhvr>
                                      <p:to>
                                        <p:strVal val="visible"/>
                                      </p:to>
                                    </p:set>
                                    <p:animEffect transition="in" filter="dissolve">
                                      <p:cBhvr>
                                        <p:cTn id="63" dur="500"/>
                                        <p:tgtEl>
                                          <p:spTgt spid="4"/>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21509"/>
                                        </p:tgtEl>
                                        <p:attrNameLst>
                                          <p:attrName>style.visibility</p:attrName>
                                        </p:attrNameLst>
                                      </p:cBhvr>
                                      <p:to>
                                        <p:strVal val="visible"/>
                                      </p:to>
                                    </p:set>
                                    <p:animEffect transition="in" filter="dissolve">
                                      <p:cBhvr>
                                        <p:cTn id="66" dur="500"/>
                                        <p:tgtEl>
                                          <p:spTgt spid="21509"/>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34" presetClass="entr" presetSubtype="0" fill="hold" grpId="0" nodeType="clickEffect">
                                  <p:stCondLst>
                                    <p:cond delay="0"/>
                                  </p:stCondLst>
                                  <p:childTnLst>
                                    <p:set>
                                      <p:cBhvr>
                                        <p:cTn id="70" dur="1" fill="hold">
                                          <p:stCondLst>
                                            <p:cond delay="0"/>
                                          </p:stCondLst>
                                        </p:cTn>
                                        <p:tgtEl>
                                          <p:spTgt spid="16387">
                                            <p:txEl>
                                              <p:pRg st="7" end="7"/>
                                            </p:txEl>
                                          </p:spTgt>
                                        </p:tgtEl>
                                        <p:attrNameLst>
                                          <p:attrName>style.visibility</p:attrName>
                                        </p:attrNameLst>
                                      </p:cBhvr>
                                      <p:to>
                                        <p:strVal val="visible"/>
                                      </p:to>
                                    </p:set>
                                    <p:anim from="(-#ppt_w/2)" to="(#ppt_x)" calcmode="lin" valueType="num">
                                      <p:cBhvr>
                                        <p:cTn id="71" dur="600" fill="hold">
                                          <p:stCondLst>
                                            <p:cond delay="0"/>
                                          </p:stCondLst>
                                        </p:cTn>
                                        <p:tgtEl>
                                          <p:spTgt spid="16387">
                                            <p:txEl>
                                              <p:pRg st="7" end="7"/>
                                            </p:txEl>
                                          </p:spTgt>
                                        </p:tgtEl>
                                        <p:attrNameLst>
                                          <p:attrName>ppt_x</p:attrName>
                                        </p:attrNameLst>
                                      </p:cBhvr>
                                    </p:anim>
                                    <p:anim from="0" to="-1.0" calcmode="lin" valueType="num">
                                      <p:cBhvr>
                                        <p:cTn id="72" dur="200" decel="50000" autoRev="1" fill="hold">
                                          <p:stCondLst>
                                            <p:cond delay="600"/>
                                          </p:stCondLst>
                                        </p:cTn>
                                        <p:tgtEl>
                                          <p:spTgt spid="16387">
                                            <p:txEl>
                                              <p:pRg st="7" end="7"/>
                                            </p:txEl>
                                          </p:spTgt>
                                        </p:tgtEl>
                                        <p:attrNameLst>
                                          <p:attrName>xshear</p:attrName>
                                        </p:attrNameLst>
                                      </p:cBhvr>
                                    </p:anim>
                                    <p:animScale>
                                      <p:cBhvr>
                                        <p:cTn id="73" dur="200" decel="100000" autoRev="1" fill="hold">
                                          <p:stCondLst>
                                            <p:cond delay="600"/>
                                          </p:stCondLst>
                                        </p:cTn>
                                        <p:tgtEl>
                                          <p:spTgt spid="16387">
                                            <p:txEl>
                                              <p:pRg st="7" end="7"/>
                                            </p:txEl>
                                          </p:spTgt>
                                        </p:tgtEl>
                                      </p:cBhvr>
                                      <p:from x="100000" y="100000"/>
                                      <p:to x="80000" y="100000"/>
                                    </p:animScale>
                                    <p:anim by="(#ppt_h/3+#ppt_w*0.1)" calcmode="lin" valueType="num">
                                      <p:cBhvr additive="sum">
                                        <p:cTn id="74" dur="200" decel="100000" autoRev="1" fill="hold">
                                          <p:stCondLst>
                                            <p:cond delay="600"/>
                                          </p:stCondLst>
                                        </p:cTn>
                                        <p:tgtEl>
                                          <p:spTgt spid="16387">
                                            <p:txEl>
                                              <p:pRg st="7" end="7"/>
                                            </p:txEl>
                                          </p:spTgt>
                                        </p:tgtEl>
                                        <p:attrNameLst>
                                          <p:attrName>ppt_x</p:attrName>
                                        </p:attrNameLst>
                                      </p:cBhvr>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34" presetClass="entr" presetSubtype="0" fill="hold" grpId="0" nodeType="clickEffect">
                                  <p:stCondLst>
                                    <p:cond delay="0"/>
                                  </p:stCondLst>
                                  <p:childTnLst>
                                    <p:set>
                                      <p:cBhvr>
                                        <p:cTn id="78" dur="1" fill="hold">
                                          <p:stCondLst>
                                            <p:cond delay="0"/>
                                          </p:stCondLst>
                                        </p:cTn>
                                        <p:tgtEl>
                                          <p:spTgt spid="16387">
                                            <p:txEl>
                                              <p:pRg st="8" end="8"/>
                                            </p:txEl>
                                          </p:spTgt>
                                        </p:tgtEl>
                                        <p:attrNameLst>
                                          <p:attrName>style.visibility</p:attrName>
                                        </p:attrNameLst>
                                      </p:cBhvr>
                                      <p:to>
                                        <p:strVal val="visible"/>
                                      </p:to>
                                    </p:set>
                                    <p:anim from="(-#ppt_w/2)" to="(#ppt_x)" calcmode="lin" valueType="num">
                                      <p:cBhvr>
                                        <p:cTn id="79" dur="600" fill="hold">
                                          <p:stCondLst>
                                            <p:cond delay="0"/>
                                          </p:stCondLst>
                                        </p:cTn>
                                        <p:tgtEl>
                                          <p:spTgt spid="16387">
                                            <p:txEl>
                                              <p:pRg st="8" end="8"/>
                                            </p:txEl>
                                          </p:spTgt>
                                        </p:tgtEl>
                                        <p:attrNameLst>
                                          <p:attrName>ppt_x</p:attrName>
                                        </p:attrNameLst>
                                      </p:cBhvr>
                                    </p:anim>
                                    <p:anim from="0" to="-1.0" calcmode="lin" valueType="num">
                                      <p:cBhvr>
                                        <p:cTn id="80" dur="200" decel="50000" autoRev="1" fill="hold">
                                          <p:stCondLst>
                                            <p:cond delay="600"/>
                                          </p:stCondLst>
                                        </p:cTn>
                                        <p:tgtEl>
                                          <p:spTgt spid="16387">
                                            <p:txEl>
                                              <p:pRg st="8" end="8"/>
                                            </p:txEl>
                                          </p:spTgt>
                                        </p:tgtEl>
                                        <p:attrNameLst>
                                          <p:attrName>xshear</p:attrName>
                                        </p:attrNameLst>
                                      </p:cBhvr>
                                    </p:anim>
                                    <p:animScale>
                                      <p:cBhvr>
                                        <p:cTn id="81" dur="200" decel="100000" autoRev="1" fill="hold">
                                          <p:stCondLst>
                                            <p:cond delay="600"/>
                                          </p:stCondLst>
                                        </p:cTn>
                                        <p:tgtEl>
                                          <p:spTgt spid="16387">
                                            <p:txEl>
                                              <p:pRg st="8" end="8"/>
                                            </p:txEl>
                                          </p:spTgt>
                                        </p:tgtEl>
                                      </p:cBhvr>
                                      <p:from x="100000" y="100000"/>
                                      <p:to x="80000" y="100000"/>
                                    </p:animScale>
                                    <p:anim by="(#ppt_h/3+#ppt_w*0.1)" calcmode="lin" valueType="num">
                                      <p:cBhvr additive="sum">
                                        <p:cTn id="82" dur="200" decel="100000" autoRev="1" fill="hold">
                                          <p:stCondLst>
                                            <p:cond delay="600"/>
                                          </p:stCondLst>
                                        </p:cTn>
                                        <p:tgtEl>
                                          <p:spTgt spid="16387">
                                            <p:txEl>
                                              <p:pRg st="8" end="8"/>
                                            </p:txEl>
                                          </p:spTgt>
                                        </p:tgtEl>
                                        <p:attrNameLst>
                                          <p:attrName>ppt_x</p:attrName>
                                        </p:attrNameLst>
                                      </p:cBhvr>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34" presetClass="entr" presetSubtype="0" fill="hold" grpId="0" nodeType="clickEffect">
                                  <p:stCondLst>
                                    <p:cond delay="0"/>
                                  </p:stCondLst>
                                  <p:childTnLst>
                                    <p:set>
                                      <p:cBhvr>
                                        <p:cTn id="86" dur="1" fill="hold">
                                          <p:stCondLst>
                                            <p:cond delay="0"/>
                                          </p:stCondLst>
                                        </p:cTn>
                                        <p:tgtEl>
                                          <p:spTgt spid="16387">
                                            <p:txEl>
                                              <p:pRg st="9" end="9"/>
                                            </p:txEl>
                                          </p:spTgt>
                                        </p:tgtEl>
                                        <p:attrNameLst>
                                          <p:attrName>style.visibility</p:attrName>
                                        </p:attrNameLst>
                                      </p:cBhvr>
                                      <p:to>
                                        <p:strVal val="visible"/>
                                      </p:to>
                                    </p:set>
                                    <p:anim from="(-#ppt_w/2)" to="(#ppt_x)" calcmode="lin" valueType="num">
                                      <p:cBhvr>
                                        <p:cTn id="87" dur="600" fill="hold">
                                          <p:stCondLst>
                                            <p:cond delay="0"/>
                                          </p:stCondLst>
                                        </p:cTn>
                                        <p:tgtEl>
                                          <p:spTgt spid="16387">
                                            <p:txEl>
                                              <p:pRg st="9" end="9"/>
                                            </p:txEl>
                                          </p:spTgt>
                                        </p:tgtEl>
                                        <p:attrNameLst>
                                          <p:attrName>ppt_x</p:attrName>
                                        </p:attrNameLst>
                                      </p:cBhvr>
                                    </p:anim>
                                    <p:anim from="0" to="-1.0" calcmode="lin" valueType="num">
                                      <p:cBhvr>
                                        <p:cTn id="88" dur="200" decel="50000" autoRev="1" fill="hold">
                                          <p:stCondLst>
                                            <p:cond delay="600"/>
                                          </p:stCondLst>
                                        </p:cTn>
                                        <p:tgtEl>
                                          <p:spTgt spid="16387">
                                            <p:txEl>
                                              <p:pRg st="9" end="9"/>
                                            </p:txEl>
                                          </p:spTgt>
                                        </p:tgtEl>
                                        <p:attrNameLst>
                                          <p:attrName>xshear</p:attrName>
                                        </p:attrNameLst>
                                      </p:cBhvr>
                                    </p:anim>
                                    <p:animScale>
                                      <p:cBhvr>
                                        <p:cTn id="89" dur="200" decel="100000" autoRev="1" fill="hold">
                                          <p:stCondLst>
                                            <p:cond delay="600"/>
                                          </p:stCondLst>
                                        </p:cTn>
                                        <p:tgtEl>
                                          <p:spTgt spid="16387">
                                            <p:txEl>
                                              <p:pRg st="9" end="9"/>
                                            </p:txEl>
                                          </p:spTgt>
                                        </p:tgtEl>
                                      </p:cBhvr>
                                      <p:from x="100000" y="100000"/>
                                      <p:to x="80000" y="100000"/>
                                    </p:animScale>
                                    <p:anim by="(#ppt_h/3+#ppt_w*0.1)" calcmode="lin" valueType="num">
                                      <p:cBhvr additive="sum">
                                        <p:cTn id="90" dur="200" decel="100000" autoRev="1" fill="hold">
                                          <p:stCondLst>
                                            <p:cond delay="600"/>
                                          </p:stCondLst>
                                        </p:cTn>
                                        <p:tgtEl>
                                          <p:spTgt spid="16387">
                                            <p:txEl>
                                              <p:pRg st="9" end="9"/>
                                            </p:txEl>
                                          </p:spTgt>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P spid="4" grpId="0" animBg="1"/>
      <p:bldP spid="21509"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1992313" y="620714"/>
            <a:ext cx="8229600" cy="866775"/>
          </a:xfrm>
        </p:spPr>
        <p:txBody>
          <a:bodyPr/>
          <a:lstStyle/>
          <a:p>
            <a:pPr algn="ctr"/>
            <a:r>
              <a:rPr lang="en-GB" b="1" u="sng">
                <a:solidFill>
                  <a:srgbClr val="000000"/>
                </a:solidFill>
              </a:rPr>
              <a:t>Drawback of Linear Queue</a:t>
            </a:r>
            <a:endParaRPr lang="en-US"/>
          </a:p>
        </p:txBody>
      </p:sp>
      <p:sp>
        <p:nvSpPr>
          <p:cNvPr id="22531" name="Content Placeholder 2"/>
          <p:cNvSpPr>
            <a:spLocks noGrp="1"/>
          </p:cNvSpPr>
          <p:nvPr>
            <p:ph idx="1"/>
          </p:nvPr>
        </p:nvSpPr>
        <p:spPr/>
        <p:txBody>
          <a:bodyPr/>
          <a:lstStyle/>
          <a:p>
            <a:pPr algn="just">
              <a:lnSpc>
                <a:spcPct val="150000"/>
              </a:lnSpc>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solidFill>
                  <a:srgbClr val="000000"/>
                </a:solidFill>
              </a:rPr>
              <a:t>Once the queue is full, even though few elements from the front are deleted and some occupied space is relieved, it is not possible to add anymore new elements,  as the rear has already reached the Queue’s rear most position.</a:t>
            </a:r>
            <a:endParaRPr lang="en-US"/>
          </a:p>
        </p:txBody>
      </p:sp>
      <p:sp>
        <p:nvSpPr>
          <p:cNvPr id="4" name="Date Placeholder 3"/>
          <p:cNvSpPr>
            <a:spLocks noGrp="1"/>
          </p:cNvSpPr>
          <p:nvPr>
            <p:ph type="dt" sz="quarter" idx="10"/>
          </p:nvPr>
        </p:nvSpPr>
        <p:spPr/>
        <p:txBody>
          <a:bodyPr/>
          <a:lstStyle/>
          <a:p>
            <a:pPr>
              <a:defRPr/>
            </a:pPr>
            <a:fld id="{28C642E8-331D-44AB-91BD-0C0B45C0267B}" type="datetime1">
              <a:rPr lang="en-US" smtClean="0"/>
              <a:pPr>
                <a:defRPr/>
              </a:pPr>
              <a:t>9/30/2024</a:t>
            </a:fld>
            <a:endParaRPr lang="en-IN"/>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C4D322E-1299-4C87-AB77-D60872B6C890}" type="slidenum">
              <a:rPr lang="en-IN">
                <a:solidFill>
                  <a:srgbClr val="045C75"/>
                </a:solidFill>
                <a:latin typeface="Constantia" panose="02030602050306030303" pitchFamily="18" charset="0"/>
              </a:rPr>
              <a:pPr eaLnBrk="1" hangingPunct="1"/>
              <a:t>54</a:t>
            </a:fld>
            <a:endParaRPr lang="en-IN">
              <a:solidFill>
                <a:srgbClr val="045C75"/>
              </a:solidFill>
              <a:latin typeface="Constantia" panose="02030602050306030303" pitchFamily="18" charset="0"/>
            </a:endParaRPr>
          </a:p>
        </p:txBody>
      </p:sp>
      <p:sp>
        <p:nvSpPr>
          <p:cNvPr id="6" name="Footer Placeholder 5"/>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16536494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dissolve">
                                      <p:cBhvr>
                                        <p:cTn id="7" dur="500"/>
                                        <p:tgtEl>
                                          <p:spTgt spid="225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ontent Placeholder 2"/>
          <p:cNvSpPr>
            <a:spLocks noGrp="1"/>
          </p:cNvSpPr>
          <p:nvPr>
            <p:ph idx="1"/>
          </p:nvPr>
        </p:nvSpPr>
        <p:spPr>
          <a:xfrm>
            <a:off x="2208213" y="2349501"/>
            <a:ext cx="7715250" cy="2733675"/>
          </a:xfrm>
        </p:spPr>
        <p:txBody>
          <a:bodyPr/>
          <a:lstStyle/>
          <a:p>
            <a:pPr algn="ctr">
              <a:buFont typeface="Wingdings 2" panose="05020102010507070707" pitchFamily="18" charset="2"/>
              <a:buNone/>
            </a:pPr>
            <a:r>
              <a:rPr lang="en-US" sz="4000">
                <a:solidFill>
                  <a:schemeClr val="accent1"/>
                </a:solidFill>
              </a:rPr>
              <a:t>To Overcome From the Drawback of Linear, Move to the Circular Queue</a:t>
            </a:r>
          </a:p>
        </p:txBody>
      </p:sp>
      <p:sp>
        <p:nvSpPr>
          <p:cNvPr id="3" name="Date Placeholder 2"/>
          <p:cNvSpPr>
            <a:spLocks noGrp="1"/>
          </p:cNvSpPr>
          <p:nvPr>
            <p:ph type="dt" sz="quarter" idx="10"/>
          </p:nvPr>
        </p:nvSpPr>
        <p:spPr/>
        <p:txBody>
          <a:bodyPr/>
          <a:lstStyle/>
          <a:p>
            <a:pPr>
              <a:defRPr/>
            </a:pPr>
            <a:fld id="{27B389CC-219D-4B3A-88B4-474693B00C85}" type="datetime1">
              <a:rPr lang="en-US" smtClean="0"/>
              <a:pPr>
                <a:defRPr/>
              </a:pPr>
              <a:t>9/30/2024</a:t>
            </a:fld>
            <a:endParaRPr lang="en-IN"/>
          </a:p>
        </p:txBody>
      </p:sp>
      <p:sp>
        <p:nvSpPr>
          <p:cNvPr id="4" name="Slide Number Placeholder 3"/>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4A968CA-82C2-43CC-8220-A8B09658FD2C}" type="slidenum">
              <a:rPr lang="en-IN">
                <a:solidFill>
                  <a:srgbClr val="045C75"/>
                </a:solidFill>
                <a:latin typeface="Constantia" panose="02030602050306030303" pitchFamily="18" charset="0"/>
              </a:rPr>
              <a:pPr eaLnBrk="1" hangingPunct="1"/>
              <a:t>55</a:t>
            </a:fld>
            <a:endParaRPr lang="en-IN">
              <a:solidFill>
                <a:srgbClr val="045C75"/>
              </a:solidFill>
              <a:latin typeface="Constantia" panose="02030602050306030303" pitchFamily="18" charset="0"/>
            </a:endParaRPr>
          </a:p>
        </p:txBody>
      </p:sp>
      <p:sp>
        <p:nvSpPr>
          <p:cNvPr id="5" name="Footer Placeholder 4"/>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30665042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1981200" y="414338"/>
            <a:ext cx="8229600" cy="1143000"/>
          </a:xfrm>
        </p:spPr>
        <p:txBody>
          <a:bodyPr/>
          <a:lstStyle/>
          <a:p>
            <a:pPr algn="ctr" eaLnBrk="1" hangingPunct="1"/>
            <a:r>
              <a:rPr lang="en-US"/>
              <a:t>Circular Queue</a:t>
            </a:r>
          </a:p>
        </p:txBody>
      </p:sp>
      <p:sp>
        <p:nvSpPr>
          <p:cNvPr id="14339" name="Content Placeholder 2"/>
          <p:cNvSpPr>
            <a:spLocks noGrp="1"/>
          </p:cNvSpPr>
          <p:nvPr>
            <p:ph idx="1"/>
          </p:nvPr>
        </p:nvSpPr>
        <p:spPr/>
        <p:txBody>
          <a:bodyPr/>
          <a:lstStyle/>
          <a:p>
            <a:pPr algn="just">
              <a:buFont typeface="Wingdings" pitchFamily="2" charset="2"/>
              <a:buChar char="Ø"/>
              <a:defRPr/>
            </a:pPr>
            <a:r>
              <a:rPr lang="en-IN" sz="2800" dirty="0"/>
              <a:t>A </a:t>
            </a:r>
            <a:r>
              <a:rPr lang="en-IN" sz="2800" b="1" dirty="0"/>
              <a:t>circular queue </a:t>
            </a:r>
            <a:r>
              <a:rPr lang="en-IN" sz="2800" dirty="0"/>
              <a:t>has a </a:t>
            </a:r>
            <a:r>
              <a:rPr lang="en-IN" sz="2800" b="1" dirty="0"/>
              <a:t>circular structure</a:t>
            </a:r>
            <a:r>
              <a:rPr lang="en-IN" sz="2800" dirty="0"/>
              <a:t>. </a:t>
            </a:r>
          </a:p>
          <a:p>
            <a:pPr algn="just">
              <a:buFont typeface="Wingdings" pitchFamily="2" charset="2"/>
              <a:buChar char="Ø"/>
              <a:defRPr/>
            </a:pPr>
            <a:r>
              <a:rPr lang="en-IN" sz="2800" dirty="0"/>
              <a:t>The last element of this queue is connected with the first element.</a:t>
            </a:r>
          </a:p>
          <a:p>
            <a:pPr algn="just">
              <a:buFont typeface="Wingdings" pitchFamily="2" charset="2"/>
              <a:buChar char="Ø"/>
              <a:defRPr/>
            </a:pPr>
            <a:r>
              <a:rPr lang="en-IN" sz="2800" dirty="0">
                <a:hlinkClick r:id="rId2" action="ppaction://hlinkfile"/>
              </a:rPr>
              <a:t>Circular Queue</a:t>
            </a:r>
            <a:endParaRPr lang="en-IN" sz="2800" dirty="0"/>
          </a:p>
          <a:p>
            <a:pPr algn="just">
              <a:buFont typeface="Wingdings" pitchFamily="2" charset="2"/>
              <a:buChar char="Ø"/>
              <a:defRPr/>
            </a:pPr>
            <a:endParaRPr lang="en-IN" sz="2800" dirty="0"/>
          </a:p>
          <a:p>
            <a:pPr marL="0" indent="0" algn="just">
              <a:spcBef>
                <a:spcPct val="30000"/>
              </a:spcBef>
              <a:buClrTx/>
              <a:buNone/>
              <a:defRPr/>
            </a:pPr>
            <a:r>
              <a:rPr lang="en-IN" sz="2800" dirty="0"/>
              <a:t> </a:t>
            </a:r>
            <a:endParaRPr lang="en-US" dirty="0"/>
          </a:p>
        </p:txBody>
      </p:sp>
      <p:pic>
        <p:nvPicPr>
          <p:cNvPr id="2458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8463" y="3500438"/>
            <a:ext cx="2895600" cy="1828800"/>
          </a:xfrm>
          <a:prstGeom prst="rect">
            <a:avLst/>
          </a:prstGeom>
          <a:solidFill>
            <a:srgbClr val="4F81BD"/>
          </a:solidFill>
          <a:ln w="9360">
            <a:solidFill>
              <a:srgbClr val="000000"/>
            </a:solidFill>
            <a:miter lim="800000"/>
            <a:headEnd/>
            <a:tailEnd/>
          </a:ln>
        </p:spPr>
      </p:pic>
      <p:sp>
        <p:nvSpPr>
          <p:cNvPr id="24581" name="Text Box 9"/>
          <p:cNvSpPr txBox="1">
            <a:spLocks noChangeArrowheads="1"/>
          </p:cNvSpPr>
          <p:nvPr/>
        </p:nvSpPr>
        <p:spPr bwMode="auto">
          <a:xfrm>
            <a:off x="6672263" y="5481639"/>
            <a:ext cx="342900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r>
              <a:rPr lang="en-GB">
                <a:solidFill>
                  <a:srgbClr val="000000"/>
                </a:solidFill>
              </a:rPr>
              <a:t>Figure: Circular Queue  having </a:t>
            </a:r>
          </a:p>
          <a:p>
            <a:pPr eaLnBrk="1" hangingPunct="1"/>
            <a:r>
              <a:rPr lang="en-GB">
                <a:solidFill>
                  <a:srgbClr val="000000"/>
                </a:solidFill>
              </a:rPr>
              <a:t>             Rear = 5 and Front = 0  </a:t>
            </a:r>
          </a:p>
        </p:txBody>
      </p:sp>
      <p:sp>
        <p:nvSpPr>
          <p:cNvPr id="6" name="Date Placeholder 5"/>
          <p:cNvSpPr>
            <a:spLocks noGrp="1"/>
          </p:cNvSpPr>
          <p:nvPr>
            <p:ph type="dt" sz="quarter" idx="10"/>
          </p:nvPr>
        </p:nvSpPr>
        <p:spPr/>
        <p:txBody>
          <a:bodyPr/>
          <a:lstStyle/>
          <a:p>
            <a:pPr>
              <a:defRPr/>
            </a:pPr>
            <a:fld id="{2236DE8C-BCD4-4972-8EC1-1DE6FD1D601F}" type="datetime1">
              <a:rPr lang="en-US" smtClean="0"/>
              <a:pPr>
                <a:defRPr/>
              </a:pPr>
              <a:t>9/30/2024</a:t>
            </a:fld>
            <a:endParaRPr lang="en-IN"/>
          </a:p>
        </p:txBody>
      </p:sp>
      <p:sp>
        <p:nvSpPr>
          <p:cNvPr id="7" name="Slide Number Placeholder 6"/>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446B301-3379-462E-B47C-E7466C7700B5}" type="slidenum">
              <a:rPr lang="en-IN">
                <a:solidFill>
                  <a:srgbClr val="045C75"/>
                </a:solidFill>
                <a:latin typeface="Constantia" panose="02030602050306030303" pitchFamily="18" charset="0"/>
              </a:rPr>
              <a:pPr eaLnBrk="1" hangingPunct="1"/>
              <a:t>56</a:t>
            </a:fld>
            <a:endParaRPr lang="en-IN">
              <a:solidFill>
                <a:srgbClr val="045C75"/>
              </a:solidFill>
              <a:latin typeface="Constantia" panose="02030602050306030303" pitchFamily="18" charset="0"/>
            </a:endParaRPr>
          </a:p>
        </p:txBody>
      </p:sp>
      <p:sp>
        <p:nvSpPr>
          <p:cNvPr id="8" name="Footer Placeholder 7"/>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33089372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 from="(-#ppt_w/2)" to="(#ppt_x)" calcmode="lin" valueType="num">
                                      <p:cBhvr>
                                        <p:cTn id="7" dur="600" fill="hold">
                                          <p:stCondLst>
                                            <p:cond delay="0"/>
                                          </p:stCondLst>
                                        </p:cTn>
                                        <p:tgtEl>
                                          <p:spTgt spid="14339">
                                            <p:txEl>
                                              <p:pRg st="0" end="0"/>
                                            </p:txEl>
                                          </p:spTgt>
                                        </p:tgtEl>
                                        <p:attrNameLst>
                                          <p:attrName>ppt_x</p:attrName>
                                        </p:attrNameLst>
                                      </p:cBhvr>
                                    </p:anim>
                                    <p:anim from="0" to="-1.0" calcmode="lin" valueType="num">
                                      <p:cBhvr>
                                        <p:cTn id="8" dur="200" decel="50000" autoRev="1" fill="hold">
                                          <p:stCondLst>
                                            <p:cond delay="600"/>
                                          </p:stCondLst>
                                        </p:cTn>
                                        <p:tgtEl>
                                          <p:spTgt spid="14339">
                                            <p:txEl>
                                              <p:pRg st="0" end="0"/>
                                            </p:txEl>
                                          </p:spTgt>
                                        </p:tgtEl>
                                        <p:attrNameLst>
                                          <p:attrName>xshear</p:attrName>
                                        </p:attrNameLst>
                                      </p:cBhvr>
                                    </p:anim>
                                    <p:animScale>
                                      <p:cBhvr>
                                        <p:cTn id="9" dur="200" decel="100000" autoRev="1" fill="hold">
                                          <p:stCondLst>
                                            <p:cond delay="600"/>
                                          </p:stCondLst>
                                        </p:cTn>
                                        <p:tgtEl>
                                          <p:spTgt spid="14339">
                                            <p:txEl>
                                              <p:pRg st="0" end="0"/>
                                            </p:txEl>
                                          </p:spTgt>
                                        </p:tgtEl>
                                      </p:cBhvr>
                                      <p:from x="100000" y="100000"/>
                                      <p:to x="80000" y="100000"/>
                                    </p:animScale>
                                    <p:anim by="(#ppt_h/3+#ppt_w*0.1)" calcmode="lin" valueType="num">
                                      <p:cBhvr additive="sum">
                                        <p:cTn id="10" dur="200" decel="100000" autoRev="1" fill="hold">
                                          <p:stCondLst>
                                            <p:cond delay="600"/>
                                          </p:stCondLst>
                                        </p:cTn>
                                        <p:tgtEl>
                                          <p:spTgt spid="14339">
                                            <p:txEl>
                                              <p:pRg st="0" end="0"/>
                                            </p:txEl>
                                          </p:spTgt>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4" presetClass="entr" presetSubtype="0" fill="hold" grpId="0" nodeType="clickEffect">
                                  <p:stCondLst>
                                    <p:cond delay="0"/>
                                  </p:stCondLst>
                                  <p:childTnLst>
                                    <p:set>
                                      <p:cBhvr>
                                        <p:cTn id="14" dur="1" fill="hold">
                                          <p:stCondLst>
                                            <p:cond delay="0"/>
                                          </p:stCondLst>
                                        </p:cTn>
                                        <p:tgtEl>
                                          <p:spTgt spid="14339">
                                            <p:txEl>
                                              <p:pRg st="1" end="1"/>
                                            </p:txEl>
                                          </p:spTgt>
                                        </p:tgtEl>
                                        <p:attrNameLst>
                                          <p:attrName>style.visibility</p:attrName>
                                        </p:attrNameLst>
                                      </p:cBhvr>
                                      <p:to>
                                        <p:strVal val="visible"/>
                                      </p:to>
                                    </p:set>
                                    <p:anim from="(-#ppt_w/2)" to="(#ppt_x)" calcmode="lin" valueType="num">
                                      <p:cBhvr>
                                        <p:cTn id="15" dur="600" fill="hold">
                                          <p:stCondLst>
                                            <p:cond delay="0"/>
                                          </p:stCondLst>
                                        </p:cTn>
                                        <p:tgtEl>
                                          <p:spTgt spid="14339">
                                            <p:txEl>
                                              <p:pRg st="1" end="1"/>
                                            </p:txEl>
                                          </p:spTgt>
                                        </p:tgtEl>
                                        <p:attrNameLst>
                                          <p:attrName>ppt_x</p:attrName>
                                        </p:attrNameLst>
                                      </p:cBhvr>
                                    </p:anim>
                                    <p:anim from="0" to="-1.0" calcmode="lin" valueType="num">
                                      <p:cBhvr>
                                        <p:cTn id="16" dur="200" decel="50000" autoRev="1" fill="hold">
                                          <p:stCondLst>
                                            <p:cond delay="600"/>
                                          </p:stCondLst>
                                        </p:cTn>
                                        <p:tgtEl>
                                          <p:spTgt spid="14339">
                                            <p:txEl>
                                              <p:pRg st="1" end="1"/>
                                            </p:txEl>
                                          </p:spTgt>
                                        </p:tgtEl>
                                        <p:attrNameLst>
                                          <p:attrName>xshear</p:attrName>
                                        </p:attrNameLst>
                                      </p:cBhvr>
                                    </p:anim>
                                    <p:animScale>
                                      <p:cBhvr>
                                        <p:cTn id="17" dur="200" decel="100000" autoRev="1" fill="hold">
                                          <p:stCondLst>
                                            <p:cond delay="600"/>
                                          </p:stCondLst>
                                        </p:cTn>
                                        <p:tgtEl>
                                          <p:spTgt spid="14339">
                                            <p:txEl>
                                              <p:pRg st="1" end="1"/>
                                            </p:txEl>
                                          </p:spTgt>
                                        </p:tgtEl>
                                      </p:cBhvr>
                                      <p:from x="100000" y="100000"/>
                                      <p:to x="80000" y="100000"/>
                                    </p:animScale>
                                    <p:anim by="(#ppt_h/3+#ppt_w*0.1)" calcmode="lin" valueType="num">
                                      <p:cBhvr additive="sum">
                                        <p:cTn id="18" dur="200" decel="100000" autoRev="1" fill="hold">
                                          <p:stCondLst>
                                            <p:cond delay="600"/>
                                          </p:stCondLst>
                                        </p:cTn>
                                        <p:tgtEl>
                                          <p:spTgt spid="14339">
                                            <p:txEl>
                                              <p:pRg st="1" end="1"/>
                                            </p:txEl>
                                          </p:spTgt>
                                        </p:tgtEl>
                                        <p:attrNameLst>
                                          <p:attrName>ppt_x</p:attrName>
                                        </p:attrNameLst>
                                      </p:cBhvr>
                                    </p:anim>
                                  </p:childTnLst>
                                </p:cTn>
                              </p:par>
                            </p:childTnLst>
                          </p:cTn>
                        </p:par>
                      </p:childTnLst>
                    </p:cTn>
                  </p:par>
                  <p:par>
                    <p:cTn id="19" fill="hold">
                      <p:stCondLst>
                        <p:cond delay="indefinite"/>
                      </p:stCondLst>
                      <p:childTnLst>
                        <p:par>
                          <p:cTn id="20" fill="hold">
                            <p:stCondLst>
                              <p:cond delay="0"/>
                            </p:stCondLst>
                            <p:childTnLst>
                              <p:par>
                                <p:cTn id="21" presetID="34" presetClass="entr" presetSubtype="0" fill="hold" grpId="0" nodeType="clickEffect">
                                  <p:stCondLst>
                                    <p:cond delay="0"/>
                                  </p:stCondLst>
                                  <p:childTnLst>
                                    <p:set>
                                      <p:cBhvr>
                                        <p:cTn id="22" dur="1" fill="hold">
                                          <p:stCondLst>
                                            <p:cond delay="0"/>
                                          </p:stCondLst>
                                        </p:cTn>
                                        <p:tgtEl>
                                          <p:spTgt spid="14339">
                                            <p:txEl>
                                              <p:pRg st="2" end="2"/>
                                            </p:txEl>
                                          </p:spTgt>
                                        </p:tgtEl>
                                        <p:attrNameLst>
                                          <p:attrName>style.visibility</p:attrName>
                                        </p:attrNameLst>
                                      </p:cBhvr>
                                      <p:to>
                                        <p:strVal val="visible"/>
                                      </p:to>
                                    </p:set>
                                    <p:anim from="(-#ppt_w/2)" to="(#ppt_x)" calcmode="lin" valueType="num">
                                      <p:cBhvr>
                                        <p:cTn id="23" dur="600" fill="hold">
                                          <p:stCondLst>
                                            <p:cond delay="0"/>
                                          </p:stCondLst>
                                        </p:cTn>
                                        <p:tgtEl>
                                          <p:spTgt spid="14339">
                                            <p:txEl>
                                              <p:pRg st="2" end="2"/>
                                            </p:txEl>
                                          </p:spTgt>
                                        </p:tgtEl>
                                        <p:attrNameLst>
                                          <p:attrName>ppt_x</p:attrName>
                                        </p:attrNameLst>
                                      </p:cBhvr>
                                    </p:anim>
                                    <p:anim from="0" to="-1.0" calcmode="lin" valueType="num">
                                      <p:cBhvr>
                                        <p:cTn id="24" dur="200" decel="50000" autoRev="1" fill="hold">
                                          <p:stCondLst>
                                            <p:cond delay="600"/>
                                          </p:stCondLst>
                                        </p:cTn>
                                        <p:tgtEl>
                                          <p:spTgt spid="14339">
                                            <p:txEl>
                                              <p:pRg st="2" end="2"/>
                                            </p:txEl>
                                          </p:spTgt>
                                        </p:tgtEl>
                                        <p:attrNameLst>
                                          <p:attrName>xshear</p:attrName>
                                        </p:attrNameLst>
                                      </p:cBhvr>
                                    </p:anim>
                                    <p:animScale>
                                      <p:cBhvr>
                                        <p:cTn id="25" dur="200" decel="100000" autoRev="1" fill="hold">
                                          <p:stCondLst>
                                            <p:cond delay="600"/>
                                          </p:stCondLst>
                                        </p:cTn>
                                        <p:tgtEl>
                                          <p:spTgt spid="14339">
                                            <p:txEl>
                                              <p:pRg st="2" end="2"/>
                                            </p:txEl>
                                          </p:spTgt>
                                        </p:tgtEl>
                                      </p:cBhvr>
                                      <p:from x="100000" y="100000"/>
                                      <p:to x="80000" y="100000"/>
                                    </p:animScale>
                                    <p:anim by="(#ppt_h/3+#ppt_w*0.1)" calcmode="lin" valueType="num">
                                      <p:cBhvr additive="sum">
                                        <p:cTn id="26" dur="200" decel="100000" autoRev="1" fill="hold">
                                          <p:stCondLst>
                                            <p:cond delay="600"/>
                                          </p:stCondLst>
                                        </p:cTn>
                                        <p:tgtEl>
                                          <p:spTgt spid="14339">
                                            <p:txEl>
                                              <p:pRg st="2" end="2"/>
                                            </p:txEl>
                                          </p:spTgt>
                                        </p:tgtEl>
                                        <p:attrNameLst>
                                          <p:attrName>ppt_x</p:attrName>
                                        </p:attrNameLst>
                                      </p:cBhvr>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24580"/>
                                        </p:tgtEl>
                                        <p:attrNameLst>
                                          <p:attrName>style.visibility</p:attrName>
                                        </p:attrNameLst>
                                      </p:cBhvr>
                                      <p:to>
                                        <p:strVal val="visible"/>
                                      </p:to>
                                    </p:set>
                                    <p:animEffect transition="in" filter="dissolve">
                                      <p:cBhvr>
                                        <p:cTn id="31" dur="500"/>
                                        <p:tgtEl>
                                          <p:spTgt spid="24580"/>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4581"/>
                                        </p:tgtEl>
                                        <p:attrNameLst>
                                          <p:attrName>style.visibility</p:attrName>
                                        </p:attrNameLst>
                                      </p:cBhvr>
                                      <p:to>
                                        <p:strVal val="visible"/>
                                      </p:to>
                                    </p:set>
                                    <p:animEffect transition="in" filter="dissolve">
                                      <p:cBhvr>
                                        <p:cTn id="34" dur="500"/>
                                        <p:tgtEl>
                                          <p:spTgt spid="24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bldP spid="24581"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4" descr="C:\Users\Lenovo\Google Drive\PIET 2015-16\III Sem\PU PPT\C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3450" y="5240338"/>
            <a:ext cx="1600200"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3" name="Picture 4" descr="C:\Users\Lenovo\Google Drive\PIET 2015-16\III Sem\PU PPT\C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0425" y="3368675"/>
            <a:ext cx="1600200"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4" name="Picture 4" descr="C:\Users\Lenovo\Google Drive\PIET 2015-16\III Sem\PU PPT\C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5963" y="1647825"/>
            <a:ext cx="1600200"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Picture 4" descr="C:\Users\Lenovo\Google Drive\PIET 2015-16\III Sem\PU PPT\C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3375" y="5240338"/>
            <a:ext cx="1600200"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6" name="Picture 4" descr="C:\Users\Lenovo\Google Drive\PIET 2015-16\III Sem\PU PPT\C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3375" y="3368675"/>
            <a:ext cx="1600200"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9" name="Text Box 4"/>
          <p:cNvSpPr txBox="1">
            <a:spLocks noChangeArrowheads="1"/>
          </p:cNvSpPr>
          <p:nvPr/>
        </p:nvSpPr>
        <p:spPr bwMode="auto">
          <a:xfrm>
            <a:off x="1954213" y="704850"/>
            <a:ext cx="8534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r>
              <a:rPr lang="en-GB">
                <a:solidFill>
                  <a:srgbClr val="000000"/>
                </a:solidFill>
              </a:rPr>
              <a:t>Example: circular queue with N = 5.</a:t>
            </a:r>
          </a:p>
        </p:txBody>
      </p:sp>
      <p:sp>
        <p:nvSpPr>
          <p:cNvPr id="25608" name="Text Box 6"/>
          <p:cNvSpPr txBox="1">
            <a:spLocks noChangeArrowheads="1"/>
          </p:cNvSpPr>
          <p:nvPr/>
        </p:nvSpPr>
        <p:spPr bwMode="auto">
          <a:xfrm>
            <a:off x="2016125" y="1112839"/>
            <a:ext cx="3367088"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r>
              <a:rPr lang="en-GB">
                <a:solidFill>
                  <a:srgbClr val="000000"/>
                </a:solidFill>
              </a:rPr>
              <a:t>1. Initially, Rear = -1, Front = -1</a:t>
            </a:r>
          </a:p>
        </p:txBody>
      </p:sp>
      <p:sp>
        <p:nvSpPr>
          <p:cNvPr id="25609" name="Text Box 7"/>
          <p:cNvSpPr txBox="1">
            <a:spLocks noChangeArrowheads="1"/>
          </p:cNvSpPr>
          <p:nvPr/>
        </p:nvSpPr>
        <p:spPr bwMode="auto">
          <a:xfrm>
            <a:off x="1847851" y="3038476"/>
            <a:ext cx="374332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r>
              <a:rPr lang="en-GB">
                <a:solidFill>
                  <a:srgbClr val="000000"/>
                </a:solidFill>
              </a:rPr>
              <a:t>2. Enqueue(5), </a:t>
            </a:r>
          </a:p>
        </p:txBody>
      </p:sp>
      <p:sp>
        <p:nvSpPr>
          <p:cNvPr id="25610" name="Text Box 9"/>
          <p:cNvSpPr txBox="1">
            <a:spLocks noChangeArrowheads="1"/>
          </p:cNvSpPr>
          <p:nvPr/>
        </p:nvSpPr>
        <p:spPr bwMode="auto">
          <a:xfrm>
            <a:off x="1847850" y="4852989"/>
            <a:ext cx="381635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r>
              <a:rPr lang="en-GB">
                <a:solidFill>
                  <a:srgbClr val="000000"/>
                </a:solidFill>
              </a:rPr>
              <a:t>3.Enqueue(10), Rear = 1, Front = 0</a:t>
            </a:r>
          </a:p>
        </p:txBody>
      </p:sp>
      <p:sp>
        <p:nvSpPr>
          <p:cNvPr id="25611" name="Text Box 11"/>
          <p:cNvSpPr txBox="1">
            <a:spLocks noChangeArrowheads="1"/>
          </p:cNvSpPr>
          <p:nvPr/>
        </p:nvSpPr>
        <p:spPr bwMode="auto">
          <a:xfrm>
            <a:off x="6054725" y="1141413"/>
            <a:ext cx="39004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r>
              <a:rPr lang="en-GB">
                <a:solidFill>
                  <a:srgbClr val="000000"/>
                </a:solidFill>
              </a:rPr>
              <a:t>4. Enqueue(20), Rear = 2, Front = 0.</a:t>
            </a:r>
          </a:p>
        </p:txBody>
      </p:sp>
      <p:sp>
        <p:nvSpPr>
          <p:cNvPr id="25612" name="Text Box 13"/>
          <p:cNvSpPr txBox="1">
            <a:spLocks noChangeArrowheads="1"/>
          </p:cNvSpPr>
          <p:nvPr/>
        </p:nvSpPr>
        <p:spPr bwMode="auto">
          <a:xfrm>
            <a:off x="5992814" y="3052764"/>
            <a:ext cx="3919537"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r>
              <a:rPr lang="en-GB">
                <a:solidFill>
                  <a:srgbClr val="000000"/>
                </a:solidFill>
              </a:rPr>
              <a:t>5.Enqueue(50), Rear = 3, Front = 0.</a:t>
            </a:r>
          </a:p>
        </p:txBody>
      </p:sp>
      <p:sp>
        <p:nvSpPr>
          <p:cNvPr id="25613" name="Text Box 15"/>
          <p:cNvSpPr txBox="1">
            <a:spLocks noChangeArrowheads="1"/>
          </p:cNvSpPr>
          <p:nvPr/>
        </p:nvSpPr>
        <p:spPr bwMode="auto">
          <a:xfrm>
            <a:off x="6069013" y="4805363"/>
            <a:ext cx="3886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r>
              <a:rPr lang="en-GB">
                <a:solidFill>
                  <a:srgbClr val="000000"/>
                </a:solidFill>
              </a:rPr>
              <a:t>6.Enqueue(6), Rear = 4, Front = 0</a:t>
            </a:r>
          </a:p>
        </p:txBody>
      </p:sp>
      <p:sp>
        <p:nvSpPr>
          <p:cNvPr id="25614" name="Text Box 17"/>
          <p:cNvSpPr txBox="1">
            <a:spLocks noChangeArrowheads="1"/>
          </p:cNvSpPr>
          <p:nvPr/>
        </p:nvSpPr>
        <p:spPr bwMode="auto">
          <a:xfrm>
            <a:off x="2392363" y="4057650"/>
            <a:ext cx="762000"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buClr>
                <a:srgbClr val="FF0000"/>
              </a:buClr>
            </a:pPr>
            <a:r>
              <a:rPr lang="en-GB" sz="1200">
                <a:solidFill>
                  <a:srgbClr val="FF0000"/>
                </a:solidFill>
              </a:rPr>
              <a:t>Rear</a:t>
            </a:r>
          </a:p>
        </p:txBody>
      </p:sp>
      <p:sp>
        <p:nvSpPr>
          <p:cNvPr id="25615" name="Text Box 18"/>
          <p:cNvSpPr txBox="1">
            <a:spLocks noChangeArrowheads="1"/>
          </p:cNvSpPr>
          <p:nvPr/>
        </p:nvSpPr>
        <p:spPr bwMode="auto">
          <a:xfrm>
            <a:off x="2416175" y="5168900"/>
            <a:ext cx="762000"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buClr>
                <a:srgbClr val="FF0000"/>
              </a:buClr>
            </a:pPr>
            <a:r>
              <a:rPr lang="en-GB" sz="1200">
                <a:solidFill>
                  <a:srgbClr val="FF0000"/>
                </a:solidFill>
              </a:rPr>
              <a:t>Rear</a:t>
            </a:r>
          </a:p>
        </p:txBody>
      </p:sp>
      <p:sp>
        <p:nvSpPr>
          <p:cNvPr id="25616" name="Text Box 19"/>
          <p:cNvSpPr txBox="1">
            <a:spLocks noChangeArrowheads="1"/>
          </p:cNvSpPr>
          <p:nvPr/>
        </p:nvSpPr>
        <p:spPr bwMode="auto">
          <a:xfrm>
            <a:off x="8248650" y="1497013"/>
            <a:ext cx="762000"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buClr>
                <a:srgbClr val="FF0000"/>
              </a:buClr>
            </a:pPr>
            <a:r>
              <a:rPr lang="en-GB" sz="1200">
                <a:solidFill>
                  <a:srgbClr val="FF0000"/>
                </a:solidFill>
              </a:rPr>
              <a:t>Rear</a:t>
            </a:r>
          </a:p>
        </p:txBody>
      </p:sp>
      <p:sp>
        <p:nvSpPr>
          <p:cNvPr id="25617" name="Text Box 20"/>
          <p:cNvSpPr txBox="1">
            <a:spLocks noChangeArrowheads="1"/>
          </p:cNvSpPr>
          <p:nvPr/>
        </p:nvSpPr>
        <p:spPr bwMode="auto">
          <a:xfrm>
            <a:off x="8680450" y="4244975"/>
            <a:ext cx="762000"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buClr>
                <a:srgbClr val="FF0000"/>
              </a:buClr>
            </a:pPr>
            <a:r>
              <a:rPr lang="en-GB" sz="1200">
                <a:solidFill>
                  <a:srgbClr val="FF0000"/>
                </a:solidFill>
              </a:rPr>
              <a:t>Rear</a:t>
            </a:r>
          </a:p>
        </p:txBody>
      </p:sp>
      <p:sp>
        <p:nvSpPr>
          <p:cNvPr id="25618" name="Text Box 21"/>
          <p:cNvSpPr txBox="1">
            <a:spLocks noChangeArrowheads="1"/>
          </p:cNvSpPr>
          <p:nvPr/>
        </p:nvSpPr>
        <p:spPr bwMode="auto">
          <a:xfrm>
            <a:off x="7786688" y="6608763"/>
            <a:ext cx="762000"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buClr>
                <a:srgbClr val="FF0000"/>
              </a:buClr>
            </a:pPr>
            <a:r>
              <a:rPr lang="en-GB" sz="1200">
                <a:solidFill>
                  <a:srgbClr val="FF0000"/>
                </a:solidFill>
              </a:rPr>
              <a:t>Rear</a:t>
            </a:r>
          </a:p>
        </p:txBody>
      </p:sp>
      <p:sp>
        <p:nvSpPr>
          <p:cNvPr id="25619" name="Text Box 22"/>
          <p:cNvSpPr txBox="1">
            <a:spLocks noChangeArrowheads="1"/>
          </p:cNvSpPr>
          <p:nvPr/>
        </p:nvSpPr>
        <p:spPr bwMode="auto">
          <a:xfrm>
            <a:off x="2386013" y="4244975"/>
            <a:ext cx="762000"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buClr>
                <a:srgbClr val="FF0000"/>
              </a:buClr>
            </a:pPr>
            <a:r>
              <a:rPr lang="en-GB" sz="1200">
                <a:solidFill>
                  <a:srgbClr val="FF0000"/>
                </a:solidFill>
              </a:rPr>
              <a:t>Front</a:t>
            </a:r>
          </a:p>
        </p:txBody>
      </p:sp>
      <p:sp>
        <p:nvSpPr>
          <p:cNvPr id="25620" name="Text Box 23"/>
          <p:cNvSpPr txBox="1">
            <a:spLocks noChangeArrowheads="1"/>
          </p:cNvSpPr>
          <p:nvPr/>
        </p:nvSpPr>
        <p:spPr bwMode="auto">
          <a:xfrm>
            <a:off x="2200275" y="5972175"/>
            <a:ext cx="762000"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buClr>
                <a:srgbClr val="FF0000"/>
              </a:buClr>
            </a:pPr>
            <a:r>
              <a:rPr lang="en-GB" sz="1200">
                <a:solidFill>
                  <a:srgbClr val="FF0000"/>
                </a:solidFill>
              </a:rPr>
              <a:t>Front</a:t>
            </a:r>
          </a:p>
        </p:txBody>
      </p:sp>
      <p:sp>
        <p:nvSpPr>
          <p:cNvPr id="25621" name="Text Box 24"/>
          <p:cNvSpPr txBox="1">
            <a:spLocks noChangeArrowheads="1"/>
          </p:cNvSpPr>
          <p:nvPr/>
        </p:nvSpPr>
        <p:spPr bwMode="auto">
          <a:xfrm>
            <a:off x="6491288" y="2300288"/>
            <a:ext cx="762000"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buClr>
                <a:srgbClr val="FF0000"/>
              </a:buClr>
            </a:pPr>
            <a:r>
              <a:rPr lang="en-GB" sz="1200">
                <a:solidFill>
                  <a:srgbClr val="FF0000"/>
                </a:solidFill>
              </a:rPr>
              <a:t>Front</a:t>
            </a:r>
          </a:p>
        </p:txBody>
      </p:sp>
      <p:sp>
        <p:nvSpPr>
          <p:cNvPr id="25622" name="Text Box 25"/>
          <p:cNvSpPr txBox="1">
            <a:spLocks noChangeArrowheads="1"/>
          </p:cNvSpPr>
          <p:nvPr/>
        </p:nvSpPr>
        <p:spPr bwMode="auto">
          <a:xfrm>
            <a:off x="6664325" y="4160838"/>
            <a:ext cx="762000"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buClr>
                <a:srgbClr val="FF0000"/>
              </a:buClr>
            </a:pPr>
            <a:r>
              <a:rPr lang="en-GB" sz="1200">
                <a:solidFill>
                  <a:srgbClr val="FF0000"/>
                </a:solidFill>
              </a:rPr>
              <a:t>Front</a:t>
            </a:r>
          </a:p>
        </p:txBody>
      </p:sp>
      <p:sp>
        <p:nvSpPr>
          <p:cNvPr id="25623" name="Text Box 26"/>
          <p:cNvSpPr txBox="1">
            <a:spLocks noChangeArrowheads="1"/>
          </p:cNvSpPr>
          <p:nvPr/>
        </p:nvSpPr>
        <p:spPr bwMode="auto">
          <a:xfrm>
            <a:off x="6778625" y="6045200"/>
            <a:ext cx="762000"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buClr>
                <a:srgbClr val="FF0000"/>
              </a:buClr>
            </a:pPr>
            <a:r>
              <a:rPr lang="en-GB" sz="1200">
                <a:solidFill>
                  <a:srgbClr val="FF0000"/>
                </a:solidFill>
              </a:rPr>
              <a:t>Front</a:t>
            </a:r>
          </a:p>
        </p:txBody>
      </p:sp>
      <p:pic>
        <p:nvPicPr>
          <p:cNvPr id="25624" name="Picture 4" descr="C:\Users\Lenovo\Google Drive\PIET 2015-16\III Sem\PU PPT\C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4938" y="1503363"/>
            <a:ext cx="1600200"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25" name="TextBox 36"/>
          <p:cNvSpPr txBox="1">
            <a:spLocks noChangeArrowheads="1"/>
          </p:cNvSpPr>
          <p:nvPr/>
        </p:nvSpPr>
        <p:spPr bwMode="auto">
          <a:xfrm>
            <a:off x="3106739" y="4016375"/>
            <a:ext cx="312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5</a:t>
            </a:r>
          </a:p>
        </p:txBody>
      </p:sp>
      <p:sp>
        <p:nvSpPr>
          <p:cNvPr id="25626" name="TextBox 38"/>
          <p:cNvSpPr txBox="1">
            <a:spLocks noChangeArrowheads="1"/>
          </p:cNvSpPr>
          <p:nvPr/>
        </p:nvSpPr>
        <p:spPr bwMode="auto">
          <a:xfrm>
            <a:off x="3106739" y="5889625"/>
            <a:ext cx="3127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5</a:t>
            </a:r>
          </a:p>
        </p:txBody>
      </p:sp>
      <p:sp>
        <p:nvSpPr>
          <p:cNvPr id="25627" name="TextBox 39"/>
          <p:cNvSpPr txBox="1">
            <a:spLocks noChangeArrowheads="1"/>
          </p:cNvSpPr>
          <p:nvPr/>
        </p:nvSpPr>
        <p:spPr bwMode="auto">
          <a:xfrm>
            <a:off x="3106739" y="5448300"/>
            <a:ext cx="441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10</a:t>
            </a:r>
          </a:p>
        </p:txBody>
      </p:sp>
      <p:sp>
        <p:nvSpPr>
          <p:cNvPr id="25628" name="TextBox 41"/>
          <p:cNvSpPr txBox="1">
            <a:spLocks noChangeArrowheads="1"/>
          </p:cNvSpPr>
          <p:nvPr/>
        </p:nvSpPr>
        <p:spPr bwMode="auto">
          <a:xfrm>
            <a:off x="7283450" y="2289175"/>
            <a:ext cx="3127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5</a:t>
            </a:r>
          </a:p>
        </p:txBody>
      </p:sp>
      <p:sp>
        <p:nvSpPr>
          <p:cNvPr id="25629" name="TextBox 42"/>
          <p:cNvSpPr txBox="1">
            <a:spLocks noChangeArrowheads="1"/>
          </p:cNvSpPr>
          <p:nvPr/>
        </p:nvSpPr>
        <p:spPr bwMode="auto">
          <a:xfrm>
            <a:off x="7354889" y="1784350"/>
            <a:ext cx="44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10</a:t>
            </a:r>
          </a:p>
        </p:txBody>
      </p:sp>
      <p:sp>
        <p:nvSpPr>
          <p:cNvPr id="25630" name="TextBox 43"/>
          <p:cNvSpPr txBox="1">
            <a:spLocks noChangeArrowheads="1"/>
          </p:cNvSpPr>
          <p:nvPr/>
        </p:nvSpPr>
        <p:spPr bwMode="auto">
          <a:xfrm>
            <a:off x="7931151" y="1784350"/>
            <a:ext cx="4111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1600"/>
              <a:t>20</a:t>
            </a:r>
          </a:p>
        </p:txBody>
      </p:sp>
      <p:sp>
        <p:nvSpPr>
          <p:cNvPr id="25631" name="TextBox 45"/>
          <p:cNvSpPr txBox="1">
            <a:spLocks noChangeArrowheads="1"/>
          </p:cNvSpPr>
          <p:nvPr/>
        </p:nvSpPr>
        <p:spPr bwMode="auto">
          <a:xfrm>
            <a:off x="7354889" y="4016375"/>
            <a:ext cx="473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5</a:t>
            </a:r>
          </a:p>
        </p:txBody>
      </p:sp>
      <p:sp>
        <p:nvSpPr>
          <p:cNvPr id="25632" name="TextBox 46"/>
          <p:cNvSpPr txBox="1">
            <a:spLocks noChangeArrowheads="1"/>
          </p:cNvSpPr>
          <p:nvPr/>
        </p:nvSpPr>
        <p:spPr bwMode="auto">
          <a:xfrm>
            <a:off x="7426326" y="3575050"/>
            <a:ext cx="473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10</a:t>
            </a:r>
          </a:p>
        </p:txBody>
      </p:sp>
      <p:sp>
        <p:nvSpPr>
          <p:cNvPr id="25633" name="TextBox 47"/>
          <p:cNvSpPr txBox="1">
            <a:spLocks noChangeArrowheads="1"/>
          </p:cNvSpPr>
          <p:nvPr/>
        </p:nvSpPr>
        <p:spPr bwMode="auto">
          <a:xfrm>
            <a:off x="8074026" y="3513139"/>
            <a:ext cx="4730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1600"/>
              <a:t>20</a:t>
            </a:r>
          </a:p>
        </p:txBody>
      </p:sp>
      <p:sp>
        <p:nvSpPr>
          <p:cNvPr id="25634" name="TextBox 48"/>
          <p:cNvSpPr txBox="1">
            <a:spLocks noChangeArrowheads="1"/>
          </p:cNvSpPr>
          <p:nvPr/>
        </p:nvSpPr>
        <p:spPr bwMode="auto">
          <a:xfrm>
            <a:off x="8250239" y="4160839"/>
            <a:ext cx="4730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1600"/>
              <a:t>50</a:t>
            </a:r>
          </a:p>
        </p:txBody>
      </p:sp>
      <p:sp>
        <p:nvSpPr>
          <p:cNvPr id="25635" name="TextBox 50"/>
          <p:cNvSpPr txBox="1">
            <a:spLocks noChangeArrowheads="1"/>
          </p:cNvSpPr>
          <p:nvPr/>
        </p:nvSpPr>
        <p:spPr bwMode="auto">
          <a:xfrm>
            <a:off x="7458076" y="5951539"/>
            <a:ext cx="473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5</a:t>
            </a:r>
          </a:p>
        </p:txBody>
      </p:sp>
      <p:sp>
        <p:nvSpPr>
          <p:cNvPr id="25636" name="TextBox 51"/>
          <p:cNvSpPr txBox="1">
            <a:spLocks noChangeArrowheads="1"/>
          </p:cNvSpPr>
          <p:nvPr/>
        </p:nvSpPr>
        <p:spPr bwMode="auto">
          <a:xfrm>
            <a:off x="7570789" y="5448301"/>
            <a:ext cx="4730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10</a:t>
            </a:r>
          </a:p>
          <a:p>
            <a:pPr eaLnBrk="1" hangingPunct="1"/>
            <a:endParaRPr lang="en-US"/>
          </a:p>
        </p:txBody>
      </p:sp>
      <p:sp>
        <p:nvSpPr>
          <p:cNvPr id="25637" name="TextBox 52"/>
          <p:cNvSpPr txBox="1">
            <a:spLocks noChangeArrowheads="1"/>
          </p:cNvSpPr>
          <p:nvPr/>
        </p:nvSpPr>
        <p:spPr bwMode="auto">
          <a:xfrm>
            <a:off x="8291514" y="6032500"/>
            <a:ext cx="4714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50</a:t>
            </a:r>
          </a:p>
        </p:txBody>
      </p:sp>
      <p:sp>
        <p:nvSpPr>
          <p:cNvPr id="25638" name="TextBox 53"/>
          <p:cNvSpPr txBox="1">
            <a:spLocks noChangeArrowheads="1"/>
          </p:cNvSpPr>
          <p:nvPr/>
        </p:nvSpPr>
        <p:spPr bwMode="auto">
          <a:xfrm>
            <a:off x="7889876" y="6240463"/>
            <a:ext cx="473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6</a:t>
            </a:r>
          </a:p>
        </p:txBody>
      </p:sp>
      <p:sp>
        <p:nvSpPr>
          <p:cNvPr id="25639" name="TextBox 54"/>
          <p:cNvSpPr txBox="1">
            <a:spLocks noChangeArrowheads="1"/>
          </p:cNvSpPr>
          <p:nvPr/>
        </p:nvSpPr>
        <p:spPr bwMode="auto">
          <a:xfrm>
            <a:off x="8074026" y="5313363"/>
            <a:ext cx="473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20</a:t>
            </a:r>
          </a:p>
        </p:txBody>
      </p:sp>
      <p:sp>
        <p:nvSpPr>
          <p:cNvPr id="40" name="TextBox 39"/>
          <p:cNvSpPr txBox="1">
            <a:spLocks noChangeArrowheads="1"/>
          </p:cNvSpPr>
          <p:nvPr/>
        </p:nvSpPr>
        <p:spPr bwMode="auto">
          <a:xfrm>
            <a:off x="3457575" y="3059114"/>
            <a:ext cx="2133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solidFill>
                  <a:srgbClr val="000000"/>
                </a:solidFill>
              </a:rPr>
              <a:t>Rear = 0, Front = 0</a:t>
            </a:r>
            <a:endParaRPr lang="en-US"/>
          </a:p>
        </p:txBody>
      </p:sp>
      <p:sp>
        <p:nvSpPr>
          <p:cNvPr id="41" name="Date Placeholder 40"/>
          <p:cNvSpPr>
            <a:spLocks noGrp="1"/>
          </p:cNvSpPr>
          <p:nvPr>
            <p:ph type="dt" sz="quarter" idx="10"/>
          </p:nvPr>
        </p:nvSpPr>
        <p:spPr/>
        <p:txBody>
          <a:bodyPr/>
          <a:lstStyle/>
          <a:p>
            <a:pPr>
              <a:defRPr/>
            </a:pPr>
            <a:fld id="{09BA855C-E35D-4092-B4A4-5490639696DB}" type="datetime1">
              <a:rPr lang="en-US" smtClean="0"/>
              <a:pPr>
                <a:defRPr/>
              </a:pPr>
              <a:t>9/30/2024</a:t>
            </a:fld>
            <a:endParaRPr lang="en-IN"/>
          </a:p>
        </p:txBody>
      </p:sp>
      <p:sp>
        <p:nvSpPr>
          <p:cNvPr id="42" name="Slide Number Placeholder 41"/>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2D60701-9F2F-4845-9B9F-959CE48FE2A0}" type="slidenum">
              <a:rPr lang="en-IN">
                <a:solidFill>
                  <a:srgbClr val="045C75"/>
                </a:solidFill>
                <a:latin typeface="Constantia" panose="02030602050306030303" pitchFamily="18" charset="0"/>
              </a:rPr>
              <a:pPr eaLnBrk="1" hangingPunct="1"/>
              <a:t>57</a:t>
            </a:fld>
            <a:endParaRPr lang="en-IN">
              <a:solidFill>
                <a:srgbClr val="045C75"/>
              </a:solidFill>
              <a:latin typeface="Constantia" panose="02030602050306030303" pitchFamily="18" charset="0"/>
            </a:endParaRPr>
          </a:p>
        </p:txBody>
      </p:sp>
      <p:sp>
        <p:nvSpPr>
          <p:cNvPr id="43" name="Footer Placeholder 42"/>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38621441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nodeType="clickEffect">
                                  <p:stCondLst>
                                    <p:cond delay="0"/>
                                  </p:stCondLst>
                                  <p:childTnLst>
                                    <p:set>
                                      <p:cBhvr>
                                        <p:cTn id="6" dur="1" fill="hold">
                                          <p:stCondLst>
                                            <p:cond delay="0"/>
                                          </p:stCondLst>
                                        </p:cTn>
                                        <p:tgtEl>
                                          <p:spTgt spid="25624"/>
                                        </p:tgtEl>
                                        <p:attrNameLst>
                                          <p:attrName>style.visibility</p:attrName>
                                        </p:attrNameLst>
                                      </p:cBhvr>
                                      <p:to>
                                        <p:strVal val="visible"/>
                                      </p:to>
                                    </p:set>
                                    <p:anim from="(-#ppt_w/2)" to="(#ppt_x)" calcmode="lin" valueType="num">
                                      <p:cBhvr>
                                        <p:cTn id="7" dur="300" fill="hold">
                                          <p:stCondLst>
                                            <p:cond delay="0"/>
                                          </p:stCondLst>
                                        </p:cTn>
                                        <p:tgtEl>
                                          <p:spTgt spid="25624"/>
                                        </p:tgtEl>
                                        <p:attrNameLst>
                                          <p:attrName>ppt_x</p:attrName>
                                        </p:attrNameLst>
                                      </p:cBhvr>
                                    </p:anim>
                                    <p:anim from="0" to="-1.0" calcmode="lin" valueType="num">
                                      <p:cBhvr>
                                        <p:cTn id="8" dur="100" decel="50000" autoRev="1" fill="hold">
                                          <p:stCondLst>
                                            <p:cond delay="300"/>
                                          </p:stCondLst>
                                        </p:cTn>
                                        <p:tgtEl>
                                          <p:spTgt spid="25624"/>
                                        </p:tgtEl>
                                        <p:attrNameLst>
                                          <p:attrName>xshear</p:attrName>
                                        </p:attrNameLst>
                                      </p:cBhvr>
                                    </p:anim>
                                    <p:animScale>
                                      <p:cBhvr>
                                        <p:cTn id="9" dur="100" decel="100000" autoRev="1" fill="hold">
                                          <p:stCondLst>
                                            <p:cond delay="300"/>
                                          </p:stCondLst>
                                        </p:cTn>
                                        <p:tgtEl>
                                          <p:spTgt spid="25624"/>
                                        </p:tgtEl>
                                      </p:cBhvr>
                                      <p:from x="100000" y="100000"/>
                                      <p:to x="80000" y="100000"/>
                                    </p:animScale>
                                    <p:anim by="(#ppt_h/3+#ppt_w*0.1)" calcmode="lin" valueType="num">
                                      <p:cBhvr additive="sum">
                                        <p:cTn id="10" dur="100" decel="100000" autoRev="1" fill="hold">
                                          <p:stCondLst>
                                            <p:cond delay="300"/>
                                          </p:stCondLst>
                                        </p:cTn>
                                        <p:tgtEl>
                                          <p:spTgt spid="25624"/>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4" presetClass="entr" presetSubtype="0" fill="hold" nodeType="clickEffect">
                                  <p:stCondLst>
                                    <p:cond delay="0"/>
                                  </p:stCondLst>
                                  <p:childTnLst>
                                    <p:set>
                                      <p:cBhvr>
                                        <p:cTn id="14" dur="1" fill="hold">
                                          <p:stCondLst>
                                            <p:cond delay="0"/>
                                          </p:stCondLst>
                                        </p:cTn>
                                        <p:tgtEl>
                                          <p:spTgt spid="25608">
                                            <p:txEl>
                                              <p:pRg st="0" end="0"/>
                                            </p:txEl>
                                          </p:spTgt>
                                        </p:tgtEl>
                                        <p:attrNameLst>
                                          <p:attrName>style.visibility</p:attrName>
                                        </p:attrNameLst>
                                      </p:cBhvr>
                                      <p:to>
                                        <p:strVal val="visible"/>
                                      </p:to>
                                    </p:set>
                                    <p:anim from="(-#ppt_w/2)" to="(#ppt_x)" calcmode="lin" valueType="num">
                                      <p:cBhvr>
                                        <p:cTn id="15" dur="300" fill="hold">
                                          <p:stCondLst>
                                            <p:cond delay="0"/>
                                          </p:stCondLst>
                                        </p:cTn>
                                        <p:tgtEl>
                                          <p:spTgt spid="25608">
                                            <p:txEl>
                                              <p:pRg st="0" end="0"/>
                                            </p:txEl>
                                          </p:spTgt>
                                        </p:tgtEl>
                                        <p:attrNameLst>
                                          <p:attrName>ppt_x</p:attrName>
                                        </p:attrNameLst>
                                      </p:cBhvr>
                                    </p:anim>
                                    <p:anim from="0" to="-1.0" calcmode="lin" valueType="num">
                                      <p:cBhvr>
                                        <p:cTn id="16" dur="100" decel="50000" autoRev="1" fill="hold">
                                          <p:stCondLst>
                                            <p:cond delay="300"/>
                                          </p:stCondLst>
                                        </p:cTn>
                                        <p:tgtEl>
                                          <p:spTgt spid="25608">
                                            <p:txEl>
                                              <p:pRg st="0" end="0"/>
                                            </p:txEl>
                                          </p:spTgt>
                                        </p:tgtEl>
                                        <p:attrNameLst>
                                          <p:attrName>xshear</p:attrName>
                                        </p:attrNameLst>
                                      </p:cBhvr>
                                    </p:anim>
                                    <p:animScale>
                                      <p:cBhvr>
                                        <p:cTn id="17" dur="100" decel="100000" autoRev="1" fill="hold">
                                          <p:stCondLst>
                                            <p:cond delay="300"/>
                                          </p:stCondLst>
                                        </p:cTn>
                                        <p:tgtEl>
                                          <p:spTgt spid="25608">
                                            <p:txEl>
                                              <p:pRg st="0" end="0"/>
                                            </p:txEl>
                                          </p:spTgt>
                                        </p:tgtEl>
                                      </p:cBhvr>
                                      <p:from x="100000" y="100000"/>
                                      <p:to x="80000" y="100000"/>
                                    </p:animScale>
                                    <p:anim by="(#ppt_h/3+#ppt_w*0.1)" calcmode="lin" valueType="num">
                                      <p:cBhvr additive="sum">
                                        <p:cTn id="18" dur="100" decel="100000" autoRev="1" fill="hold">
                                          <p:stCondLst>
                                            <p:cond delay="300"/>
                                          </p:stCondLst>
                                        </p:cTn>
                                        <p:tgtEl>
                                          <p:spTgt spid="25608">
                                            <p:txEl>
                                              <p:pRg st="0" end="0"/>
                                            </p:txEl>
                                          </p:spTgt>
                                        </p:tgtEl>
                                        <p:attrNameLst>
                                          <p:attrName>ppt_x</p:attrName>
                                        </p:attrNameLst>
                                      </p:cBhvr>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4" presetClass="entr" presetSubtype="0" fill="hold" nodeType="clickEffect">
                                  <p:stCondLst>
                                    <p:cond delay="0"/>
                                  </p:stCondLst>
                                  <p:childTnLst>
                                    <p:set>
                                      <p:cBhvr>
                                        <p:cTn id="22" dur="1" fill="hold">
                                          <p:stCondLst>
                                            <p:cond delay="0"/>
                                          </p:stCondLst>
                                        </p:cTn>
                                        <p:tgtEl>
                                          <p:spTgt spid="25609">
                                            <p:txEl>
                                              <p:pRg st="0" end="0"/>
                                            </p:txEl>
                                          </p:spTgt>
                                        </p:tgtEl>
                                        <p:attrNameLst>
                                          <p:attrName>style.visibility</p:attrName>
                                        </p:attrNameLst>
                                      </p:cBhvr>
                                      <p:to>
                                        <p:strVal val="visible"/>
                                      </p:to>
                                    </p:set>
                                    <p:anim from="(-#ppt_w/2)" to="(#ppt_x)" calcmode="lin" valueType="num">
                                      <p:cBhvr>
                                        <p:cTn id="23" dur="300" fill="hold">
                                          <p:stCondLst>
                                            <p:cond delay="0"/>
                                          </p:stCondLst>
                                        </p:cTn>
                                        <p:tgtEl>
                                          <p:spTgt spid="25609">
                                            <p:txEl>
                                              <p:pRg st="0" end="0"/>
                                            </p:txEl>
                                          </p:spTgt>
                                        </p:tgtEl>
                                        <p:attrNameLst>
                                          <p:attrName>ppt_x</p:attrName>
                                        </p:attrNameLst>
                                      </p:cBhvr>
                                    </p:anim>
                                    <p:anim from="0" to="-1.0" calcmode="lin" valueType="num">
                                      <p:cBhvr>
                                        <p:cTn id="24" dur="100" decel="50000" autoRev="1" fill="hold">
                                          <p:stCondLst>
                                            <p:cond delay="300"/>
                                          </p:stCondLst>
                                        </p:cTn>
                                        <p:tgtEl>
                                          <p:spTgt spid="25609">
                                            <p:txEl>
                                              <p:pRg st="0" end="0"/>
                                            </p:txEl>
                                          </p:spTgt>
                                        </p:tgtEl>
                                        <p:attrNameLst>
                                          <p:attrName>xshear</p:attrName>
                                        </p:attrNameLst>
                                      </p:cBhvr>
                                    </p:anim>
                                    <p:animScale>
                                      <p:cBhvr>
                                        <p:cTn id="25" dur="100" decel="100000" autoRev="1" fill="hold">
                                          <p:stCondLst>
                                            <p:cond delay="300"/>
                                          </p:stCondLst>
                                        </p:cTn>
                                        <p:tgtEl>
                                          <p:spTgt spid="25609">
                                            <p:txEl>
                                              <p:pRg st="0" end="0"/>
                                            </p:txEl>
                                          </p:spTgt>
                                        </p:tgtEl>
                                      </p:cBhvr>
                                      <p:from x="100000" y="100000"/>
                                      <p:to x="80000" y="100000"/>
                                    </p:animScale>
                                    <p:anim by="(#ppt_h/3+#ppt_w*0.1)" calcmode="lin" valueType="num">
                                      <p:cBhvr additive="sum">
                                        <p:cTn id="26" dur="100" decel="100000" autoRev="1" fill="hold">
                                          <p:stCondLst>
                                            <p:cond delay="300"/>
                                          </p:stCondLst>
                                        </p:cTn>
                                        <p:tgtEl>
                                          <p:spTgt spid="25609">
                                            <p:txEl>
                                              <p:pRg st="0" end="0"/>
                                            </p:txEl>
                                          </p:spTgt>
                                        </p:tgtEl>
                                        <p:attrNameLst>
                                          <p:attrName>ppt_x</p:attrName>
                                        </p:attrNameLst>
                                      </p:cBhvr>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34" presetClass="entr" presetSubtype="0" fill="hold" nodeType="clickEffect">
                                  <p:stCondLst>
                                    <p:cond delay="0"/>
                                  </p:stCondLst>
                                  <p:childTnLst>
                                    <p:set>
                                      <p:cBhvr>
                                        <p:cTn id="30" dur="1" fill="hold">
                                          <p:stCondLst>
                                            <p:cond delay="0"/>
                                          </p:stCondLst>
                                        </p:cTn>
                                        <p:tgtEl>
                                          <p:spTgt spid="25606"/>
                                        </p:tgtEl>
                                        <p:attrNameLst>
                                          <p:attrName>style.visibility</p:attrName>
                                        </p:attrNameLst>
                                      </p:cBhvr>
                                      <p:to>
                                        <p:strVal val="visible"/>
                                      </p:to>
                                    </p:set>
                                    <p:anim from="(-#ppt_w/2)" to="(#ppt_x)" calcmode="lin" valueType="num">
                                      <p:cBhvr>
                                        <p:cTn id="31" dur="300" fill="hold">
                                          <p:stCondLst>
                                            <p:cond delay="0"/>
                                          </p:stCondLst>
                                        </p:cTn>
                                        <p:tgtEl>
                                          <p:spTgt spid="25606"/>
                                        </p:tgtEl>
                                        <p:attrNameLst>
                                          <p:attrName>ppt_x</p:attrName>
                                        </p:attrNameLst>
                                      </p:cBhvr>
                                    </p:anim>
                                    <p:anim from="0" to="-1.0" calcmode="lin" valueType="num">
                                      <p:cBhvr>
                                        <p:cTn id="32" dur="100" decel="50000" autoRev="1" fill="hold">
                                          <p:stCondLst>
                                            <p:cond delay="300"/>
                                          </p:stCondLst>
                                        </p:cTn>
                                        <p:tgtEl>
                                          <p:spTgt spid="25606"/>
                                        </p:tgtEl>
                                        <p:attrNameLst>
                                          <p:attrName>xshear</p:attrName>
                                        </p:attrNameLst>
                                      </p:cBhvr>
                                    </p:anim>
                                    <p:animScale>
                                      <p:cBhvr>
                                        <p:cTn id="33" dur="100" decel="100000" autoRev="1" fill="hold">
                                          <p:stCondLst>
                                            <p:cond delay="300"/>
                                          </p:stCondLst>
                                        </p:cTn>
                                        <p:tgtEl>
                                          <p:spTgt spid="25606"/>
                                        </p:tgtEl>
                                      </p:cBhvr>
                                      <p:from x="100000" y="100000"/>
                                      <p:to x="80000" y="100000"/>
                                    </p:animScale>
                                    <p:anim by="(#ppt_h/3+#ppt_w*0.1)" calcmode="lin" valueType="num">
                                      <p:cBhvr additive="sum">
                                        <p:cTn id="34" dur="100" decel="100000" autoRev="1" fill="hold">
                                          <p:stCondLst>
                                            <p:cond delay="300"/>
                                          </p:stCondLst>
                                        </p:cTn>
                                        <p:tgtEl>
                                          <p:spTgt spid="25606"/>
                                        </p:tgtEl>
                                        <p:attrNameLst>
                                          <p:attrName>ppt_x</p:attrName>
                                        </p:attrNameLst>
                                      </p:cBhvr>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34" presetClass="entr" presetSubtype="0" fill="hold" grpId="0" nodeType="clickEffect">
                                  <p:stCondLst>
                                    <p:cond delay="0"/>
                                  </p:stCondLst>
                                  <p:childTnLst>
                                    <p:set>
                                      <p:cBhvr>
                                        <p:cTn id="38" dur="1" fill="hold">
                                          <p:stCondLst>
                                            <p:cond delay="0"/>
                                          </p:stCondLst>
                                        </p:cTn>
                                        <p:tgtEl>
                                          <p:spTgt spid="40"/>
                                        </p:tgtEl>
                                        <p:attrNameLst>
                                          <p:attrName>style.visibility</p:attrName>
                                        </p:attrNameLst>
                                      </p:cBhvr>
                                      <p:to>
                                        <p:strVal val="visible"/>
                                      </p:to>
                                    </p:set>
                                    <p:anim from="(-#ppt_w/2)" to="(#ppt_x)" calcmode="lin" valueType="num">
                                      <p:cBhvr>
                                        <p:cTn id="39" dur="300" fill="hold">
                                          <p:stCondLst>
                                            <p:cond delay="0"/>
                                          </p:stCondLst>
                                        </p:cTn>
                                        <p:tgtEl>
                                          <p:spTgt spid="40"/>
                                        </p:tgtEl>
                                        <p:attrNameLst>
                                          <p:attrName>ppt_x</p:attrName>
                                        </p:attrNameLst>
                                      </p:cBhvr>
                                    </p:anim>
                                    <p:anim from="0" to="-1.0" calcmode="lin" valueType="num">
                                      <p:cBhvr>
                                        <p:cTn id="40" dur="100" decel="50000" autoRev="1" fill="hold">
                                          <p:stCondLst>
                                            <p:cond delay="300"/>
                                          </p:stCondLst>
                                        </p:cTn>
                                        <p:tgtEl>
                                          <p:spTgt spid="40"/>
                                        </p:tgtEl>
                                        <p:attrNameLst>
                                          <p:attrName>xshear</p:attrName>
                                        </p:attrNameLst>
                                      </p:cBhvr>
                                    </p:anim>
                                    <p:animScale>
                                      <p:cBhvr>
                                        <p:cTn id="41" dur="100" decel="100000" autoRev="1" fill="hold">
                                          <p:stCondLst>
                                            <p:cond delay="300"/>
                                          </p:stCondLst>
                                        </p:cTn>
                                        <p:tgtEl>
                                          <p:spTgt spid="40"/>
                                        </p:tgtEl>
                                      </p:cBhvr>
                                      <p:from x="100000" y="100000"/>
                                      <p:to x="80000" y="100000"/>
                                    </p:animScale>
                                    <p:anim by="(#ppt_h/3+#ppt_w*0.1)" calcmode="lin" valueType="num">
                                      <p:cBhvr additive="sum">
                                        <p:cTn id="42" dur="100" decel="100000" autoRev="1" fill="hold">
                                          <p:stCondLst>
                                            <p:cond delay="300"/>
                                          </p:stCondLst>
                                        </p:cTn>
                                        <p:tgtEl>
                                          <p:spTgt spid="40"/>
                                        </p:tgtEl>
                                        <p:attrNameLst>
                                          <p:attrName>ppt_x</p:attrName>
                                        </p:attrNameLst>
                                      </p:cBhvr>
                                    </p:anim>
                                  </p:childTnLst>
                                </p:cTn>
                              </p:par>
                              <p:par>
                                <p:cTn id="43" presetID="34" presetClass="entr" presetSubtype="0" fill="hold" grpId="0" nodeType="withEffect">
                                  <p:stCondLst>
                                    <p:cond delay="0"/>
                                  </p:stCondLst>
                                  <p:childTnLst>
                                    <p:set>
                                      <p:cBhvr>
                                        <p:cTn id="44" dur="1" fill="hold">
                                          <p:stCondLst>
                                            <p:cond delay="0"/>
                                          </p:stCondLst>
                                        </p:cTn>
                                        <p:tgtEl>
                                          <p:spTgt spid="25614"/>
                                        </p:tgtEl>
                                        <p:attrNameLst>
                                          <p:attrName>style.visibility</p:attrName>
                                        </p:attrNameLst>
                                      </p:cBhvr>
                                      <p:to>
                                        <p:strVal val="visible"/>
                                      </p:to>
                                    </p:set>
                                    <p:anim from="(-#ppt_w/2)" to="(#ppt_x)" calcmode="lin" valueType="num">
                                      <p:cBhvr>
                                        <p:cTn id="45" dur="300" fill="hold">
                                          <p:stCondLst>
                                            <p:cond delay="0"/>
                                          </p:stCondLst>
                                        </p:cTn>
                                        <p:tgtEl>
                                          <p:spTgt spid="25614"/>
                                        </p:tgtEl>
                                        <p:attrNameLst>
                                          <p:attrName>ppt_x</p:attrName>
                                        </p:attrNameLst>
                                      </p:cBhvr>
                                    </p:anim>
                                    <p:anim from="0" to="-1.0" calcmode="lin" valueType="num">
                                      <p:cBhvr>
                                        <p:cTn id="46" dur="100" decel="50000" autoRev="1" fill="hold">
                                          <p:stCondLst>
                                            <p:cond delay="300"/>
                                          </p:stCondLst>
                                        </p:cTn>
                                        <p:tgtEl>
                                          <p:spTgt spid="25614"/>
                                        </p:tgtEl>
                                        <p:attrNameLst>
                                          <p:attrName>xshear</p:attrName>
                                        </p:attrNameLst>
                                      </p:cBhvr>
                                    </p:anim>
                                    <p:animScale>
                                      <p:cBhvr>
                                        <p:cTn id="47" dur="100" decel="100000" autoRev="1" fill="hold">
                                          <p:stCondLst>
                                            <p:cond delay="300"/>
                                          </p:stCondLst>
                                        </p:cTn>
                                        <p:tgtEl>
                                          <p:spTgt spid="25614"/>
                                        </p:tgtEl>
                                      </p:cBhvr>
                                      <p:from x="100000" y="100000"/>
                                      <p:to x="80000" y="100000"/>
                                    </p:animScale>
                                    <p:anim by="(#ppt_h/3+#ppt_w*0.1)" calcmode="lin" valueType="num">
                                      <p:cBhvr additive="sum">
                                        <p:cTn id="48" dur="100" decel="100000" autoRev="1" fill="hold">
                                          <p:stCondLst>
                                            <p:cond delay="300"/>
                                          </p:stCondLst>
                                        </p:cTn>
                                        <p:tgtEl>
                                          <p:spTgt spid="25614"/>
                                        </p:tgtEl>
                                        <p:attrNameLst>
                                          <p:attrName>ppt_x</p:attrName>
                                        </p:attrNameLst>
                                      </p:cBhvr>
                                    </p:anim>
                                  </p:childTnLst>
                                </p:cTn>
                              </p:par>
                              <p:par>
                                <p:cTn id="49" presetID="34" presetClass="entr" presetSubtype="0" fill="hold" grpId="0" nodeType="withEffect">
                                  <p:stCondLst>
                                    <p:cond delay="0"/>
                                  </p:stCondLst>
                                  <p:childTnLst>
                                    <p:set>
                                      <p:cBhvr>
                                        <p:cTn id="50" dur="1" fill="hold">
                                          <p:stCondLst>
                                            <p:cond delay="0"/>
                                          </p:stCondLst>
                                        </p:cTn>
                                        <p:tgtEl>
                                          <p:spTgt spid="25619"/>
                                        </p:tgtEl>
                                        <p:attrNameLst>
                                          <p:attrName>style.visibility</p:attrName>
                                        </p:attrNameLst>
                                      </p:cBhvr>
                                      <p:to>
                                        <p:strVal val="visible"/>
                                      </p:to>
                                    </p:set>
                                    <p:anim from="(-#ppt_w/2)" to="(#ppt_x)" calcmode="lin" valueType="num">
                                      <p:cBhvr>
                                        <p:cTn id="51" dur="300" fill="hold">
                                          <p:stCondLst>
                                            <p:cond delay="0"/>
                                          </p:stCondLst>
                                        </p:cTn>
                                        <p:tgtEl>
                                          <p:spTgt spid="25619"/>
                                        </p:tgtEl>
                                        <p:attrNameLst>
                                          <p:attrName>ppt_x</p:attrName>
                                        </p:attrNameLst>
                                      </p:cBhvr>
                                    </p:anim>
                                    <p:anim from="0" to="-1.0" calcmode="lin" valueType="num">
                                      <p:cBhvr>
                                        <p:cTn id="52" dur="100" decel="50000" autoRev="1" fill="hold">
                                          <p:stCondLst>
                                            <p:cond delay="300"/>
                                          </p:stCondLst>
                                        </p:cTn>
                                        <p:tgtEl>
                                          <p:spTgt spid="25619"/>
                                        </p:tgtEl>
                                        <p:attrNameLst>
                                          <p:attrName>xshear</p:attrName>
                                        </p:attrNameLst>
                                      </p:cBhvr>
                                    </p:anim>
                                    <p:animScale>
                                      <p:cBhvr>
                                        <p:cTn id="53" dur="100" decel="100000" autoRev="1" fill="hold">
                                          <p:stCondLst>
                                            <p:cond delay="300"/>
                                          </p:stCondLst>
                                        </p:cTn>
                                        <p:tgtEl>
                                          <p:spTgt spid="25619"/>
                                        </p:tgtEl>
                                      </p:cBhvr>
                                      <p:from x="100000" y="100000"/>
                                      <p:to x="80000" y="100000"/>
                                    </p:animScale>
                                    <p:anim by="(#ppt_h/3+#ppt_w*0.1)" calcmode="lin" valueType="num">
                                      <p:cBhvr additive="sum">
                                        <p:cTn id="54" dur="100" decel="100000" autoRev="1" fill="hold">
                                          <p:stCondLst>
                                            <p:cond delay="300"/>
                                          </p:stCondLst>
                                        </p:cTn>
                                        <p:tgtEl>
                                          <p:spTgt spid="25619"/>
                                        </p:tgtEl>
                                        <p:attrNameLst>
                                          <p:attrName>ppt_x</p:attrName>
                                        </p:attrNameLst>
                                      </p:cBhvr>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4" fill="hold" nodeType="clickEffect">
                                  <p:stCondLst>
                                    <p:cond delay="0"/>
                                  </p:stCondLst>
                                  <p:childTnLst>
                                    <p:set>
                                      <p:cBhvr>
                                        <p:cTn id="58" dur="1" fill="hold">
                                          <p:stCondLst>
                                            <p:cond delay="0"/>
                                          </p:stCondLst>
                                        </p:cTn>
                                        <p:tgtEl>
                                          <p:spTgt spid="25625">
                                            <p:txEl>
                                              <p:pRg st="0" end="0"/>
                                            </p:txEl>
                                          </p:spTgt>
                                        </p:tgtEl>
                                        <p:attrNameLst>
                                          <p:attrName>style.visibility</p:attrName>
                                        </p:attrNameLst>
                                      </p:cBhvr>
                                      <p:to>
                                        <p:strVal val="visible"/>
                                      </p:to>
                                    </p:set>
                                    <p:anim calcmode="lin" valueType="num">
                                      <p:cBhvr additive="base">
                                        <p:cTn id="59" dur="500" fill="hold"/>
                                        <p:tgtEl>
                                          <p:spTgt spid="25625">
                                            <p:txEl>
                                              <p:pRg st="0" end="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2562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34" presetClass="entr" presetSubtype="0" fill="hold" grpId="0" nodeType="clickEffect">
                                  <p:stCondLst>
                                    <p:cond delay="0"/>
                                  </p:stCondLst>
                                  <p:childTnLst>
                                    <p:set>
                                      <p:cBhvr>
                                        <p:cTn id="64" dur="1" fill="hold">
                                          <p:stCondLst>
                                            <p:cond delay="0"/>
                                          </p:stCondLst>
                                        </p:cTn>
                                        <p:tgtEl>
                                          <p:spTgt spid="25610"/>
                                        </p:tgtEl>
                                        <p:attrNameLst>
                                          <p:attrName>style.visibility</p:attrName>
                                        </p:attrNameLst>
                                      </p:cBhvr>
                                      <p:to>
                                        <p:strVal val="visible"/>
                                      </p:to>
                                    </p:set>
                                    <p:anim from="(-#ppt_w/2)" to="(#ppt_x)" calcmode="lin" valueType="num">
                                      <p:cBhvr>
                                        <p:cTn id="65" dur="300" fill="hold">
                                          <p:stCondLst>
                                            <p:cond delay="0"/>
                                          </p:stCondLst>
                                        </p:cTn>
                                        <p:tgtEl>
                                          <p:spTgt spid="25610"/>
                                        </p:tgtEl>
                                        <p:attrNameLst>
                                          <p:attrName>ppt_x</p:attrName>
                                        </p:attrNameLst>
                                      </p:cBhvr>
                                    </p:anim>
                                    <p:anim from="0" to="-1.0" calcmode="lin" valueType="num">
                                      <p:cBhvr>
                                        <p:cTn id="66" dur="100" decel="50000" autoRev="1" fill="hold">
                                          <p:stCondLst>
                                            <p:cond delay="300"/>
                                          </p:stCondLst>
                                        </p:cTn>
                                        <p:tgtEl>
                                          <p:spTgt spid="25610"/>
                                        </p:tgtEl>
                                        <p:attrNameLst>
                                          <p:attrName>xshear</p:attrName>
                                        </p:attrNameLst>
                                      </p:cBhvr>
                                    </p:anim>
                                    <p:animScale>
                                      <p:cBhvr>
                                        <p:cTn id="67" dur="100" decel="100000" autoRev="1" fill="hold">
                                          <p:stCondLst>
                                            <p:cond delay="300"/>
                                          </p:stCondLst>
                                        </p:cTn>
                                        <p:tgtEl>
                                          <p:spTgt spid="25610"/>
                                        </p:tgtEl>
                                      </p:cBhvr>
                                      <p:from x="100000" y="100000"/>
                                      <p:to x="80000" y="100000"/>
                                    </p:animScale>
                                    <p:anim by="(#ppt_h/3+#ppt_w*0.1)" calcmode="lin" valueType="num">
                                      <p:cBhvr additive="sum">
                                        <p:cTn id="68" dur="100" decel="100000" autoRev="1" fill="hold">
                                          <p:stCondLst>
                                            <p:cond delay="300"/>
                                          </p:stCondLst>
                                        </p:cTn>
                                        <p:tgtEl>
                                          <p:spTgt spid="25610"/>
                                        </p:tgtEl>
                                        <p:attrNameLst>
                                          <p:attrName>ppt_x</p:attrName>
                                        </p:attrNameLst>
                                      </p:cBhvr>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34" presetClass="entr" presetSubtype="0" fill="hold" nodeType="clickEffect">
                                  <p:stCondLst>
                                    <p:cond delay="0"/>
                                  </p:stCondLst>
                                  <p:childTnLst>
                                    <p:set>
                                      <p:cBhvr>
                                        <p:cTn id="72" dur="1" fill="hold">
                                          <p:stCondLst>
                                            <p:cond delay="0"/>
                                          </p:stCondLst>
                                        </p:cTn>
                                        <p:tgtEl>
                                          <p:spTgt spid="25605"/>
                                        </p:tgtEl>
                                        <p:attrNameLst>
                                          <p:attrName>style.visibility</p:attrName>
                                        </p:attrNameLst>
                                      </p:cBhvr>
                                      <p:to>
                                        <p:strVal val="visible"/>
                                      </p:to>
                                    </p:set>
                                    <p:anim from="(-#ppt_w/2)" to="(#ppt_x)" calcmode="lin" valueType="num">
                                      <p:cBhvr>
                                        <p:cTn id="73" dur="300" fill="hold">
                                          <p:stCondLst>
                                            <p:cond delay="0"/>
                                          </p:stCondLst>
                                        </p:cTn>
                                        <p:tgtEl>
                                          <p:spTgt spid="25605"/>
                                        </p:tgtEl>
                                        <p:attrNameLst>
                                          <p:attrName>ppt_x</p:attrName>
                                        </p:attrNameLst>
                                      </p:cBhvr>
                                    </p:anim>
                                    <p:anim from="0" to="-1.0" calcmode="lin" valueType="num">
                                      <p:cBhvr>
                                        <p:cTn id="74" dur="100" decel="50000" autoRev="1" fill="hold">
                                          <p:stCondLst>
                                            <p:cond delay="300"/>
                                          </p:stCondLst>
                                        </p:cTn>
                                        <p:tgtEl>
                                          <p:spTgt spid="25605"/>
                                        </p:tgtEl>
                                        <p:attrNameLst>
                                          <p:attrName>xshear</p:attrName>
                                        </p:attrNameLst>
                                      </p:cBhvr>
                                    </p:anim>
                                    <p:animScale>
                                      <p:cBhvr>
                                        <p:cTn id="75" dur="100" decel="100000" autoRev="1" fill="hold">
                                          <p:stCondLst>
                                            <p:cond delay="300"/>
                                          </p:stCondLst>
                                        </p:cTn>
                                        <p:tgtEl>
                                          <p:spTgt spid="25605"/>
                                        </p:tgtEl>
                                      </p:cBhvr>
                                      <p:from x="100000" y="100000"/>
                                      <p:to x="80000" y="100000"/>
                                    </p:animScale>
                                    <p:anim by="(#ppt_h/3+#ppt_w*0.1)" calcmode="lin" valueType="num">
                                      <p:cBhvr additive="sum">
                                        <p:cTn id="76" dur="100" decel="100000" autoRev="1" fill="hold">
                                          <p:stCondLst>
                                            <p:cond delay="300"/>
                                          </p:stCondLst>
                                        </p:cTn>
                                        <p:tgtEl>
                                          <p:spTgt spid="25605"/>
                                        </p:tgtEl>
                                        <p:attrNameLst>
                                          <p:attrName>ppt_x</p:attrName>
                                        </p:attrNameLst>
                                      </p:cBhvr>
                                    </p:anim>
                                  </p:childTnLst>
                                </p:cTn>
                              </p:par>
                              <p:par>
                                <p:cTn id="77" presetID="34" presetClass="entr" presetSubtype="0" fill="hold" grpId="0" nodeType="withEffect">
                                  <p:stCondLst>
                                    <p:cond delay="0"/>
                                  </p:stCondLst>
                                  <p:childTnLst>
                                    <p:set>
                                      <p:cBhvr>
                                        <p:cTn id="78" dur="1" fill="hold">
                                          <p:stCondLst>
                                            <p:cond delay="0"/>
                                          </p:stCondLst>
                                        </p:cTn>
                                        <p:tgtEl>
                                          <p:spTgt spid="25615"/>
                                        </p:tgtEl>
                                        <p:attrNameLst>
                                          <p:attrName>style.visibility</p:attrName>
                                        </p:attrNameLst>
                                      </p:cBhvr>
                                      <p:to>
                                        <p:strVal val="visible"/>
                                      </p:to>
                                    </p:set>
                                    <p:anim from="(-#ppt_w/2)" to="(#ppt_x)" calcmode="lin" valueType="num">
                                      <p:cBhvr>
                                        <p:cTn id="79" dur="300" fill="hold">
                                          <p:stCondLst>
                                            <p:cond delay="0"/>
                                          </p:stCondLst>
                                        </p:cTn>
                                        <p:tgtEl>
                                          <p:spTgt spid="25615"/>
                                        </p:tgtEl>
                                        <p:attrNameLst>
                                          <p:attrName>ppt_x</p:attrName>
                                        </p:attrNameLst>
                                      </p:cBhvr>
                                    </p:anim>
                                    <p:anim from="0" to="-1.0" calcmode="lin" valueType="num">
                                      <p:cBhvr>
                                        <p:cTn id="80" dur="100" decel="50000" autoRev="1" fill="hold">
                                          <p:stCondLst>
                                            <p:cond delay="300"/>
                                          </p:stCondLst>
                                        </p:cTn>
                                        <p:tgtEl>
                                          <p:spTgt spid="25615"/>
                                        </p:tgtEl>
                                        <p:attrNameLst>
                                          <p:attrName>xshear</p:attrName>
                                        </p:attrNameLst>
                                      </p:cBhvr>
                                    </p:anim>
                                    <p:animScale>
                                      <p:cBhvr>
                                        <p:cTn id="81" dur="100" decel="100000" autoRev="1" fill="hold">
                                          <p:stCondLst>
                                            <p:cond delay="300"/>
                                          </p:stCondLst>
                                        </p:cTn>
                                        <p:tgtEl>
                                          <p:spTgt spid="25615"/>
                                        </p:tgtEl>
                                      </p:cBhvr>
                                      <p:from x="100000" y="100000"/>
                                      <p:to x="80000" y="100000"/>
                                    </p:animScale>
                                    <p:anim by="(#ppt_h/3+#ppt_w*0.1)" calcmode="lin" valueType="num">
                                      <p:cBhvr additive="sum">
                                        <p:cTn id="82" dur="100" decel="100000" autoRev="1" fill="hold">
                                          <p:stCondLst>
                                            <p:cond delay="300"/>
                                          </p:stCondLst>
                                        </p:cTn>
                                        <p:tgtEl>
                                          <p:spTgt spid="25615"/>
                                        </p:tgtEl>
                                        <p:attrNameLst>
                                          <p:attrName>ppt_x</p:attrName>
                                        </p:attrNameLst>
                                      </p:cBhvr>
                                    </p:anim>
                                  </p:childTnLst>
                                </p:cTn>
                              </p:par>
                              <p:par>
                                <p:cTn id="83" presetID="34" presetClass="entr" presetSubtype="0" fill="hold" grpId="0" nodeType="withEffect">
                                  <p:stCondLst>
                                    <p:cond delay="0"/>
                                  </p:stCondLst>
                                  <p:childTnLst>
                                    <p:set>
                                      <p:cBhvr>
                                        <p:cTn id="84" dur="1" fill="hold">
                                          <p:stCondLst>
                                            <p:cond delay="0"/>
                                          </p:stCondLst>
                                        </p:cTn>
                                        <p:tgtEl>
                                          <p:spTgt spid="25620"/>
                                        </p:tgtEl>
                                        <p:attrNameLst>
                                          <p:attrName>style.visibility</p:attrName>
                                        </p:attrNameLst>
                                      </p:cBhvr>
                                      <p:to>
                                        <p:strVal val="visible"/>
                                      </p:to>
                                    </p:set>
                                    <p:anim from="(-#ppt_w/2)" to="(#ppt_x)" calcmode="lin" valueType="num">
                                      <p:cBhvr>
                                        <p:cTn id="85" dur="300" fill="hold">
                                          <p:stCondLst>
                                            <p:cond delay="0"/>
                                          </p:stCondLst>
                                        </p:cTn>
                                        <p:tgtEl>
                                          <p:spTgt spid="25620"/>
                                        </p:tgtEl>
                                        <p:attrNameLst>
                                          <p:attrName>ppt_x</p:attrName>
                                        </p:attrNameLst>
                                      </p:cBhvr>
                                    </p:anim>
                                    <p:anim from="0" to="-1.0" calcmode="lin" valueType="num">
                                      <p:cBhvr>
                                        <p:cTn id="86" dur="100" decel="50000" autoRev="1" fill="hold">
                                          <p:stCondLst>
                                            <p:cond delay="300"/>
                                          </p:stCondLst>
                                        </p:cTn>
                                        <p:tgtEl>
                                          <p:spTgt spid="25620"/>
                                        </p:tgtEl>
                                        <p:attrNameLst>
                                          <p:attrName>xshear</p:attrName>
                                        </p:attrNameLst>
                                      </p:cBhvr>
                                    </p:anim>
                                    <p:animScale>
                                      <p:cBhvr>
                                        <p:cTn id="87" dur="100" decel="100000" autoRev="1" fill="hold">
                                          <p:stCondLst>
                                            <p:cond delay="300"/>
                                          </p:stCondLst>
                                        </p:cTn>
                                        <p:tgtEl>
                                          <p:spTgt spid="25620"/>
                                        </p:tgtEl>
                                      </p:cBhvr>
                                      <p:from x="100000" y="100000"/>
                                      <p:to x="80000" y="100000"/>
                                    </p:animScale>
                                    <p:anim by="(#ppt_h/3+#ppt_w*0.1)" calcmode="lin" valueType="num">
                                      <p:cBhvr additive="sum">
                                        <p:cTn id="88" dur="100" decel="100000" autoRev="1" fill="hold">
                                          <p:stCondLst>
                                            <p:cond delay="300"/>
                                          </p:stCondLst>
                                        </p:cTn>
                                        <p:tgtEl>
                                          <p:spTgt spid="25620"/>
                                        </p:tgtEl>
                                        <p:attrNameLst>
                                          <p:attrName>ppt_x</p:attrName>
                                        </p:attrNameLst>
                                      </p:cBhvr>
                                    </p:anim>
                                  </p:childTnLst>
                                </p:cTn>
                              </p:par>
                              <p:par>
                                <p:cTn id="89" presetID="34" presetClass="entr" presetSubtype="0" fill="hold" grpId="0" nodeType="withEffect">
                                  <p:stCondLst>
                                    <p:cond delay="0"/>
                                  </p:stCondLst>
                                  <p:childTnLst>
                                    <p:set>
                                      <p:cBhvr>
                                        <p:cTn id="90" dur="1" fill="hold">
                                          <p:stCondLst>
                                            <p:cond delay="0"/>
                                          </p:stCondLst>
                                        </p:cTn>
                                        <p:tgtEl>
                                          <p:spTgt spid="25626"/>
                                        </p:tgtEl>
                                        <p:attrNameLst>
                                          <p:attrName>style.visibility</p:attrName>
                                        </p:attrNameLst>
                                      </p:cBhvr>
                                      <p:to>
                                        <p:strVal val="visible"/>
                                      </p:to>
                                    </p:set>
                                    <p:anim from="(-#ppt_w/2)" to="(#ppt_x)" calcmode="lin" valueType="num">
                                      <p:cBhvr>
                                        <p:cTn id="91" dur="300" fill="hold">
                                          <p:stCondLst>
                                            <p:cond delay="0"/>
                                          </p:stCondLst>
                                        </p:cTn>
                                        <p:tgtEl>
                                          <p:spTgt spid="25626"/>
                                        </p:tgtEl>
                                        <p:attrNameLst>
                                          <p:attrName>ppt_x</p:attrName>
                                        </p:attrNameLst>
                                      </p:cBhvr>
                                    </p:anim>
                                    <p:anim from="0" to="-1.0" calcmode="lin" valueType="num">
                                      <p:cBhvr>
                                        <p:cTn id="92" dur="100" decel="50000" autoRev="1" fill="hold">
                                          <p:stCondLst>
                                            <p:cond delay="300"/>
                                          </p:stCondLst>
                                        </p:cTn>
                                        <p:tgtEl>
                                          <p:spTgt spid="25626"/>
                                        </p:tgtEl>
                                        <p:attrNameLst>
                                          <p:attrName>xshear</p:attrName>
                                        </p:attrNameLst>
                                      </p:cBhvr>
                                    </p:anim>
                                    <p:animScale>
                                      <p:cBhvr>
                                        <p:cTn id="93" dur="100" decel="100000" autoRev="1" fill="hold">
                                          <p:stCondLst>
                                            <p:cond delay="300"/>
                                          </p:stCondLst>
                                        </p:cTn>
                                        <p:tgtEl>
                                          <p:spTgt spid="25626"/>
                                        </p:tgtEl>
                                      </p:cBhvr>
                                      <p:from x="100000" y="100000"/>
                                      <p:to x="80000" y="100000"/>
                                    </p:animScale>
                                    <p:anim by="(#ppt_h/3+#ppt_w*0.1)" calcmode="lin" valueType="num">
                                      <p:cBhvr additive="sum">
                                        <p:cTn id="94" dur="100" decel="100000" autoRev="1" fill="hold">
                                          <p:stCondLst>
                                            <p:cond delay="300"/>
                                          </p:stCondLst>
                                        </p:cTn>
                                        <p:tgtEl>
                                          <p:spTgt spid="25626"/>
                                        </p:tgtEl>
                                        <p:attrNameLst>
                                          <p:attrName>ppt_x</p:attrName>
                                        </p:attrNameLst>
                                      </p:cBhvr>
                                    </p:anim>
                                  </p:childTnLst>
                                </p:cTn>
                              </p:par>
                              <p:par>
                                <p:cTn id="95" presetID="34" presetClass="entr" presetSubtype="0" fill="hold" grpId="0" nodeType="withEffect">
                                  <p:stCondLst>
                                    <p:cond delay="0"/>
                                  </p:stCondLst>
                                  <p:childTnLst>
                                    <p:set>
                                      <p:cBhvr>
                                        <p:cTn id="96" dur="1" fill="hold">
                                          <p:stCondLst>
                                            <p:cond delay="0"/>
                                          </p:stCondLst>
                                        </p:cTn>
                                        <p:tgtEl>
                                          <p:spTgt spid="25627"/>
                                        </p:tgtEl>
                                        <p:attrNameLst>
                                          <p:attrName>style.visibility</p:attrName>
                                        </p:attrNameLst>
                                      </p:cBhvr>
                                      <p:to>
                                        <p:strVal val="visible"/>
                                      </p:to>
                                    </p:set>
                                    <p:anim from="(-#ppt_w/2)" to="(#ppt_x)" calcmode="lin" valueType="num">
                                      <p:cBhvr>
                                        <p:cTn id="97" dur="300" fill="hold">
                                          <p:stCondLst>
                                            <p:cond delay="0"/>
                                          </p:stCondLst>
                                        </p:cTn>
                                        <p:tgtEl>
                                          <p:spTgt spid="25627"/>
                                        </p:tgtEl>
                                        <p:attrNameLst>
                                          <p:attrName>ppt_x</p:attrName>
                                        </p:attrNameLst>
                                      </p:cBhvr>
                                    </p:anim>
                                    <p:anim from="0" to="-1.0" calcmode="lin" valueType="num">
                                      <p:cBhvr>
                                        <p:cTn id="98" dur="100" decel="50000" autoRev="1" fill="hold">
                                          <p:stCondLst>
                                            <p:cond delay="300"/>
                                          </p:stCondLst>
                                        </p:cTn>
                                        <p:tgtEl>
                                          <p:spTgt spid="25627"/>
                                        </p:tgtEl>
                                        <p:attrNameLst>
                                          <p:attrName>xshear</p:attrName>
                                        </p:attrNameLst>
                                      </p:cBhvr>
                                    </p:anim>
                                    <p:animScale>
                                      <p:cBhvr>
                                        <p:cTn id="99" dur="100" decel="100000" autoRev="1" fill="hold">
                                          <p:stCondLst>
                                            <p:cond delay="300"/>
                                          </p:stCondLst>
                                        </p:cTn>
                                        <p:tgtEl>
                                          <p:spTgt spid="25627"/>
                                        </p:tgtEl>
                                      </p:cBhvr>
                                      <p:from x="100000" y="100000"/>
                                      <p:to x="80000" y="100000"/>
                                    </p:animScale>
                                    <p:anim by="(#ppt_h/3+#ppt_w*0.1)" calcmode="lin" valueType="num">
                                      <p:cBhvr additive="sum">
                                        <p:cTn id="100" dur="100" decel="100000" autoRev="1" fill="hold">
                                          <p:stCondLst>
                                            <p:cond delay="300"/>
                                          </p:stCondLst>
                                        </p:cTn>
                                        <p:tgtEl>
                                          <p:spTgt spid="25627"/>
                                        </p:tgtEl>
                                        <p:attrNameLst>
                                          <p:attrName>ppt_x</p:attrName>
                                        </p:attrNameLst>
                                      </p:cBhvr>
                                    </p:anim>
                                  </p:childTnLst>
                                </p:cTn>
                              </p:par>
                            </p:childTnLst>
                          </p:cTn>
                        </p:par>
                      </p:childTnLst>
                    </p:cTn>
                  </p:par>
                  <p:par>
                    <p:cTn id="101" fill="hold" nodeType="clickPar">
                      <p:stCondLst>
                        <p:cond delay="indefinite"/>
                      </p:stCondLst>
                      <p:childTnLst>
                        <p:par>
                          <p:cTn id="102" fill="hold" nodeType="withGroup">
                            <p:stCondLst>
                              <p:cond delay="0"/>
                            </p:stCondLst>
                            <p:childTnLst>
                              <p:par>
                                <p:cTn id="103" presetID="34" presetClass="entr" presetSubtype="0" fill="hold" grpId="0" nodeType="clickEffect">
                                  <p:stCondLst>
                                    <p:cond delay="0"/>
                                  </p:stCondLst>
                                  <p:childTnLst>
                                    <p:set>
                                      <p:cBhvr>
                                        <p:cTn id="104" dur="1" fill="hold">
                                          <p:stCondLst>
                                            <p:cond delay="0"/>
                                          </p:stCondLst>
                                        </p:cTn>
                                        <p:tgtEl>
                                          <p:spTgt spid="25611"/>
                                        </p:tgtEl>
                                        <p:attrNameLst>
                                          <p:attrName>style.visibility</p:attrName>
                                        </p:attrNameLst>
                                      </p:cBhvr>
                                      <p:to>
                                        <p:strVal val="visible"/>
                                      </p:to>
                                    </p:set>
                                    <p:anim from="(-#ppt_w/2)" to="(#ppt_x)" calcmode="lin" valueType="num">
                                      <p:cBhvr>
                                        <p:cTn id="105" dur="300" fill="hold">
                                          <p:stCondLst>
                                            <p:cond delay="0"/>
                                          </p:stCondLst>
                                        </p:cTn>
                                        <p:tgtEl>
                                          <p:spTgt spid="25611"/>
                                        </p:tgtEl>
                                        <p:attrNameLst>
                                          <p:attrName>ppt_x</p:attrName>
                                        </p:attrNameLst>
                                      </p:cBhvr>
                                    </p:anim>
                                    <p:anim from="0" to="-1.0" calcmode="lin" valueType="num">
                                      <p:cBhvr>
                                        <p:cTn id="106" dur="100" decel="50000" autoRev="1" fill="hold">
                                          <p:stCondLst>
                                            <p:cond delay="300"/>
                                          </p:stCondLst>
                                        </p:cTn>
                                        <p:tgtEl>
                                          <p:spTgt spid="25611"/>
                                        </p:tgtEl>
                                        <p:attrNameLst>
                                          <p:attrName>xshear</p:attrName>
                                        </p:attrNameLst>
                                      </p:cBhvr>
                                    </p:anim>
                                    <p:animScale>
                                      <p:cBhvr>
                                        <p:cTn id="107" dur="100" decel="100000" autoRev="1" fill="hold">
                                          <p:stCondLst>
                                            <p:cond delay="300"/>
                                          </p:stCondLst>
                                        </p:cTn>
                                        <p:tgtEl>
                                          <p:spTgt spid="25611"/>
                                        </p:tgtEl>
                                      </p:cBhvr>
                                      <p:from x="100000" y="100000"/>
                                      <p:to x="80000" y="100000"/>
                                    </p:animScale>
                                    <p:anim by="(#ppt_h/3+#ppt_w*0.1)" calcmode="lin" valueType="num">
                                      <p:cBhvr additive="sum">
                                        <p:cTn id="108" dur="100" decel="100000" autoRev="1" fill="hold">
                                          <p:stCondLst>
                                            <p:cond delay="300"/>
                                          </p:stCondLst>
                                        </p:cTn>
                                        <p:tgtEl>
                                          <p:spTgt spid="25611"/>
                                        </p:tgtEl>
                                        <p:attrNameLst>
                                          <p:attrName>ppt_x</p:attrName>
                                        </p:attrNameLst>
                                      </p:cBhvr>
                                    </p:anim>
                                  </p:childTnLst>
                                </p:cTn>
                              </p:par>
                            </p:childTnLst>
                          </p:cTn>
                        </p:par>
                      </p:childTnLst>
                    </p:cTn>
                  </p:par>
                  <p:par>
                    <p:cTn id="109" fill="hold" nodeType="clickPar">
                      <p:stCondLst>
                        <p:cond delay="indefinite"/>
                      </p:stCondLst>
                      <p:childTnLst>
                        <p:par>
                          <p:cTn id="110" fill="hold" nodeType="withGroup">
                            <p:stCondLst>
                              <p:cond delay="0"/>
                            </p:stCondLst>
                            <p:childTnLst>
                              <p:par>
                                <p:cTn id="111" presetID="34" presetClass="entr" presetSubtype="0" fill="hold" grpId="0" nodeType="clickEffect">
                                  <p:stCondLst>
                                    <p:cond delay="0"/>
                                  </p:stCondLst>
                                  <p:childTnLst>
                                    <p:set>
                                      <p:cBhvr>
                                        <p:cTn id="112" dur="1" fill="hold">
                                          <p:stCondLst>
                                            <p:cond delay="0"/>
                                          </p:stCondLst>
                                        </p:cTn>
                                        <p:tgtEl>
                                          <p:spTgt spid="25621"/>
                                        </p:tgtEl>
                                        <p:attrNameLst>
                                          <p:attrName>style.visibility</p:attrName>
                                        </p:attrNameLst>
                                      </p:cBhvr>
                                      <p:to>
                                        <p:strVal val="visible"/>
                                      </p:to>
                                    </p:set>
                                    <p:anim from="(-#ppt_w/2)" to="(#ppt_x)" calcmode="lin" valueType="num">
                                      <p:cBhvr>
                                        <p:cTn id="113" dur="300" fill="hold">
                                          <p:stCondLst>
                                            <p:cond delay="0"/>
                                          </p:stCondLst>
                                        </p:cTn>
                                        <p:tgtEl>
                                          <p:spTgt spid="25621"/>
                                        </p:tgtEl>
                                        <p:attrNameLst>
                                          <p:attrName>ppt_x</p:attrName>
                                        </p:attrNameLst>
                                      </p:cBhvr>
                                    </p:anim>
                                    <p:anim from="0" to="-1.0" calcmode="lin" valueType="num">
                                      <p:cBhvr>
                                        <p:cTn id="114" dur="100" decel="50000" autoRev="1" fill="hold">
                                          <p:stCondLst>
                                            <p:cond delay="300"/>
                                          </p:stCondLst>
                                        </p:cTn>
                                        <p:tgtEl>
                                          <p:spTgt spid="25621"/>
                                        </p:tgtEl>
                                        <p:attrNameLst>
                                          <p:attrName>xshear</p:attrName>
                                        </p:attrNameLst>
                                      </p:cBhvr>
                                    </p:anim>
                                    <p:animScale>
                                      <p:cBhvr>
                                        <p:cTn id="115" dur="100" decel="100000" autoRev="1" fill="hold">
                                          <p:stCondLst>
                                            <p:cond delay="300"/>
                                          </p:stCondLst>
                                        </p:cTn>
                                        <p:tgtEl>
                                          <p:spTgt spid="25621"/>
                                        </p:tgtEl>
                                      </p:cBhvr>
                                      <p:from x="100000" y="100000"/>
                                      <p:to x="80000" y="100000"/>
                                    </p:animScale>
                                    <p:anim by="(#ppt_h/3+#ppt_w*0.1)" calcmode="lin" valueType="num">
                                      <p:cBhvr additive="sum">
                                        <p:cTn id="116" dur="100" decel="100000" autoRev="1" fill="hold">
                                          <p:stCondLst>
                                            <p:cond delay="300"/>
                                          </p:stCondLst>
                                        </p:cTn>
                                        <p:tgtEl>
                                          <p:spTgt spid="25621"/>
                                        </p:tgtEl>
                                        <p:attrNameLst>
                                          <p:attrName>ppt_x</p:attrName>
                                        </p:attrNameLst>
                                      </p:cBhvr>
                                    </p:anim>
                                  </p:childTnLst>
                                </p:cTn>
                              </p:par>
                              <p:par>
                                <p:cTn id="117" presetID="34" presetClass="entr" presetSubtype="0" fill="hold" grpId="0" nodeType="withEffect">
                                  <p:stCondLst>
                                    <p:cond delay="0"/>
                                  </p:stCondLst>
                                  <p:childTnLst>
                                    <p:set>
                                      <p:cBhvr>
                                        <p:cTn id="118" dur="1" fill="hold">
                                          <p:stCondLst>
                                            <p:cond delay="0"/>
                                          </p:stCondLst>
                                        </p:cTn>
                                        <p:tgtEl>
                                          <p:spTgt spid="25628"/>
                                        </p:tgtEl>
                                        <p:attrNameLst>
                                          <p:attrName>style.visibility</p:attrName>
                                        </p:attrNameLst>
                                      </p:cBhvr>
                                      <p:to>
                                        <p:strVal val="visible"/>
                                      </p:to>
                                    </p:set>
                                    <p:anim from="(-#ppt_w/2)" to="(#ppt_x)" calcmode="lin" valueType="num">
                                      <p:cBhvr>
                                        <p:cTn id="119" dur="300" fill="hold">
                                          <p:stCondLst>
                                            <p:cond delay="0"/>
                                          </p:stCondLst>
                                        </p:cTn>
                                        <p:tgtEl>
                                          <p:spTgt spid="25628"/>
                                        </p:tgtEl>
                                        <p:attrNameLst>
                                          <p:attrName>ppt_x</p:attrName>
                                        </p:attrNameLst>
                                      </p:cBhvr>
                                    </p:anim>
                                    <p:anim from="0" to="-1.0" calcmode="lin" valueType="num">
                                      <p:cBhvr>
                                        <p:cTn id="120" dur="100" decel="50000" autoRev="1" fill="hold">
                                          <p:stCondLst>
                                            <p:cond delay="300"/>
                                          </p:stCondLst>
                                        </p:cTn>
                                        <p:tgtEl>
                                          <p:spTgt spid="25628"/>
                                        </p:tgtEl>
                                        <p:attrNameLst>
                                          <p:attrName>xshear</p:attrName>
                                        </p:attrNameLst>
                                      </p:cBhvr>
                                    </p:anim>
                                    <p:animScale>
                                      <p:cBhvr>
                                        <p:cTn id="121" dur="100" decel="100000" autoRev="1" fill="hold">
                                          <p:stCondLst>
                                            <p:cond delay="300"/>
                                          </p:stCondLst>
                                        </p:cTn>
                                        <p:tgtEl>
                                          <p:spTgt spid="25628"/>
                                        </p:tgtEl>
                                      </p:cBhvr>
                                      <p:from x="100000" y="100000"/>
                                      <p:to x="80000" y="100000"/>
                                    </p:animScale>
                                    <p:anim by="(#ppt_h/3+#ppt_w*0.1)" calcmode="lin" valueType="num">
                                      <p:cBhvr additive="sum">
                                        <p:cTn id="122" dur="100" decel="100000" autoRev="1" fill="hold">
                                          <p:stCondLst>
                                            <p:cond delay="300"/>
                                          </p:stCondLst>
                                        </p:cTn>
                                        <p:tgtEl>
                                          <p:spTgt spid="25628"/>
                                        </p:tgtEl>
                                        <p:attrNameLst>
                                          <p:attrName>ppt_x</p:attrName>
                                        </p:attrNameLst>
                                      </p:cBhvr>
                                    </p:anim>
                                  </p:childTnLst>
                                </p:cTn>
                              </p:par>
                              <p:par>
                                <p:cTn id="123" presetID="34" presetClass="entr" presetSubtype="0" fill="hold" grpId="0" nodeType="withEffect">
                                  <p:stCondLst>
                                    <p:cond delay="0"/>
                                  </p:stCondLst>
                                  <p:childTnLst>
                                    <p:set>
                                      <p:cBhvr>
                                        <p:cTn id="124" dur="1" fill="hold">
                                          <p:stCondLst>
                                            <p:cond delay="0"/>
                                          </p:stCondLst>
                                        </p:cTn>
                                        <p:tgtEl>
                                          <p:spTgt spid="25629"/>
                                        </p:tgtEl>
                                        <p:attrNameLst>
                                          <p:attrName>style.visibility</p:attrName>
                                        </p:attrNameLst>
                                      </p:cBhvr>
                                      <p:to>
                                        <p:strVal val="visible"/>
                                      </p:to>
                                    </p:set>
                                    <p:anim from="(-#ppt_w/2)" to="(#ppt_x)" calcmode="lin" valueType="num">
                                      <p:cBhvr>
                                        <p:cTn id="125" dur="300" fill="hold">
                                          <p:stCondLst>
                                            <p:cond delay="0"/>
                                          </p:stCondLst>
                                        </p:cTn>
                                        <p:tgtEl>
                                          <p:spTgt spid="25629"/>
                                        </p:tgtEl>
                                        <p:attrNameLst>
                                          <p:attrName>ppt_x</p:attrName>
                                        </p:attrNameLst>
                                      </p:cBhvr>
                                    </p:anim>
                                    <p:anim from="0" to="-1.0" calcmode="lin" valueType="num">
                                      <p:cBhvr>
                                        <p:cTn id="126" dur="100" decel="50000" autoRev="1" fill="hold">
                                          <p:stCondLst>
                                            <p:cond delay="300"/>
                                          </p:stCondLst>
                                        </p:cTn>
                                        <p:tgtEl>
                                          <p:spTgt spid="25629"/>
                                        </p:tgtEl>
                                        <p:attrNameLst>
                                          <p:attrName>xshear</p:attrName>
                                        </p:attrNameLst>
                                      </p:cBhvr>
                                    </p:anim>
                                    <p:animScale>
                                      <p:cBhvr>
                                        <p:cTn id="127" dur="100" decel="100000" autoRev="1" fill="hold">
                                          <p:stCondLst>
                                            <p:cond delay="300"/>
                                          </p:stCondLst>
                                        </p:cTn>
                                        <p:tgtEl>
                                          <p:spTgt spid="25629"/>
                                        </p:tgtEl>
                                      </p:cBhvr>
                                      <p:from x="100000" y="100000"/>
                                      <p:to x="80000" y="100000"/>
                                    </p:animScale>
                                    <p:anim by="(#ppt_h/3+#ppt_w*0.1)" calcmode="lin" valueType="num">
                                      <p:cBhvr additive="sum">
                                        <p:cTn id="128" dur="100" decel="100000" autoRev="1" fill="hold">
                                          <p:stCondLst>
                                            <p:cond delay="300"/>
                                          </p:stCondLst>
                                        </p:cTn>
                                        <p:tgtEl>
                                          <p:spTgt spid="25629"/>
                                        </p:tgtEl>
                                        <p:attrNameLst>
                                          <p:attrName>ppt_x</p:attrName>
                                        </p:attrNameLst>
                                      </p:cBhvr>
                                    </p:anim>
                                  </p:childTnLst>
                                </p:cTn>
                              </p:par>
                              <p:par>
                                <p:cTn id="129" presetID="34" presetClass="entr" presetSubtype="0" fill="hold" grpId="0" nodeType="withEffect">
                                  <p:stCondLst>
                                    <p:cond delay="0"/>
                                  </p:stCondLst>
                                  <p:childTnLst>
                                    <p:set>
                                      <p:cBhvr>
                                        <p:cTn id="130" dur="1" fill="hold">
                                          <p:stCondLst>
                                            <p:cond delay="0"/>
                                          </p:stCondLst>
                                        </p:cTn>
                                        <p:tgtEl>
                                          <p:spTgt spid="25630"/>
                                        </p:tgtEl>
                                        <p:attrNameLst>
                                          <p:attrName>style.visibility</p:attrName>
                                        </p:attrNameLst>
                                      </p:cBhvr>
                                      <p:to>
                                        <p:strVal val="visible"/>
                                      </p:to>
                                    </p:set>
                                    <p:anim from="(-#ppt_w/2)" to="(#ppt_x)" calcmode="lin" valueType="num">
                                      <p:cBhvr>
                                        <p:cTn id="131" dur="300" fill="hold">
                                          <p:stCondLst>
                                            <p:cond delay="0"/>
                                          </p:stCondLst>
                                        </p:cTn>
                                        <p:tgtEl>
                                          <p:spTgt spid="25630"/>
                                        </p:tgtEl>
                                        <p:attrNameLst>
                                          <p:attrName>ppt_x</p:attrName>
                                        </p:attrNameLst>
                                      </p:cBhvr>
                                    </p:anim>
                                    <p:anim from="0" to="-1.0" calcmode="lin" valueType="num">
                                      <p:cBhvr>
                                        <p:cTn id="132" dur="100" decel="50000" autoRev="1" fill="hold">
                                          <p:stCondLst>
                                            <p:cond delay="300"/>
                                          </p:stCondLst>
                                        </p:cTn>
                                        <p:tgtEl>
                                          <p:spTgt spid="25630"/>
                                        </p:tgtEl>
                                        <p:attrNameLst>
                                          <p:attrName>xshear</p:attrName>
                                        </p:attrNameLst>
                                      </p:cBhvr>
                                    </p:anim>
                                    <p:animScale>
                                      <p:cBhvr>
                                        <p:cTn id="133" dur="100" decel="100000" autoRev="1" fill="hold">
                                          <p:stCondLst>
                                            <p:cond delay="300"/>
                                          </p:stCondLst>
                                        </p:cTn>
                                        <p:tgtEl>
                                          <p:spTgt spid="25630"/>
                                        </p:tgtEl>
                                      </p:cBhvr>
                                      <p:from x="100000" y="100000"/>
                                      <p:to x="80000" y="100000"/>
                                    </p:animScale>
                                    <p:anim by="(#ppt_h/3+#ppt_w*0.1)" calcmode="lin" valueType="num">
                                      <p:cBhvr additive="sum">
                                        <p:cTn id="134" dur="100" decel="100000" autoRev="1" fill="hold">
                                          <p:stCondLst>
                                            <p:cond delay="300"/>
                                          </p:stCondLst>
                                        </p:cTn>
                                        <p:tgtEl>
                                          <p:spTgt spid="25630"/>
                                        </p:tgtEl>
                                        <p:attrNameLst>
                                          <p:attrName>ppt_x</p:attrName>
                                        </p:attrNameLst>
                                      </p:cBhvr>
                                    </p:anim>
                                  </p:childTnLst>
                                </p:cTn>
                              </p:par>
                              <p:par>
                                <p:cTn id="135" presetID="34" presetClass="entr" presetSubtype="0" fill="hold" nodeType="withEffect">
                                  <p:stCondLst>
                                    <p:cond delay="0"/>
                                  </p:stCondLst>
                                  <p:childTnLst>
                                    <p:set>
                                      <p:cBhvr>
                                        <p:cTn id="136" dur="1" fill="hold">
                                          <p:stCondLst>
                                            <p:cond delay="0"/>
                                          </p:stCondLst>
                                        </p:cTn>
                                        <p:tgtEl>
                                          <p:spTgt spid="25604"/>
                                        </p:tgtEl>
                                        <p:attrNameLst>
                                          <p:attrName>style.visibility</p:attrName>
                                        </p:attrNameLst>
                                      </p:cBhvr>
                                      <p:to>
                                        <p:strVal val="visible"/>
                                      </p:to>
                                    </p:set>
                                    <p:anim from="(-#ppt_w/2)" to="(#ppt_x)" calcmode="lin" valueType="num">
                                      <p:cBhvr>
                                        <p:cTn id="137" dur="300" fill="hold">
                                          <p:stCondLst>
                                            <p:cond delay="0"/>
                                          </p:stCondLst>
                                        </p:cTn>
                                        <p:tgtEl>
                                          <p:spTgt spid="25604"/>
                                        </p:tgtEl>
                                        <p:attrNameLst>
                                          <p:attrName>ppt_x</p:attrName>
                                        </p:attrNameLst>
                                      </p:cBhvr>
                                    </p:anim>
                                    <p:anim from="0" to="-1.0" calcmode="lin" valueType="num">
                                      <p:cBhvr>
                                        <p:cTn id="138" dur="100" decel="50000" autoRev="1" fill="hold">
                                          <p:stCondLst>
                                            <p:cond delay="300"/>
                                          </p:stCondLst>
                                        </p:cTn>
                                        <p:tgtEl>
                                          <p:spTgt spid="25604"/>
                                        </p:tgtEl>
                                        <p:attrNameLst>
                                          <p:attrName>xshear</p:attrName>
                                        </p:attrNameLst>
                                      </p:cBhvr>
                                    </p:anim>
                                    <p:animScale>
                                      <p:cBhvr>
                                        <p:cTn id="139" dur="100" decel="100000" autoRev="1" fill="hold">
                                          <p:stCondLst>
                                            <p:cond delay="300"/>
                                          </p:stCondLst>
                                        </p:cTn>
                                        <p:tgtEl>
                                          <p:spTgt spid="25604"/>
                                        </p:tgtEl>
                                      </p:cBhvr>
                                      <p:from x="100000" y="100000"/>
                                      <p:to x="80000" y="100000"/>
                                    </p:animScale>
                                    <p:anim by="(#ppt_h/3+#ppt_w*0.1)" calcmode="lin" valueType="num">
                                      <p:cBhvr additive="sum">
                                        <p:cTn id="140" dur="100" decel="100000" autoRev="1" fill="hold">
                                          <p:stCondLst>
                                            <p:cond delay="300"/>
                                          </p:stCondLst>
                                        </p:cTn>
                                        <p:tgtEl>
                                          <p:spTgt spid="25604"/>
                                        </p:tgtEl>
                                        <p:attrNameLst>
                                          <p:attrName>ppt_x</p:attrName>
                                        </p:attrNameLst>
                                      </p:cBhvr>
                                    </p:anim>
                                  </p:childTnLst>
                                </p:cTn>
                              </p:par>
                              <p:par>
                                <p:cTn id="141" presetID="34" presetClass="entr" presetSubtype="0" fill="hold" grpId="0" nodeType="withEffect">
                                  <p:stCondLst>
                                    <p:cond delay="0"/>
                                  </p:stCondLst>
                                  <p:childTnLst>
                                    <p:set>
                                      <p:cBhvr>
                                        <p:cTn id="142" dur="1" fill="hold">
                                          <p:stCondLst>
                                            <p:cond delay="0"/>
                                          </p:stCondLst>
                                        </p:cTn>
                                        <p:tgtEl>
                                          <p:spTgt spid="25616"/>
                                        </p:tgtEl>
                                        <p:attrNameLst>
                                          <p:attrName>style.visibility</p:attrName>
                                        </p:attrNameLst>
                                      </p:cBhvr>
                                      <p:to>
                                        <p:strVal val="visible"/>
                                      </p:to>
                                    </p:set>
                                    <p:anim from="(-#ppt_w/2)" to="(#ppt_x)" calcmode="lin" valueType="num">
                                      <p:cBhvr>
                                        <p:cTn id="143" dur="300" fill="hold">
                                          <p:stCondLst>
                                            <p:cond delay="0"/>
                                          </p:stCondLst>
                                        </p:cTn>
                                        <p:tgtEl>
                                          <p:spTgt spid="25616"/>
                                        </p:tgtEl>
                                        <p:attrNameLst>
                                          <p:attrName>ppt_x</p:attrName>
                                        </p:attrNameLst>
                                      </p:cBhvr>
                                    </p:anim>
                                    <p:anim from="0" to="-1.0" calcmode="lin" valueType="num">
                                      <p:cBhvr>
                                        <p:cTn id="144" dur="100" decel="50000" autoRev="1" fill="hold">
                                          <p:stCondLst>
                                            <p:cond delay="300"/>
                                          </p:stCondLst>
                                        </p:cTn>
                                        <p:tgtEl>
                                          <p:spTgt spid="25616"/>
                                        </p:tgtEl>
                                        <p:attrNameLst>
                                          <p:attrName>xshear</p:attrName>
                                        </p:attrNameLst>
                                      </p:cBhvr>
                                    </p:anim>
                                    <p:animScale>
                                      <p:cBhvr>
                                        <p:cTn id="145" dur="100" decel="100000" autoRev="1" fill="hold">
                                          <p:stCondLst>
                                            <p:cond delay="300"/>
                                          </p:stCondLst>
                                        </p:cTn>
                                        <p:tgtEl>
                                          <p:spTgt spid="25616"/>
                                        </p:tgtEl>
                                      </p:cBhvr>
                                      <p:from x="100000" y="100000"/>
                                      <p:to x="80000" y="100000"/>
                                    </p:animScale>
                                    <p:anim by="(#ppt_h/3+#ppt_w*0.1)" calcmode="lin" valueType="num">
                                      <p:cBhvr additive="sum">
                                        <p:cTn id="146" dur="100" decel="100000" autoRev="1" fill="hold">
                                          <p:stCondLst>
                                            <p:cond delay="300"/>
                                          </p:stCondLst>
                                        </p:cTn>
                                        <p:tgtEl>
                                          <p:spTgt spid="25616"/>
                                        </p:tgtEl>
                                        <p:attrNameLst>
                                          <p:attrName>ppt_x</p:attrName>
                                        </p:attrNameLst>
                                      </p:cBhvr>
                                    </p:anim>
                                  </p:childTnLst>
                                </p:cTn>
                              </p:par>
                            </p:childTnLst>
                          </p:cTn>
                        </p:par>
                      </p:childTnLst>
                    </p:cTn>
                  </p:par>
                  <p:par>
                    <p:cTn id="147" fill="hold" nodeType="clickPar">
                      <p:stCondLst>
                        <p:cond delay="indefinite"/>
                      </p:stCondLst>
                      <p:childTnLst>
                        <p:par>
                          <p:cTn id="148" fill="hold" nodeType="withGroup">
                            <p:stCondLst>
                              <p:cond delay="0"/>
                            </p:stCondLst>
                            <p:childTnLst>
                              <p:par>
                                <p:cTn id="149" presetID="34" presetClass="entr" presetSubtype="0" fill="hold" grpId="0" nodeType="clickEffect">
                                  <p:stCondLst>
                                    <p:cond delay="0"/>
                                  </p:stCondLst>
                                  <p:childTnLst>
                                    <p:set>
                                      <p:cBhvr>
                                        <p:cTn id="150" dur="1" fill="hold">
                                          <p:stCondLst>
                                            <p:cond delay="0"/>
                                          </p:stCondLst>
                                        </p:cTn>
                                        <p:tgtEl>
                                          <p:spTgt spid="25612"/>
                                        </p:tgtEl>
                                        <p:attrNameLst>
                                          <p:attrName>style.visibility</p:attrName>
                                        </p:attrNameLst>
                                      </p:cBhvr>
                                      <p:to>
                                        <p:strVal val="visible"/>
                                      </p:to>
                                    </p:set>
                                    <p:anim from="(-#ppt_w/2)" to="(#ppt_x)" calcmode="lin" valueType="num">
                                      <p:cBhvr>
                                        <p:cTn id="151" dur="300" fill="hold">
                                          <p:stCondLst>
                                            <p:cond delay="0"/>
                                          </p:stCondLst>
                                        </p:cTn>
                                        <p:tgtEl>
                                          <p:spTgt spid="25612"/>
                                        </p:tgtEl>
                                        <p:attrNameLst>
                                          <p:attrName>ppt_x</p:attrName>
                                        </p:attrNameLst>
                                      </p:cBhvr>
                                    </p:anim>
                                    <p:anim from="0" to="-1.0" calcmode="lin" valueType="num">
                                      <p:cBhvr>
                                        <p:cTn id="152" dur="100" decel="50000" autoRev="1" fill="hold">
                                          <p:stCondLst>
                                            <p:cond delay="300"/>
                                          </p:stCondLst>
                                        </p:cTn>
                                        <p:tgtEl>
                                          <p:spTgt spid="25612"/>
                                        </p:tgtEl>
                                        <p:attrNameLst>
                                          <p:attrName>xshear</p:attrName>
                                        </p:attrNameLst>
                                      </p:cBhvr>
                                    </p:anim>
                                    <p:animScale>
                                      <p:cBhvr>
                                        <p:cTn id="153" dur="100" decel="100000" autoRev="1" fill="hold">
                                          <p:stCondLst>
                                            <p:cond delay="300"/>
                                          </p:stCondLst>
                                        </p:cTn>
                                        <p:tgtEl>
                                          <p:spTgt spid="25612"/>
                                        </p:tgtEl>
                                      </p:cBhvr>
                                      <p:from x="100000" y="100000"/>
                                      <p:to x="80000" y="100000"/>
                                    </p:animScale>
                                    <p:anim by="(#ppt_h/3+#ppt_w*0.1)" calcmode="lin" valueType="num">
                                      <p:cBhvr additive="sum">
                                        <p:cTn id="154" dur="100" decel="100000" autoRev="1" fill="hold">
                                          <p:stCondLst>
                                            <p:cond delay="300"/>
                                          </p:stCondLst>
                                        </p:cTn>
                                        <p:tgtEl>
                                          <p:spTgt spid="25612"/>
                                        </p:tgtEl>
                                        <p:attrNameLst>
                                          <p:attrName>ppt_x</p:attrName>
                                        </p:attrNameLst>
                                      </p:cBhvr>
                                    </p:anim>
                                  </p:childTnLst>
                                </p:cTn>
                              </p:par>
                            </p:childTnLst>
                          </p:cTn>
                        </p:par>
                      </p:childTnLst>
                    </p:cTn>
                  </p:par>
                  <p:par>
                    <p:cTn id="155" fill="hold" nodeType="clickPar">
                      <p:stCondLst>
                        <p:cond delay="indefinite"/>
                      </p:stCondLst>
                      <p:childTnLst>
                        <p:par>
                          <p:cTn id="156" fill="hold" nodeType="withGroup">
                            <p:stCondLst>
                              <p:cond delay="0"/>
                            </p:stCondLst>
                            <p:childTnLst>
                              <p:par>
                                <p:cTn id="157" presetID="34" presetClass="entr" presetSubtype="0" fill="hold" grpId="0" nodeType="clickEffect">
                                  <p:stCondLst>
                                    <p:cond delay="0"/>
                                  </p:stCondLst>
                                  <p:childTnLst>
                                    <p:set>
                                      <p:cBhvr>
                                        <p:cTn id="158" dur="1" fill="hold">
                                          <p:stCondLst>
                                            <p:cond delay="0"/>
                                          </p:stCondLst>
                                        </p:cTn>
                                        <p:tgtEl>
                                          <p:spTgt spid="25631"/>
                                        </p:tgtEl>
                                        <p:attrNameLst>
                                          <p:attrName>style.visibility</p:attrName>
                                        </p:attrNameLst>
                                      </p:cBhvr>
                                      <p:to>
                                        <p:strVal val="visible"/>
                                      </p:to>
                                    </p:set>
                                    <p:anim from="(-#ppt_w/2)" to="(#ppt_x)" calcmode="lin" valueType="num">
                                      <p:cBhvr>
                                        <p:cTn id="159" dur="300" fill="hold">
                                          <p:stCondLst>
                                            <p:cond delay="0"/>
                                          </p:stCondLst>
                                        </p:cTn>
                                        <p:tgtEl>
                                          <p:spTgt spid="25631"/>
                                        </p:tgtEl>
                                        <p:attrNameLst>
                                          <p:attrName>ppt_x</p:attrName>
                                        </p:attrNameLst>
                                      </p:cBhvr>
                                    </p:anim>
                                    <p:anim from="0" to="-1.0" calcmode="lin" valueType="num">
                                      <p:cBhvr>
                                        <p:cTn id="160" dur="100" decel="50000" autoRev="1" fill="hold">
                                          <p:stCondLst>
                                            <p:cond delay="300"/>
                                          </p:stCondLst>
                                        </p:cTn>
                                        <p:tgtEl>
                                          <p:spTgt spid="25631"/>
                                        </p:tgtEl>
                                        <p:attrNameLst>
                                          <p:attrName>xshear</p:attrName>
                                        </p:attrNameLst>
                                      </p:cBhvr>
                                    </p:anim>
                                    <p:animScale>
                                      <p:cBhvr>
                                        <p:cTn id="161" dur="100" decel="100000" autoRev="1" fill="hold">
                                          <p:stCondLst>
                                            <p:cond delay="300"/>
                                          </p:stCondLst>
                                        </p:cTn>
                                        <p:tgtEl>
                                          <p:spTgt spid="25631"/>
                                        </p:tgtEl>
                                      </p:cBhvr>
                                      <p:from x="100000" y="100000"/>
                                      <p:to x="80000" y="100000"/>
                                    </p:animScale>
                                    <p:anim by="(#ppt_h/3+#ppt_w*0.1)" calcmode="lin" valueType="num">
                                      <p:cBhvr additive="sum">
                                        <p:cTn id="162" dur="100" decel="100000" autoRev="1" fill="hold">
                                          <p:stCondLst>
                                            <p:cond delay="300"/>
                                          </p:stCondLst>
                                        </p:cTn>
                                        <p:tgtEl>
                                          <p:spTgt spid="25631"/>
                                        </p:tgtEl>
                                        <p:attrNameLst>
                                          <p:attrName>ppt_x</p:attrName>
                                        </p:attrNameLst>
                                      </p:cBhvr>
                                    </p:anim>
                                  </p:childTnLst>
                                </p:cTn>
                              </p:par>
                              <p:par>
                                <p:cTn id="163" presetID="34" presetClass="entr" presetSubtype="0" fill="hold" grpId="0" nodeType="withEffect">
                                  <p:stCondLst>
                                    <p:cond delay="0"/>
                                  </p:stCondLst>
                                  <p:childTnLst>
                                    <p:set>
                                      <p:cBhvr>
                                        <p:cTn id="164" dur="1" fill="hold">
                                          <p:stCondLst>
                                            <p:cond delay="0"/>
                                          </p:stCondLst>
                                        </p:cTn>
                                        <p:tgtEl>
                                          <p:spTgt spid="25632"/>
                                        </p:tgtEl>
                                        <p:attrNameLst>
                                          <p:attrName>style.visibility</p:attrName>
                                        </p:attrNameLst>
                                      </p:cBhvr>
                                      <p:to>
                                        <p:strVal val="visible"/>
                                      </p:to>
                                    </p:set>
                                    <p:anim from="(-#ppt_w/2)" to="(#ppt_x)" calcmode="lin" valueType="num">
                                      <p:cBhvr>
                                        <p:cTn id="165" dur="300" fill="hold">
                                          <p:stCondLst>
                                            <p:cond delay="0"/>
                                          </p:stCondLst>
                                        </p:cTn>
                                        <p:tgtEl>
                                          <p:spTgt spid="25632"/>
                                        </p:tgtEl>
                                        <p:attrNameLst>
                                          <p:attrName>ppt_x</p:attrName>
                                        </p:attrNameLst>
                                      </p:cBhvr>
                                    </p:anim>
                                    <p:anim from="0" to="-1.0" calcmode="lin" valueType="num">
                                      <p:cBhvr>
                                        <p:cTn id="166" dur="100" decel="50000" autoRev="1" fill="hold">
                                          <p:stCondLst>
                                            <p:cond delay="300"/>
                                          </p:stCondLst>
                                        </p:cTn>
                                        <p:tgtEl>
                                          <p:spTgt spid="25632"/>
                                        </p:tgtEl>
                                        <p:attrNameLst>
                                          <p:attrName>xshear</p:attrName>
                                        </p:attrNameLst>
                                      </p:cBhvr>
                                    </p:anim>
                                    <p:animScale>
                                      <p:cBhvr>
                                        <p:cTn id="167" dur="100" decel="100000" autoRev="1" fill="hold">
                                          <p:stCondLst>
                                            <p:cond delay="300"/>
                                          </p:stCondLst>
                                        </p:cTn>
                                        <p:tgtEl>
                                          <p:spTgt spid="25632"/>
                                        </p:tgtEl>
                                      </p:cBhvr>
                                      <p:from x="100000" y="100000"/>
                                      <p:to x="80000" y="100000"/>
                                    </p:animScale>
                                    <p:anim by="(#ppt_h/3+#ppt_w*0.1)" calcmode="lin" valueType="num">
                                      <p:cBhvr additive="sum">
                                        <p:cTn id="168" dur="100" decel="100000" autoRev="1" fill="hold">
                                          <p:stCondLst>
                                            <p:cond delay="300"/>
                                          </p:stCondLst>
                                        </p:cTn>
                                        <p:tgtEl>
                                          <p:spTgt spid="25632"/>
                                        </p:tgtEl>
                                        <p:attrNameLst>
                                          <p:attrName>ppt_x</p:attrName>
                                        </p:attrNameLst>
                                      </p:cBhvr>
                                    </p:anim>
                                  </p:childTnLst>
                                </p:cTn>
                              </p:par>
                              <p:par>
                                <p:cTn id="169" presetID="34" presetClass="entr" presetSubtype="0" fill="hold" grpId="0" nodeType="withEffect">
                                  <p:stCondLst>
                                    <p:cond delay="0"/>
                                  </p:stCondLst>
                                  <p:childTnLst>
                                    <p:set>
                                      <p:cBhvr>
                                        <p:cTn id="170" dur="1" fill="hold">
                                          <p:stCondLst>
                                            <p:cond delay="0"/>
                                          </p:stCondLst>
                                        </p:cTn>
                                        <p:tgtEl>
                                          <p:spTgt spid="25633"/>
                                        </p:tgtEl>
                                        <p:attrNameLst>
                                          <p:attrName>style.visibility</p:attrName>
                                        </p:attrNameLst>
                                      </p:cBhvr>
                                      <p:to>
                                        <p:strVal val="visible"/>
                                      </p:to>
                                    </p:set>
                                    <p:anim from="(-#ppt_w/2)" to="(#ppt_x)" calcmode="lin" valueType="num">
                                      <p:cBhvr>
                                        <p:cTn id="171" dur="300" fill="hold">
                                          <p:stCondLst>
                                            <p:cond delay="0"/>
                                          </p:stCondLst>
                                        </p:cTn>
                                        <p:tgtEl>
                                          <p:spTgt spid="25633"/>
                                        </p:tgtEl>
                                        <p:attrNameLst>
                                          <p:attrName>ppt_x</p:attrName>
                                        </p:attrNameLst>
                                      </p:cBhvr>
                                    </p:anim>
                                    <p:anim from="0" to="-1.0" calcmode="lin" valueType="num">
                                      <p:cBhvr>
                                        <p:cTn id="172" dur="100" decel="50000" autoRev="1" fill="hold">
                                          <p:stCondLst>
                                            <p:cond delay="300"/>
                                          </p:stCondLst>
                                        </p:cTn>
                                        <p:tgtEl>
                                          <p:spTgt spid="25633"/>
                                        </p:tgtEl>
                                        <p:attrNameLst>
                                          <p:attrName>xshear</p:attrName>
                                        </p:attrNameLst>
                                      </p:cBhvr>
                                    </p:anim>
                                    <p:animScale>
                                      <p:cBhvr>
                                        <p:cTn id="173" dur="100" decel="100000" autoRev="1" fill="hold">
                                          <p:stCondLst>
                                            <p:cond delay="300"/>
                                          </p:stCondLst>
                                        </p:cTn>
                                        <p:tgtEl>
                                          <p:spTgt spid="25633"/>
                                        </p:tgtEl>
                                      </p:cBhvr>
                                      <p:from x="100000" y="100000"/>
                                      <p:to x="80000" y="100000"/>
                                    </p:animScale>
                                    <p:anim by="(#ppt_h/3+#ppt_w*0.1)" calcmode="lin" valueType="num">
                                      <p:cBhvr additive="sum">
                                        <p:cTn id="174" dur="100" decel="100000" autoRev="1" fill="hold">
                                          <p:stCondLst>
                                            <p:cond delay="300"/>
                                          </p:stCondLst>
                                        </p:cTn>
                                        <p:tgtEl>
                                          <p:spTgt spid="25633"/>
                                        </p:tgtEl>
                                        <p:attrNameLst>
                                          <p:attrName>ppt_x</p:attrName>
                                        </p:attrNameLst>
                                      </p:cBhvr>
                                    </p:anim>
                                  </p:childTnLst>
                                </p:cTn>
                              </p:par>
                              <p:par>
                                <p:cTn id="175" presetID="34" presetClass="entr" presetSubtype="0" fill="hold" grpId="0" nodeType="withEffect">
                                  <p:stCondLst>
                                    <p:cond delay="0"/>
                                  </p:stCondLst>
                                  <p:childTnLst>
                                    <p:set>
                                      <p:cBhvr>
                                        <p:cTn id="176" dur="1" fill="hold">
                                          <p:stCondLst>
                                            <p:cond delay="0"/>
                                          </p:stCondLst>
                                        </p:cTn>
                                        <p:tgtEl>
                                          <p:spTgt spid="25634"/>
                                        </p:tgtEl>
                                        <p:attrNameLst>
                                          <p:attrName>style.visibility</p:attrName>
                                        </p:attrNameLst>
                                      </p:cBhvr>
                                      <p:to>
                                        <p:strVal val="visible"/>
                                      </p:to>
                                    </p:set>
                                    <p:anim from="(-#ppt_w/2)" to="(#ppt_x)" calcmode="lin" valueType="num">
                                      <p:cBhvr>
                                        <p:cTn id="177" dur="300" fill="hold">
                                          <p:stCondLst>
                                            <p:cond delay="0"/>
                                          </p:stCondLst>
                                        </p:cTn>
                                        <p:tgtEl>
                                          <p:spTgt spid="25634"/>
                                        </p:tgtEl>
                                        <p:attrNameLst>
                                          <p:attrName>ppt_x</p:attrName>
                                        </p:attrNameLst>
                                      </p:cBhvr>
                                    </p:anim>
                                    <p:anim from="0" to="-1.0" calcmode="lin" valueType="num">
                                      <p:cBhvr>
                                        <p:cTn id="178" dur="100" decel="50000" autoRev="1" fill="hold">
                                          <p:stCondLst>
                                            <p:cond delay="300"/>
                                          </p:stCondLst>
                                        </p:cTn>
                                        <p:tgtEl>
                                          <p:spTgt spid="25634"/>
                                        </p:tgtEl>
                                        <p:attrNameLst>
                                          <p:attrName>xshear</p:attrName>
                                        </p:attrNameLst>
                                      </p:cBhvr>
                                    </p:anim>
                                    <p:animScale>
                                      <p:cBhvr>
                                        <p:cTn id="179" dur="100" decel="100000" autoRev="1" fill="hold">
                                          <p:stCondLst>
                                            <p:cond delay="300"/>
                                          </p:stCondLst>
                                        </p:cTn>
                                        <p:tgtEl>
                                          <p:spTgt spid="25634"/>
                                        </p:tgtEl>
                                      </p:cBhvr>
                                      <p:from x="100000" y="100000"/>
                                      <p:to x="80000" y="100000"/>
                                    </p:animScale>
                                    <p:anim by="(#ppt_h/3+#ppt_w*0.1)" calcmode="lin" valueType="num">
                                      <p:cBhvr additive="sum">
                                        <p:cTn id="180" dur="100" decel="100000" autoRev="1" fill="hold">
                                          <p:stCondLst>
                                            <p:cond delay="300"/>
                                          </p:stCondLst>
                                        </p:cTn>
                                        <p:tgtEl>
                                          <p:spTgt spid="25634"/>
                                        </p:tgtEl>
                                        <p:attrNameLst>
                                          <p:attrName>ppt_x</p:attrName>
                                        </p:attrNameLst>
                                      </p:cBhvr>
                                    </p:anim>
                                  </p:childTnLst>
                                </p:cTn>
                              </p:par>
                              <p:par>
                                <p:cTn id="181" presetID="34" presetClass="entr" presetSubtype="0" fill="hold" grpId="0" nodeType="withEffect">
                                  <p:stCondLst>
                                    <p:cond delay="0"/>
                                  </p:stCondLst>
                                  <p:childTnLst>
                                    <p:set>
                                      <p:cBhvr>
                                        <p:cTn id="182" dur="1" fill="hold">
                                          <p:stCondLst>
                                            <p:cond delay="0"/>
                                          </p:stCondLst>
                                        </p:cTn>
                                        <p:tgtEl>
                                          <p:spTgt spid="25622"/>
                                        </p:tgtEl>
                                        <p:attrNameLst>
                                          <p:attrName>style.visibility</p:attrName>
                                        </p:attrNameLst>
                                      </p:cBhvr>
                                      <p:to>
                                        <p:strVal val="visible"/>
                                      </p:to>
                                    </p:set>
                                    <p:anim from="(-#ppt_w/2)" to="(#ppt_x)" calcmode="lin" valueType="num">
                                      <p:cBhvr>
                                        <p:cTn id="183" dur="300" fill="hold">
                                          <p:stCondLst>
                                            <p:cond delay="0"/>
                                          </p:stCondLst>
                                        </p:cTn>
                                        <p:tgtEl>
                                          <p:spTgt spid="25622"/>
                                        </p:tgtEl>
                                        <p:attrNameLst>
                                          <p:attrName>ppt_x</p:attrName>
                                        </p:attrNameLst>
                                      </p:cBhvr>
                                    </p:anim>
                                    <p:anim from="0" to="-1.0" calcmode="lin" valueType="num">
                                      <p:cBhvr>
                                        <p:cTn id="184" dur="100" decel="50000" autoRev="1" fill="hold">
                                          <p:stCondLst>
                                            <p:cond delay="300"/>
                                          </p:stCondLst>
                                        </p:cTn>
                                        <p:tgtEl>
                                          <p:spTgt spid="25622"/>
                                        </p:tgtEl>
                                        <p:attrNameLst>
                                          <p:attrName>xshear</p:attrName>
                                        </p:attrNameLst>
                                      </p:cBhvr>
                                    </p:anim>
                                    <p:animScale>
                                      <p:cBhvr>
                                        <p:cTn id="185" dur="100" decel="100000" autoRev="1" fill="hold">
                                          <p:stCondLst>
                                            <p:cond delay="300"/>
                                          </p:stCondLst>
                                        </p:cTn>
                                        <p:tgtEl>
                                          <p:spTgt spid="25622"/>
                                        </p:tgtEl>
                                      </p:cBhvr>
                                      <p:from x="100000" y="100000"/>
                                      <p:to x="80000" y="100000"/>
                                    </p:animScale>
                                    <p:anim by="(#ppt_h/3+#ppt_w*0.1)" calcmode="lin" valueType="num">
                                      <p:cBhvr additive="sum">
                                        <p:cTn id="186" dur="100" decel="100000" autoRev="1" fill="hold">
                                          <p:stCondLst>
                                            <p:cond delay="300"/>
                                          </p:stCondLst>
                                        </p:cTn>
                                        <p:tgtEl>
                                          <p:spTgt spid="25622"/>
                                        </p:tgtEl>
                                        <p:attrNameLst>
                                          <p:attrName>ppt_x</p:attrName>
                                        </p:attrNameLst>
                                      </p:cBhvr>
                                    </p:anim>
                                  </p:childTnLst>
                                </p:cTn>
                              </p:par>
                              <p:par>
                                <p:cTn id="187" presetID="34" presetClass="entr" presetSubtype="0" fill="hold" grpId="0" nodeType="withEffect">
                                  <p:stCondLst>
                                    <p:cond delay="0"/>
                                  </p:stCondLst>
                                  <p:childTnLst>
                                    <p:set>
                                      <p:cBhvr>
                                        <p:cTn id="188" dur="1" fill="hold">
                                          <p:stCondLst>
                                            <p:cond delay="0"/>
                                          </p:stCondLst>
                                        </p:cTn>
                                        <p:tgtEl>
                                          <p:spTgt spid="25617"/>
                                        </p:tgtEl>
                                        <p:attrNameLst>
                                          <p:attrName>style.visibility</p:attrName>
                                        </p:attrNameLst>
                                      </p:cBhvr>
                                      <p:to>
                                        <p:strVal val="visible"/>
                                      </p:to>
                                    </p:set>
                                    <p:anim from="(-#ppt_w/2)" to="(#ppt_x)" calcmode="lin" valueType="num">
                                      <p:cBhvr>
                                        <p:cTn id="189" dur="300" fill="hold">
                                          <p:stCondLst>
                                            <p:cond delay="0"/>
                                          </p:stCondLst>
                                        </p:cTn>
                                        <p:tgtEl>
                                          <p:spTgt spid="25617"/>
                                        </p:tgtEl>
                                        <p:attrNameLst>
                                          <p:attrName>ppt_x</p:attrName>
                                        </p:attrNameLst>
                                      </p:cBhvr>
                                    </p:anim>
                                    <p:anim from="0" to="-1.0" calcmode="lin" valueType="num">
                                      <p:cBhvr>
                                        <p:cTn id="190" dur="100" decel="50000" autoRev="1" fill="hold">
                                          <p:stCondLst>
                                            <p:cond delay="300"/>
                                          </p:stCondLst>
                                        </p:cTn>
                                        <p:tgtEl>
                                          <p:spTgt spid="25617"/>
                                        </p:tgtEl>
                                        <p:attrNameLst>
                                          <p:attrName>xshear</p:attrName>
                                        </p:attrNameLst>
                                      </p:cBhvr>
                                    </p:anim>
                                    <p:animScale>
                                      <p:cBhvr>
                                        <p:cTn id="191" dur="100" decel="100000" autoRev="1" fill="hold">
                                          <p:stCondLst>
                                            <p:cond delay="300"/>
                                          </p:stCondLst>
                                        </p:cTn>
                                        <p:tgtEl>
                                          <p:spTgt spid="25617"/>
                                        </p:tgtEl>
                                      </p:cBhvr>
                                      <p:from x="100000" y="100000"/>
                                      <p:to x="80000" y="100000"/>
                                    </p:animScale>
                                    <p:anim by="(#ppt_h/3+#ppt_w*0.1)" calcmode="lin" valueType="num">
                                      <p:cBhvr additive="sum">
                                        <p:cTn id="192" dur="100" decel="100000" autoRev="1" fill="hold">
                                          <p:stCondLst>
                                            <p:cond delay="300"/>
                                          </p:stCondLst>
                                        </p:cTn>
                                        <p:tgtEl>
                                          <p:spTgt spid="25617"/>
                                        </p:tgtEl>
                                        <p:attrNameLst>
                                          <p:attrName>ppt_x</p:attrName>
                                        </p:attrNameLst>
                                      </p:cBhvr>
                                    </p:anim>
                                  </p:childTnLst>
                                </p:cTn>
                              </p:par>
                              <p:par>
                                <p:cTn id="193" presetID="34" presetClass="entr" presetSubtype="0" fill="hold" nodeType="withEffect">
                                  <p:stCondLst>
                                    <p:cond delay="0"/>
                                  </p:stCondLst>
                                  <p:childTnLst>
                                    <p:set>
                                      <p:cBhvr>
                                        <p:cTn id="194" dur="1" fill="hold">
                                          <p:stCondLst>
                                            <p:cond delay="0"/>
                                          </p:stCondLst>
                                        </p:cTn>
                                        <p:tgtEl>
                                          <p:spTgt spid="25603"/>
                                        </p:tgtEl>
                                        <p:attrNameLst>
                                          <p:attrName>style.visibility</p:attrName>
                                        </p:attrNameLst>
                                      </p:cBhvr>
                                      <p:to>
                                        <p:strVal val="visible"/>
                                      </p:to>
                                    </p:set>
                                    <p:anim from="(-#ppt_w/2)" to="(#ppt_x)" calcmode="lin" valueType="num">
                                      <p:cBhvr>
                                        <p:cTn id="195" dur="300" fill="hold">
                                          <p:stCondLst>
                                            <p:cond delay="0"/>
                                          </p:stCondLst>
                                        </p:cTn>
                                        <p:tgtEl>
                                          <p:spTgt spid="25603"/>
                                        </p:tgtEl>
                                        <p:attrNameLst>
                                          <p:attrName>ppt_x</p:attrName>
                                        </p:attrNameLst>
                                      </p:cBhvr>
                                    </p:anim>
                                    <p:anim from="0" to="-1.0" calcmode="lin" valueType="num">
                                      <p:cBhvr>
                                        <p:cTn id="196" dur="100" decel="50000" autoRev="1" fill="hold">
                                          <p:stCondLst>
                                            <p:cond delay="300"/>
                                          </p:stCondLst>
                                        </p:cTn>
                                        <p:tgtEl>
                                          <p:spTgt spid="25603"/>
                                        </p:tgtEl>
                                        <p:attrNameLst>
                                          <p:attrName>xshear</p:attrName>
                                        </p:attrNameLst>
                                      </p:cBhvr>
                                    </p:anim>
                                    <p:animScale>
                                      <p:cBhvr>
                                        <p:cTn id="197" dur="100" decel="100000" autoRev="1" fill="hold">
                                          <p:stCondLst>
                                            <p:cond delay="300"/>
                                          </p:stCondLst>
                                        </p:cTn>
                                        <p:tgtEl>
                                          <p:spTgt spid="25603"/>
                                        </p:tgtEl>
                                      </p:cBhvr>
                                      <p:from x="100000" y="100000"/>
                                      <p:to x="80000" y="100000"/>
                                    </p:animScale>
                                    <p:anim by="(#ppt_h/3+#ppt_w*0.1)" calcmode="lin" valueType="num">
                                      <p:cBhvr additive="sum">
                                        <p:cTn id="198" dur="100" decel="100000" autoRev="1" fill="hold">
                                          <p:stCondLst>
                                            <p:cond delay="300"/>
                                          </p:stCondLst>
                                        </p:cTn>
                                        <p:tgtEl>
                                          <p:spTgt spid="25603"/>
                                        </p:tgtEl>
                                        <p:attrNameLst>
                                          <p:attrName>ppt_x</p:attrName>
                                        </p:attrNameLst>
                                      </p:cBhvr>
                                    </p:anim>
                                  </p:childTnLst>
                                </p:cTn>
                              </p:par>
                            </p:childTnLst>
                          </p:cTn>
                        </p:par>
                      </p:childTnLst>
                    </p:cTn>
                  </p:par>
                  <p:par>
                    <p:cTn id="199" fill="hold" nodeType="clickPar">
                      <p:stCondLst>
                        <p:cond delay="indefinite"/>
                      </p:stCondLst>
                      <p:childTnLst>
                        <p:par>
                          <p:cTn id="200" fill="hold" nodeType="withGroup">
                            <p:stCondLst>
                              <p:cond delay="0"/>
                            </p:stCondLst>
                            <p:childTnLst>
                              <p:par>
                                <p:cTn id="201" presetID="34" presetClass="entr" presetSubtype="0" fill="hold" grpId="0" nodeType="clickEffect">
                                  <p:stCondLst>
                                    <p:cond delay="0"/>
                                  </p:stCondLst>
                                  <p:childTnLst>
                                    <p:set>
                                      <p:cBhvr>
                                        <p:cTn id="202" dur="1" fill="hold">
                                          <p:stCondLst>
                                            <p:cond delay="0"/>
                                          </p:stCondLst>
                                        </p:cTn>
                                        <p:tgtEl>
                                          <p:spTgt spid="25613"/>
                                        </p:tgtEl>
                                        <p:attrNameLst>
                                          <p:attrName>style.visibility</p:attrName>
                                        </p:attrNameLst>
                                      </p:cBhvr>
                                      <p:to>
                                        <p:strVal val="visible"/>
                                      </p:to>
                                    </p:set>
                                    <p:anim from="(-#ppt_w/2)" to="(#ppt_x)" calcmode="lin" valueType="num">
                                      <p:cBhvr>
                                        <p:cTn id="203" dur="300" fill="hold">
                                          <p:stCondLst>
                                            <p:cond delay="0"/>
                                          </p:stCondLst>
                                        </p:cTn>
                                        <p:tgtEl>
                                          <p:spTgt spid="25613"/>
                                        </p:tgtEl>
                                        <p:attrNameLst>
                                          <p:attrName>ppt_x</p:attrName>
                                        </p:attrNameLst>
                                      </p:cBhvr>
                                    </p:anim>
                                    <p:anim from="0" to="-1.0" calcmode="lin" valueType="num">
                                      <p:cBhvr>
                                        <p:cTn id="204" dur="100" decel="50000" autoRev="1" fill="hold">
                                          <p:stCondLst>
                                            <p:cond delay="300"/>
                                          </p:stCondLst>
                                        </p:cTn>
                                        <p:tgtEl>
                                          <p:spTgt spid="25613"/>
                                        </p:tgtEl>
                                        <p:attrNameLst>
                                          <p:attrName>xshear</p:attrName>
                                        </p:attrNameLst>
                                      </p:cBhvr>
                                    </p:anim>
                                    <p:animScale>
                                      <p:cBhvr>
                                        <p:cTn id="205" dur="100" decel="100000" autoRev="1" fill="hold">
                                          <p:stCondLst>
                                            <p:cond delay="300"/>
                                          </p:stCondLst>
                                        </p:cTn>
                                        <p:tgtEl>
                                          <p:spTgt spid="25613"/>
                                        </p:tgtEl>
                                      </p:cBhvr>
                                      <p:from x="100000" y="100000"/>
                                      <p:to x="80000" y="100000"/>
                                    </p:animScale>
                                    <p:anim by="(#ppt_h/3+#ppt_w*0.1)" calcmode="lin" valueType="num">
                                      <p:cBhvr additive="sum">
                                        <p:cTn id="206" dur="100" decel="100000" autoRev="1" fill="hold">
                                          <p:stCondLst>
                                            <p:cond delay="300"/>
                                          </p:stCondLst>
                                        </p:cTn>
                                        <p:tgtEl>
                                          <p:spTgt spid="25613"/>
                                        </p:tgtEl>
                                        <p:attrNameLst>
                                          <p:attrName>ppt_x</p:attrName>
                                        </p:attrNameLst>
                                      </p:cBhvr>
                                    </p:anim>
                                  </p:childTnLst>
                                </p:cTn>
                              </p:par>
                            </p:childTnLst>
                          </p:cTn>
                        </p:par>
                      </p:childTnLst>
                    </p:cTn>
                  </p:par>
                  <p:par>
                    <p:cTn id="207" fill="hold" nodeType="clickPar">
                      <p:stCondLst>
                        <p:cond delay="indefinite"/>
                      </p:stCondLst>
                      <p:childTnLst>
                        <p:par>
                          <p:cTn id="208" fill="hold" nodeType="withGroup">
                            <p:stCondLst>
                              <p:cond delay="0"/>
                            </p:stCondLst>
                            <p:childTnLst>
                              <p:par>
                                <p:cTn id="209" presetID="34" presetClass="entr" presetSubtype="0" fill="hold" grpId="0" nodeType="clickEffect">
                                  <p:stCondLst>
                                    <p:cond delay="0"/>
                                  </p:stCondLst>
                                  <p:childTnLst>
                                    <p:set>
                                      <p:cBhvr>
                                        <p:cTn id="210" dur="1" fill="hold">
                                          <p:stCondLst>
                                            <p:cond delay="0"/>
                                          </p:stCondLst>
                                        </p:cTn>
                                        <p:tgtEl>
                                          <p:spTgt spid="25639"/>
                                        </p:tgtEl>
                                        <p:attrNameLst>
                                          <p:attrName>style.visibility</p:attrName>
                                        </p:attrNameLst>
                                      </p:cBhvr>
                                      <p:to>
                                        <p:strVal val="visible"/>
                                      </p:to>
                                    </p:set>
                                    <p:anim from="(-#ppt_w/2)" to="(#ppt_x)" calcmode="lin" valueType="num">
                                      <p:cBhvr>
                                        <p:cTn id="211" dur="300" fill="hold">
                                          <p:stCondLst>
                                            <p:cond delay="0"/>
                                          </p:stCondLst>
                                        </p:cTn>
                                        <p:tgtEl>
                                          <p:spTgt spid="25639"/>
                                        </p:tgtEl>
                                        <p:attrNameLst>
                                          <p:attrName>ppt_x</p:attrName>
                                        </p:attrNameLst>
                                      </p:cBhvr>
                                    </p:anim>
                                    <p:anim from="0" to="-1.0" calcmode="lin" valueType="num">
                                      <p:cBhvr>
                                        <p:cTn id="212" dur="100" decel="50000" autoRev="1" fill="hold">
                                          <p:stCondLst>
                                            <p:cond delay="300"/>
                                          </p:stCondLst>
                                        </p:cTn>
                                        <p:tgtEl>
                                          <p:spTgt spid="25639"/>
                                        </p:tgtEl>
                                        <p:attrNameLst>
                                          <p:attrName>xshear</p:attrName>
                                        </p:attrNameLst>
                                      </p:cBhvr>
                                    </p:anim>
                                    <p:animScale>
                                      <p:cBhvr>
                                        <p:cTn id="213" dur="100" decel="100000" autoRev="1" fill="hold">
                                          <p:stCondLst>
                                            <p:cond delay="300"/>
                                          </p:stCondLst>
                                        </p:cTn>
                                        <p:tgtEl>
                                          <p:spTgt spid="25639"/>
                                        </p:tgtEl>
                                      </p:cBhvr>
                                      <p:from x="100000" y="100000"/>
                                      <p:to x="80000" y="100000"/>
                                    </p:animScale>
                                    <p:anim by="(#ppt_h/3+#ppt_w*0.1)" calcmode="lin" valueType="num">
                                      <p:cBhvr additive="sum">
                                        <p:cTn id="214" dur="100" decel="100000" autoRev="1" fill="hold">
                                          <p:stCondLst>
                                            <p:cond delay="300"/>
                                          </p:stCondLst>
                                        </p:cTn>
                                        <p:tgtEl>
                                          <p:spTgt spid="25639"/>
                                        </p:tgtEl>
                                        <p:attrNameLst>
                                          <p:attrName>ppt_x</p:attrName>
                                        </p:attrNameLst>
                                      </p:cBhvr>
                                    </p:anim>
                                  </p:childTnLst>
                                </p:cTn>
                              </p:par>
                              <p:par>
                                <p:cTn id="215" presetID="34" presetClass="entr" presetSubtype="0" fill="hold" grpId="0" nodeType="withEffect">
                                  <p:stCondLst>
                                    <p:cond delay="0"/>
                                  </p:stCondLst>
                                  <p:childTnLst>
                                    <p:set>
                                      <p:cBhvr>
                                        <p:cTn id="216" dur="1" fill="hold">
                                          <p:stCondLst>
                                            <p:cond delay="0"/>
                                          </p:stCondLst>
                                        </p:cTn>
                                        <p:tgtEl>
                                          <p:spTgt spid="25635"/>
                                        </p:tgtEl>
                                        <p:attrNameLst>
                                          <p:attrName>style.visibility</p:attrName>
                                        </p:attrNameLst>
                                      </p:cBhvr>
                                      <p:to>
                                        <p:strVal val="visible"/>
                                      </p:to>
                                    </p:set>
                                    <p:anim from="(-#ppt_w/2)" to="(#ppt_x)" calcmode="lin" valueType="num">
                                      <p:cBhvr>
                                        <p:cTn id="217" dur="300" fill="hold">
                                          <p:stCondLst>
                                            <p:cond delay="0"/>
                                          </p:stCondLst>
                                        </p:cTn>
                                        <p:tgtEl>
                                          <p:spTgt spid="25635"/>
                                        </p:tgtEl>
                                        <p:attrNameLst>
                                          <p:attrName>ppt_x</p:attrName>
                                        </p:attrNameLst>
                                      </p:cBhvr>
                                    </p:anim>
                                    <p:anim from="0" to="-1.0" calcmode="lin" valueType="num">
                                      <p:cBhvr>
                                        <p:cTn id="218" dur="100" decel="50000" autoRev="1" fill="hold">
                                          <p:stCondLst>
                                            <p:cond delay="300"/>
                                          </p:stCondLst>
                                        </p:cTn>
                                        <p:tgtEl>
                                          <p:spTgt spid="25635"/>
                                        </p:tgtEl>
                                        <p:attrNameLst>
                                          <p:attrName>xshear</p:attrName>
                                        </p:attrNameLst>
                                      </p:cBhvr>
                                    </p:anim>
                                    <p:animScale>
                                      <p:cBhvr>
                                        <p:cTn id="219" dur="100" decel="100000" autoRev="1" fill="hold">
                                          <p:stCondLst>
                                            <p:cond delay="300"/>
                                          </p:stCondLst>
                                        </p:cTn>
                                        <p:tgtEl>
                                          <p:spTgt spid="25635"/>
                                        </p:tgtEl>
                                      </p:cBhvr>
                                      <p:from x="100000" y="100000"/>
                                      <p:to x="80000" y="100000"/>
                                    </p:animScale>
                                    <p:anim by="(#ppt_h/3+#ppt_w*0.1)" calcmode="lin" valueType="num">
                                      <p:cBhvr additive="sum">
                                        <p:cTn id="220" dur="100" decel="100000" autoRev="1" fill="hold">
                                          <p:stCondLst>
                                            <p:cond delay="300"/>
                                          </p:stCondLst>
                                        </p:cTn>
                                        <p:tgtEl>
                                          <p:spTgt spid="25635"/>
                                        </p:tgtEl>
                                        <p:attrNameLst>
                                          <p:attrName>ppt_x</p:attrName>
                                        </p:attrNameLst>
                                      </p:cBhvr>
                                    </p:anim>
                                  </p:childTnLst>
                                </p:cTn>
                              </p:par>
                              <p:par>
                                <p:cTn id="221" presetID="34" presetClass="entr" presetSubtype="0" fill="hold" grpId="0" nodeType="withEffect">
                                  <p:stCondLst>
                                    <p:cond delay="0"/>
                                  </p:stCondLst>
                                  <p:childTnLst>
                                    <p:set>
                                      <p:cBhvr>
                                        <p:cTn id="222" dur="1" fill="hold">
                                          <p:stCondLst>
                                            <p:cond delay="0"/>
                                          </p:stCondLst>
                                        </p:cTn>
                                        <p:tgtEl>
                                          <p:spTgt spid="25636"/>
                                        </p:tgtEl>
                                        <p:attrNameLst>
                                          <p:attrName>style.visibility</p:attrName>
                                        </p:attrNameLst>
                                      </p:cBhvr>
                                      <p:to>
                                        <p:strVal val="visible"/>
                                      </p:to>
                                    </p:set>
                                    <p:anim from="(-#ppt_w/2)" to="(#ppt_x)" calcmode="lin" valueType="num">
                                      <p:cBhvr>
                                        <p:cTn id="223" dur="300" fill="hold">
                                          <p:stCondLst>
                                            <p:cond delay="0"/>
                                          </p:stCondLst>
                                        </p:cTn>
                                        <p:tgtEl>
                                          <p:spTgt spid="25636"/>
                                        </p:tgtEl>
                                        <p:attrNameLst>
                                          <p:attrName>ppt_x</p:attrName>
                                        </p:attrNameLst>
                                      </p:cBhvr>
                                    </p:anim>
                                    <p:anim from="0" to="-1.0" calcmode="lin" valueType="num">
                                      <p:cBhvr>
                                        <p:cTn id="224" dur="100" decel="50000" autoRev="1" fill="hold">
                                          <p:stCondLst>
                                            <p:cond delay="300"/>
                                          </p:stCondLst>
                                        </p:cTn>
                                        <p:tgtEl>
                                          <p:spTgt spid="25636"/>
                                        </p:tgtEl>
                                        <p:attrNameLst>
                                          <p:attrName>xshear</p:attrName>
                                        </p:attrNameLst>
                                      </p:cBhvr>
                                    </p:anim>
                                    <p:animScale>
                                      <p:cBhvr>
                                        <p:cTn id="225" dur="100" decel="100000" autoRev="1" fill="hold">
                                          <p:stCondLst>
                                            <p:cond delay="300"/>
                                          </p:stCondLst>
                                        </p:cTn>
                                        <p:tgtEl>
                                          <p:spTgt spid="25636"/>
                                        </p:tgtEl>
                                      </p:cBhvr>
                                      <p:from x="100000" y="100000"/>
                                      <p:to x="80000" y="100000"/>
                                    </p:animScale>
                                    <p:anim by="(#ppt_h/3+#ppt_w*0.1)" calcmode="lin" valueType="num">
                                      <p:cBhvr additive="sum">
                                        <p:cTn id="226" dur="100" decel="100000" autoRev="1" fill="hold">
                                          <p:stCondLst>
                                            <p:cond delay="300"/>
                                          </p:stCondLst>
                                        </p:cTn>
                                        <p:tgtEl>
                                          <p:spTgt spid="25636"/>
                                        </p:tgtEl>
                                        <p:attrNameLst>
                                          <p:attrName>ppt_x</p:attrName>
                                        </p:attrNameLst>
                                      </p:cBhvr>
                                    </p:anim>
                                  </p:childTnLst>
                                </p:cTn>
                              </p:par>
                              <p:par>
                                <p:cTn id="227" presetID="34" presetClass="entr" presetSubtype="0" fill="hold" grpId="0" nodeType="withEffect">
                                  <p:stCondLst>
                                    <p:cond delay="0"/>
                                  </p:stCondLst>
                                  <p:childTnLst>
                                    <p:set>
                                      <p:cBhvr>
                                        <p:cTn id="228" dur="1" fill="hold">
                                          <p:stCondLst>
                                            <p:cond delay="0"/>
                                          </p:stCondLst>
                                        </p:cTn>
                                        <p:tgtEl>
                                          <p:spTgt spid="25637"/>
                                        </p:tgtEl>
                                        <p:attrNameLst>
                                          <p:attrName>style.visibility</p:attrName>
                                        </p:attrNameLst>
                                      </p:cBhvr>
                                      <p:to>
                                        <p:strVal val="visible"/>
                                      </p:to>
                                    </p:set>
                                    <p:anim from="(-#ppt_w/2)" to="(#ppt_x)" calcmode="lin" valueType="num">
                                      <p:cBhvr>
                                        <p:cTn id="229" dur="300" fill="hold">
                                          <p:stCondLst>
                                            <p:cond delay="0"/>
                                          </p:stCondLst>
                                        </p:cTn>
                                        <p:tgtEl>
                                          <p:spTgt spid="25637"/>
                                        </p:tgtEl>
                                        <p:attrNameLst>
                                          <p:attrName>ppt_x</p:attrName>
                                        </p:attrNameLst>
                                      </p:cBhvr>
                                    </p:anim>
                                    <p:anim from="0" to="-1.0" calcmode="lin" valueType="num">
                                      <p:cBhvr>
                                        <p:cTn id="230" dur="100" decel="50000" autoRev="1" fill="hold">
                                          <p:stCondLst>
                                            <p:cond delay="300"/>
                                          </p:stCondLst>
                                        </p:cTn>
                                        <p:tgtEl>
                                          <p:spTgt spid="25637"/>
                                        </p:tgtEl>
                                        <p:attrNameLst>
                                          <p:attrName>xshear</p:attrName>
                                        </p:attrNameLst>
                                      </p:cBhvr>
                                    </p:anim>
                                    <p:animScale>
                                      <p:cBhvr>
                                        <p:cTn id="231" dur="100" decel="100000" autoRev="1" fill="hold">
                                          <p:stCondLst>
                                            <p:cond delay="300"/>
                                          </p:stCondLst>
                                        </p:cTn>
                                        <p:tgtEl>
                                          <p:spTgt spid="25637"/>
                                        </p:tgtEl>
                                      </p:cBhvr>
                                      <p:from x="100000" y="100000"/>
                                      <p:to x="80000" y="100000"/>
                                    </p:animScale>
                                    <p:anim by="(#ppt_h/3+#ppt_w*0.1)" calcmode="lin" valueType="num">
                                      <p:cBhvr additive="sum">
                                        <p:cTn id="232" dur="100" decel="100000" autoRev="1" fill="hold">
                                          <p:stCondLst>
                                            <p:cond delay="300"/>
                                          </p:stCondLst>
                                        </p:cTn>
                                        <p:tgtEl>
                                          <p:spTgt spid="25637"/>
                                        </p:tgtEl>
                                        <p:attrNameLst>
                                          <p:attrName>ppt_x</p:attrName>
                                        </p:attrNameLst>
                                      </p:cBhvr>
                                    </p:anim>
                                  </p:childTnLst>
                                </p:cTn>
                              </p:par>
                              <p:par>
                                <p:cTn id="233" presetID="34" presetClass="entr" presetSubtype="0" fill="hold" grpId="0" nodeType="withEffect">
                                  <p:stCondLst>
                                    <p:cond delay="0"/>
                                  </p:stCondLst>
                                  <p:childTnLst>
                                    <p:set>
                                      <p:cBhvr>
                                        <p:cTn id="234" dur="1" fill="hold">
                                          <p:stCondLst>
                                            <p:cond delay="0"/>
                                          </p:stCondLst>
                                        </p:cTn>
                                        <p:tgtEl>
                                          <p:spTgt spid="25638"/>
                                        </p:tgtEl>
                                        <p:attrNameLst>
                                          <p:attrName>style.visibility</p:attrName>
                                        </p:attrNameLst>
                                      </p:cBhvr>
                                      <p:to>
                                        <p:strVal val="visible"/>
                                      </p:to>
                                    </p:set>
                                    <p:anim from="(-#ppt_w/2)" to="(#ppt_x)" calcmode="lin" valueType="num">
                                      <p:cBhvr>
                                        <p:cTn id="235" dur="300" fill="hold">
                                          <p:stCondLst>
                                            <p:cond delay="0"/>
                                          </p:stCondLst>
                                        </p:cTn>
                                        <p:tgtEl>
                                          <p:spTgt spid="25638"/>
                                        </p:tgtEl>
                                        <p:attrNameLst>
                                          <p:attrName>ppt_x</p:attrName>
                                        </p:attrNameLst>
                                      </p:cBhvr>
                                    </p:anim>
                                    <p:anim from="0" to="-1.0" calcmode="lin" valueType="num">
                                      <p:cBhvr>
                                        <p:cTn id="236" dur="100" decel="50000" autoRev="1" fill="hold">
                                          <p:stCondLst>
                                            <p:cond delay="300"/>
                                          </p:stCondLst>
                                        </p:cTn>
                                        <p:tgtEl>
                                          <p:spTgt spid="25638"/>
                                        </p:tgtEl>
                                        <p:attrNameLst>
                                          <p:attrName>xshear</p:attrName>
                                        </p:attrNameLst>
                                      </p:cBhvr>
                                    </p:anim>
                                    <p:animScale>
                                      <p:cBhvr>
                                        <p:cTn id="237" dur="100" decel="100000" autoRev="1" fill="hold">
                                          <p:stCondLst>
                                            <p:cond delay="300"/>
                                          </p:stCondLst>
                                        </p:cTn>
                                        <p:tgtEl>
                                          <p:spTgt spid="25638"/>
                                        </p:tgtEl>
                                      </p:cBhvr>
                                      <p:from x="100000" y="100000"/>
                                      <p:to x="80000" y="100000"/>
                                    </p:animScale>
                                    <p:anim by="(#ppt_h/3+#ppt_w*0.1)" calcmode="lin" valueType="num">
                                      <p:cBhvr additive="sum">
                                        <p:cTn id="238" dur="100" decel="100000" autoRev="1" fill="hold">
                                          <p:stCondLst>
                                            <p:cond delay="300"/>
                                          </p:stCondLst>
                                        </p:cTn>
                                        <p:tgtEl>
                                          <p:spTgt spid="25638"/>
                                        </p:tgtEl>
                                        <p:attrNameLst>
                                          <p:attrName>ppt_x</p:attrName>
                                        </p:attrNameLst>
                                      </p:cBhvr>
                                    </p:anim>
                                  </p:childTnLst>
                                </p:cTn>
                              </p:par>
                              <p:par>
                                <p:cTn id="239" presetID="34" presetClass="entr" presetSubtype="0" fill="hold" grpId="0" nodeType="withEffect">
                                  <p:stCondLst>
                                    <p:cond delay="0"/>
                                  </p:stCondLst>
                                  <p:childTnLst>
                                    <p:set>
                                      <p:cBhvr>
                                        <p:cTn id="240" dur="1" fill="hold">
                                          <p:stCondLst>
                                            <p:cond delay="0"/>
                                          </p:stCondLst>
                                        </p:cTn>
                                        <p:tgtEl>
                                          <p:spTgt spid="25623"/>
                                        </p:tgtEl>
                                        <p:attrNameLst>
                                          <p:attrName>style.visibility</p:attrName>
                                        </p:attrNameLst>
                                      </p:cBhvr>
                                      <p:to>
                                        <p:strVal val="visible"/>
                                      </p:to>
                                    </p:set>
                                    <p:anim from="(-#ppt_w/2)" to="(#ppt_x)" calcmode="lin" valueType="num">
                                      <p:cBhvr>
                                        <p:cTn id="241" dur="300" fill="hold">
                                          <p:stCondLst>
                                            <p:cond delay="0"/>
                                          </p:stCondLst>
                                        </p:cTn>
                                        <p:tgtEl>
                                          <p:spTgt spid="25623"/>
                                        </p:tgtEl>
                                        <p:attrNameLst>
                                          <p:attrName>ppt_x</p:attrName>
                                        </p:attrNameLst>
                                      </p:cBhvr>
                                    </p:anim>
                                    <p:anim from="0" to="-1.0" calcmode="lin" valueType="num">
                                      <p:cBhvr>
                                        <p:cTn id="242" dur="100" decel="50000" autoRev="1" fill="hold">
                                          <p:stCondLst>
                                            <p:cond delay="300"/>
                                          </p:stCondLst>
                                        </p:cTn>
                                        <p:tgtEl>
                                          <p:spTgt spid="25623"/>
                                        </p:tgtEl>
                                        <p:attrNameLst>
                                          <p:attrName>xshear</p:attrName>
                                        </p:attrNameLst>
                                      </p:cBhvr>
                                    </p:anim>
                                    <p:animScale>
                                      <p:cBhvr>
                                        <p:cTn id="243" dur="100" decel="100000" autoRev="1" fill="hold">
                                          <p:stCondLst>
                                            <p:cond delay="300"/>
                                          </p:stCondLst>
                                        </p:cTn>
                                        <p:tgtEl>
                                          <p:spTgt spid="25623"/>
                                        </p:tgtEl>
                                      </p:cBhvr>
                                      <p:from x="100000" y="100000"/>
                                      <p:to x="80000" y="100000"/>
                                    </p:animScale>
                                    <p:anim by="(#ppt_h/3+#ppt_w*0.1)" calcmode="lin" valueType="num">
                                      <p:cBhvr additive="sum">
                                        <p:cTn id="244" dur="100" decel="100000" autoRev="1" fill="hold">
                                          <p:stCondLst>
                                            <p:cond delay="300"/>
                                          </p:stCondLst>
                                        </p:cTn>
                                        <p:tgtEl>
                                          <p:spTgt spid="25623"/>
                                        </p:tgtEl>
                                        <p:attrNameLst>
                                          <p:attrName>ppt_x</p:attrName>
                                        </p:attrNameLst>
                                      </p:cBhvr>
                                    </p:anim>
                                  </p:childTnLst>
                                </p:cTn>
                              </p:par>
                              <p:par>
                                <p:cTn id="245" presetID="34" presetClass="entr" presetSubtype="0" fill="hold" grpId="0" nodeType="withEffect">
                                  <p:stCondLst>
                                    <p:cond delay="0"/>
                                  </p:stCondLst>
                                  <p:childTnLst>
                                    <p:set>
                                      <p:cBhvr>
                                        <p:cTn id="246" dur="1" fill="hold">
                                          <p:stCondLst>
                                            <p:cond delay="0"/>
                                          </p:stCondLst>
                                        </p:cTn>
                                        <p:tgtEl>
                                          <p:spTgt spid="25618"/>
                                        </p:tgtEl>
                                        <p:attrNameLst>
                                          <p:attrName>style.visibility</p:attrName>
                                        </p:attrNameLst>
                                      </p:cBhvr>
                                      <p:to>
                                        <p:strVal val="visible"/>
                                      </p:to>
                                    </p:set>
                                    <p:anim from="(-#ppt_w/2)" to="(#ppt_x)" calcmode="lin" valueType="num">
                                      <p:cBhvr>
                                        <p:cTn id="247" dur="300" fill="hold">
                                          <p:stCondLst>
                                            <p:cond delay="0"/>
                                          </p:stCondLst>
                                        </p:cTn>
                                        <p:tgtEl>
                                          <p:spTgt spid="25618"/>
                                        </p:tgtEl>
                                        <p:attrNameLst>
                                          <p:attrName>ppt_x</p:attrName>
                                        </p:attrNameLst>
                                      </p:cBhvr>
                                    </p:anim>
                                    <p:anim from="0" to="-1.0" calcmode="lin" valueType="num">
                                      <p:cBhvr>
                                        <p:cTn id="248" dur="100" decel="50000" autoRev="1" fill="hold">
                                          <p:stCondLst>
                                            <p:cond delay="300"/>
                                          </p:stCondLst>
                                        </p:cTn>
                                        <p:tgtEl>
                                          <p:spTgt spid="25618"/>
                                        </p:tgtEl>
                                        <p:attrNameLst>
                                          <p:attrName>xshear</p:attrName>
                                        </p:attrNameLst>
                                      </p:cBhvr>
                                    </p:anim>
                                    <p:animScale>
                                      <p:cBhvr>
                                        <p:cTn id="249" dur="100" decel="100000" autoRev="1" fill="hold">
                                          <p:stCondLst>
                                            <p:cond delay="300"/>
                                          </p:stCondLst>
                                        </p:cTn>
                                        <p:tgtEl>
                                          <p:spTgt spid="25618"/>
                                        </p:tgtEl>
                                      </p:cBhvr>
                                      <p:from x="100000" y="100000"/>
                                      <p:to x="80000" y="100000"/>
                                    </p:animScale>
                                    <p:anim by="(#ppt_h/3+#ppt_w*0.1)" calcmode="lin" valueType="num">
                                      <p:cBhvr additive="sum">
                                        <p:cTn id="250" dur="100" decel="100000" autoRev="1" fill="hold">
                                          <p:stCondLst>
                                            <p:cond delay="300"/>
                                          </p:stCondLst>
                                        </p:cTn>
                                        <p:tgtEl>
                                          <p:spTgt spid="25618"/>
                                        </p:tgtEl>
                                        <p:attrNameLst>
                                          <p:attrName>ppt_x</p:attrName>
                                        </p:attrNameLst>
                                      </p:cBhvr>
                                    </p:anim>
                                  </p:childTnLst>
                                </p:cTn>
                              </p:par>
                              <p:par>
                                <p:cTn id="251" presetID="34" presetClass="entr" presetSubtype="0" fill="hold" nodeType="withEffect">
                                  <p:stCondLst>
                                    <p:cond delay="0"/>
                                  </p:stCondLst>
                                  <p:childTnLst>
                                    <p:set>
                                      <p:cBhvr>
                                        <p:cTn id="252" dur="1" fill="hold">
                                          <p:stCondLst>
                                            <p:cond delay="0"/>
                                          </p:stCondLst>
                                        </p:cTn>
                                        <p:tgtEl>
                                          <p:spTgt spid="25602"/>
                                        </p:tgtEl>
                                        <p:attrNameLst>
                                          <p:attrName>style.visibility</p:attrName>
                                        </p:attrNameLst>
                                      </p:cBhvr>
                                      <p:to>
                                        <p:strVal val="visible"/>
                                      </p:to>
                                    </p:set>
                                    <p:anim from="(-#ppt_w/2)" to="(#ppt_x)" calcmode="lin" valueType="num">
                                      <p:cBhvr>
                                        <p:cTn id="253" dur="300" fill="hold">
                                          <p:stCondLst>
                                            <p:cond delay="0"/>
                                          </p:stCondLst>
                                        </p:cTn>
                                        <p:tgtEl>
                                          <p:spTgt spid="25602"/>
                                        </p:tgtEl>
                                        <p:attrNameLst>
                                          <p:attrName>ppt_x</p:attrName>
                                        </p:attrNameLst>
                                      </p:cBhvr>
                                    </p:anim>
                                    <p:anim from="0" to="-1.0" calcmode="lin" valueType="num">
                                      <p:cBhvr>
                                        <p:cTn id="254" dur="100" decel="50000" autoRev="1" fill="hold">
                                          <p:stCondLst>
                                            <p:cond delay="300"/>
                                          </p:stCondLst>
                                        </p:cTn>
                                        <p:tgtEl>
                                          <p:spTgt spid="25602"/>
                                        </p:tgtEl>
                                        <p:attrNameLst>
                                          <p:attrName>xshear</p:attrName>
                                        </p:attrNameLst>
                                      </p:cBhvr>
                                    </p:anim>
                                    <p:animScale>
                                      <p:cBhvr>
                                        <p:cTn id="255" dur="100" decel="100000" autoRev="1" fill="hold">
                                          <p:stCondLst>
                                            <p:cond delay="300"/>
                                          </p:stCondLst>
                                        </p:cTn>
                                        <p:tgtEl>
                                          <p:spTgt spid="25602"/>
                                        </p:tgtEl>
                                      </p:cBhvr>
                                      <p:from x="100000" y="100000"/>
                                      <p:to x="80000" y="100000"/>
                                    </p:animScale>
                                    <p:anim by="(#ppt_h/3+#ppt_w*0.1)" calcmode="lin" valueType="num">
                                      <p:cBhvr additive="sum">
                                        <p:cTn id="256" dur="100" decel="100000" autoRev="1" fill="hold">
                                          <p:stCondLst>
                                            <p:cond delay="300"/>
                                          </p:stCondLst>
                                        </p:cTn>
                                        <p:tgtEl>
                                          <p:spTgt spid="25602"/>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10" grpId="0"/>
      <p:bldP spid="25611" grpId="0"/>
      <p:bldP spid="25612" grpId="0"/>
      <p:bldP spid="25613" grpId="0"/>
      <p:bldP spid="25614" grpId="0"/>
      <p:bldP spid="25615" grpId="0"/>
      <p:bldP spid="25616" grpId="0"/>
      <p:bldP spid="25617" grpId="0"/>
      <p:bldP spid="25618" grpId="0"/>
      <p:bldP spid="25619" grpId="0"/>
      <p:bldP spid="25620" grpId="0"/>
      <p:bldP spid="25621" grpId="0"/>
      <p:bldP spid="25622" grpId="0"/>
      <p:bldP spid="25623" grpId="0"/>
      <p:bldP spid="25626" grpId="0"/>
      <p:bldP spid="25627" grpId="0"/>
      <p:bldP spid="25628" grpId="0"/>
      <p:bldP spid="25629" grpId="0"/>
      <p:bldP spid="25630" grpId="0"/>
      <p:bldP spid="25631" grpId="0"/>
      <p:bldP spid="25632" grpId="0"/>
      <p:bldP spid="25633" grpId="0"/>
      <p:bldP spid="25634" grpId="0"/>
      <p:bldP spid="25635" grpId="0"/>
      <p:bldP spid="25636" grpId="0"/>
      <p:bldP spid="25637" grpId="0"/>
      <p:bldP spid="25638" grpId="0"/>
      <p:bldP spid="25639" grpId="0"/>
      <p:bldP spid="40"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4" descr="C:\Users\Lenovo\Google Drive\PIET 2015-16\III Sem\PU PPT\C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3450" y="5240338"/>
            <a:ext cx="1600200"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7" name="Picture 4" descr="C:\Users\Lenovo\Google Drive\PIET 2015-16\III Sem\PU PPT\C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0425" y="3368675"/>
            <a:ext cx="1600200"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8" name="Picture 4" descr="C:\Users\Lenovo\Google Drive\PIET 2015-16\III Sem\PU PPT\C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5963" y="1647825"/>
            <a:ext cx="1600200"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9" name="Picture 4" descr="C:\Users\Lenovo\Google Drive\PIET 2015-16\III Sem\PU PPT\C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3375" y="5240338"/>
            <a:ext cx="1600200"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0" name="Picture 4" descr="C:\Users\Lenovo\Google Drive\PIET 2015-16\III Sem\PU PPT\C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3375" y="3368675"/>
            <a:ext cx="1600200"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1" name="Text Box 6"/>
          <p:cNvSpPr txBox="1">
            <a:spLocks noChangeArrowheads="1"/>
          </p:cNvSpPr>
          <p:nvPr/>
        </p:nvSpPr>
        <p:spPr bwMode="auto">
          <a:xfrm>
            <a:off x="1919288" y="981076"/>
            <a:ext cx="381635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r>
              <a:rPr lang="en-GB" sz="1600">
                <a:solidFill>
                  <a:srgbClr val="000000"/>
                </a:solidFill>
              </a:rPr>
              <a:t>7. Enqueue(8)</a:t>
            </a:r>
            <a:r>
              <a:rPr lang="en-GB" sz="1600">
                <a:solidFill>
                  <a:srgbClr val="000000"/>
                </a:solidFill>
                <a:sym typeface="Wingdings" panose="05000000000000000000" pitchFamily="2" charset="2"/>
              </a:rPr>
              <a:t>, </a:t>
            </a:r>
            <a:r>
              <a:rPr lang="en-GB" sz="1600">
                <a:solidFill>
                  <a:srgbClr val="000000"/>
                </a:solidFill>
              </a:rPr>
              <a:t>As Front =0 and </a:t>
            </a:r>
          </a:p>
          <a:p>
            <a:pPr eaLnBrk="1" hangingPunct="1"/>
            <a:r>
              <a:rPr lang="en-GB" sz="1600">
                <a:solidFill>
                  <a:srgbClr val="000000"/>
                </a:solidFill>
              </a:rPr>
              <a:t>     Rear= 4 = N-1   so </a:t>
            </a:r>
            <a:r>
              <a:rPr lang="en-GB" sz="1600" b="1">
                <a:solidFill>
                  <a:schemeClr val="tx2"/>
                </a:solidFill>
              </a:rPr>
              <a:t>Queue overflow.</a:t>
            </a:r>
          </a:p>
        </p:txBody>
      </p:sp>
      <p:sp>
        <p:nvSpPr>
          <p:cNvPr id="26632" name="Text Box 7"/>
          <p:cNvSpPr txBox="1">
            <a:spLocks noChangeArrowheads="1"/>
          </p:cNvSpPr>
          <p:nvPr/>
        </p:nvSpPr>
        <p:spPr bwMode="auto">
          <a:xfrm>
            <a:off x="1847851" y="3038476"/>
            <a:ext cx="366077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r>
              <a:rPr lang="en-GB">
                <a:solidFill>
                  <a:srgbClr val="000000"/>
                </a:solidFill>
              </a:rPr>
              <a:t>9.Enqueue(4), Rear = 0, Front = 1</a:t>
            </a:r>
          </a:p>
        </p:txBody>
      </p:sp>
      <p:sp>
        <p:nvSpPr>
          <p:cNvPr id="26633" name="Text Box 9"/>
          <p:cNvSpPr txBox="1">
            <a:spLocks noChangeArrowheads="1"/>
          </p:cNvSpPr>
          <p:nvPr/>
        </p:nvSpPr>
        <p:spPr bwMode="auto">
          <a:xfrm>
            <a:off x="2030413" y="4852988"/>
            <a:ext cx="35052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r>
              <a:rPr lang="en-GB" sz="1700">
                <a:solidFill>
                  <a:srgbClr val="000000"/>
                </a:solidFill>
              </a:rPr>
              <a:t>11. Dequeue(), Rear = 0, Front = 2</a:t>
            </a:r>
          </a:p>
        </p:txBody>
      </p:sp>
      <p:sp>
        <p:nvSpPr>
          <p:cNvPr id="26634" name="Text Box 11"/>
          <p:cNvSpPr txBox="1">
            <a:spLocks noChangeArrowheads="1"/>
          </p:cNvSpPr>
          <p:nvPr/>
        </p:nvSpPr>
        <p:spPr bwMode="auto">
          <a:xfrm>
            <a:off x="6054725" y="1141413"/>
            <a:ext cx="39004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r>
              <a:rPr lang="en-GB">
                <a:solidFill>
                  <a:srgbClr val="000000"/>
                </a:solidFill>
              </a:rPr>
              <a:t>8. Dequeue() , Rear = 4, Front = 1.</a:t>
            </a:r>
          </a:p>
        </p:txBody>
      </p:sp>
      <p:sp>
        <p:nvSpPr>
          <p:cNvPr id="26635" name="Text Box 13"/>
          <p:cNvSpPr txBox="1">
            <a:spLocks noChangeArrowheads="1"/>
          </p:cNvSpPr>
          <p:nvPr/>
        </p:nvSpPr>
        <p:spPr bwMode="auto">
          <a:xfrm>
            <a:off x="5880101" y="2986089"/>
            <a:ext cx="3770313"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r>
              <a:rPr lang="en-GB" sz="1600">
                <a:solidFill>
                  <a:srgbClr val="000000"/>
                </a:solidFill>
                <a:latin typeface="Times New Roman" panose="02020603050405020304" pitchFamily="18" charset="0"/>
                <a:cs typeface="Times New Roman" panose="02020603050405020304" pitchFamily="18" charset="0"/>
              </a:rPr>
              <a:t>10. Enqueue(9)  As Front = Rear + 1, </a:t>
            </a:r>
          </a:p>
          <a:p>
            <a:pPr eaLnBrk="1" hangingPunct="1"/>
            <a:r>
              <a:rPr lang="en-GB" sz="1600">
                <a:solidFill>
                  <a:srgbClr val="000000"/>
                </a:solidFill>
                <a:latin typeface="Times New Roman" panose="02020603050405020304" pitchFamily="18" charset="0"/>
                <a:cs typeface="Times New Roman" panose="02020603050405020304" pitchFamily="18" charset="0"/>
              </a:rPr>
              <a:t>   so</a:t>
            </a:r>
            <a:r>
              <a:rPr lang="en-GB" sz="1600">
                <a:solidFill>
                  <a:schemeClr val="tx2"/>
                </a:solidFill>
                <a:latin typeface="Times New Roman" panose="02020603050405020304" pitchFamily="18" charset="0"/>
                <a:cs typeface="Times New Roman" panose="02020603050405020304" pitchFamily="18" charset="0"/>
              </a:rPr>
              <a:t> </a:t>
            </a:r>
            <a:r>
              <a:rPr lang="en-GB" sz="1600" b="1">
                <a:solidFill>
                  <a:schemeClr val="tx2"/>
                </a:solidFill>
                <a:latin typeface="Times New Roman" panose="02020603050405020304" pitchFamily="18" charset="0"/>
                <a:cs typeface="Times New Roman" panose="02020603050405020304" pitchFamily="18" charset="0"/>
              </a:rPr>
              <a:t>Queue overflow.</a:t>
            </a:r>
          </a:p>
        </p:txBody>
      </p:sp>
      <p:sp>
        <p:nvSpPr>
          <p:cNvPr id="26636" name="Text Box 15"/>
          <p:cNvSpPr txBox="1">
            <a:spLocks noChangeArrowheads="1"/>
          </p:cNvSpPr>
          <p:nvPr/>
        </p:nvSpPr>
        <p:spPr bwMode="auto">
          <a:xfrm>
            <a:off x="6069013" y="4805364"/>
            <a:ext cx="388620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r>
              <a:rPr lang="en-GB">
                <a:solidFill>
                  <a:srgbClr val="000000"/>
                </a:solidFill>
              </a:rPr>
              <a:t>12.Dequeue(), Rear = 0, Front =3</a:t>
            </a:r>
          </a:p>
        </p:txBody>
      </p:sp>
      <p:sp>
        <p:nvSpPr>
          <p:cNvPr id="26637" name="Text Box 17"/>
          <p:cNvSpPr txBox="1">
            <a:spLocks noChangeArrowheads="1"/>
          </p:cNvSpPr>
          <p:nvPr/>
        </p:nvSpPr>
        <p:spPr bwMode="auto">
          <a:xfrm>
            <a:off x="2454275" y="4232275"/>
            <a:ext cx="762000"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buClr>
                <a:srgbClr val="FF0000"/>
              </a:buClr>
            </a:pPr>
            <a:r>
              <a:rPr lang="en-GB" sz="1200">
                <a:solidFill>
                  <a:srgbClr val="FF0000"/>
                </a:solidFill>
              </a:rPr>
              <a:t>Rear</a:t>
            </a:r>
          </a:p>
        </p:txBody>
      </p:sp>
      <p:sp>
        <p:nvSpPr>
          <p:cNvPr id="26638" name="Text Box 18"/>
          <p:cNvSpPr txBox="1">
            <a:spLocks noChangeArrowheads="1"/>
          </p:cNvSpPr>
          <p:nvPr/>
        </p:nvSpPr>
        <p:spPr bwMode="auto">
          <a:xfrm>
            <a:off x="2495550" y="6092825"/>
            <a:ext cx="762000"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buClr>
                <a:srgbClr val="FF0000"/>
              </a:buClr>
            </a:pPr>
            <a:r>
              <a:rPr lang="en-GB" sz="1200">
                <a:solidFill>
                  <a:srgbClr val="FF0000"/>
                </a:solidFill>
              </a:rPr>
              <a:t>Rear</a:t>
            </a:r>
          </a:p>
        </p:txBody>
      </p:sp>
      <p:sp>
        <p:nvSpPr>
          <p:cNvPr id="26639" name="Text Box 19"/>
          <p:cNvSpPr txBox="1">
            <a:spLocks noChangeArrowheads="1"/>
          </p:cNvSpPr>
          <p:nvPr/>
        </p:nvSpPr>
        <p:spPr bwMode="auto">
          <a:xfrm>
            <a:off x="7319963" y="2852738"/>
            <a:ext cx="762000"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buClr>
                <a:srgbClr val="FF0000"/>
              </a:buClr>
            </a:pPr>
            <a:r>
              <a:rPr lang="en-GB" sz="1200">
                <a:solidFill>
                  <a:srgbClr val="FF0000"/>
                </a:solidFill>
              </a:rPr>
              <a:t>Rear</a:t>
            </a:r>
          </a:p>
        </p:txBody>
      </p:sp>
      <p:sp>
        <p:nvSpPr>
          <p:cNvPr id="26640" name="Text Box 20"/>
          <p:cNvSpPr txBox="1">
            <a:spLocks noChangeArrowheads="1"/>
          </p:cNvSpPr>
          <p:nvPr/>
        </p:nvSpPr>
        <p:spPr bwMode="auto">
          <a:xfrm>
            <a:off x="6743700" y="4149725"/>
            <a:ext cx="762000"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buClr>
                <a:srgbClr val="FF0000"/>
              </a:buClr>
            </a:pPr>
            <a:r>
              <a:rPr lang="en-GB" sz="1200">
                <a:solidFill>
                  <a:srgbClr val="FF0000"/>
                </a:solidFill>
              </a:rPr>
              <a:t>Rear</a:t>
            </a:r>
          </a:p>
        </p:txBody>
      </p:sp>
      <p:sp>
        <p:nvSpPr>
          <p:cNvPr id="26641" name="Text Box 21"/>
          <p:cNvSpPr txBox="1">
            <a:spLocks noChangeArrowheads="1"/>
          </p:cNvSpPr>
          <p:nvPr/>
        </p:nvSpPr>
        <p:spPr bwMode="auto">
          <a:xfrm>
            <a:off x="6816725" y="6021388"/>
            <a:ext cx="762000"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buClr>
                <a:srgbClr val="FF0000"/>
              </a:buClr>
            </a:pPr>
            <a:r>
              <a:rPr lang="en-GB" sz="1200">
                <a:solidFill>
                  <a:srgbClr val="FF0000"/>
                </a:solidFill>
              </a:rPr>
              <a:t>Rear</a:t>
            </a:r>
          </a:p>
        </p:txBody>
      </p:sp>
      <p:sp>
        <p:nvSpPr>
          <p:cNvPr id="26642" name="Text Box 22"/>
          <p:cNvSpPr txBox="1">
            <a:spLocks noChangeArrowheads="1"/>
          </p:cNvSpPr>
          <p:nvPr/>
        </p:nvSpPr>
        <p:spPr bwMode="auto">
          <a:xfrm>
            <a:off x="2670175" y="3357563"/>
            <a:ext cx="762000"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buClr>
                <a:srgbClr val="FF0000"/>
              </a:buClr>
            </a:pPr>
            <a:r>
              <a:rPr lang="en-GB" sz="1200">
                <a:solidFill>
                  <a:srgbClr val="FF0000"/>
                </a:solidFill>
              </a:rPr>
              <a:t>Front</a:t>
            </a:r>
          </a:p>
        </p:txBody>
      </p:sp>
      <p:sp>
        <p:nvSpPr>
          <p:cNvPr id="26643" name="Text Box 23"/>
          <p:cNvSpPr txBox="1">
            <a:spLocks noChangeArrowheads="1"/>
          </p:cNvSpPr>
          <p:nvPr/>
        </p:nvSpPr>
        <p:spPr bwMode="auto">
          <a:xfrm>
            <a:off x="4079875" y="5168900"/>
            <a:ext cx="762000"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buClr>
                <a:srgbClr val="FF0000"/>
              </a:buClr>
            </a:pPr>
            <a:r>
              <a:rPr lang="en-GB" sz="1200">
                <a:solidFill>
                  <a:srgbClr val="FF0000"/>
                </a:solidFill>
              </a:rPr>
              <a:t>Front</a:t>
            </a:r>
          </a:p>
        </p:txBody>
      </p:sp>
      <p:sp>
        <p:nvSpPr>
          <p:cNvPr id="26644" name="Text Box 24"/>
          <p:cNvSpPr txBox="1">
            <a:spLocks noChangeArrowheads="1"/>
          </p:cNvSpPr>
          <p:nvPr/>
        </p:nvSpPr>
        <p:spPr bwMode="auto">
          <a:xfrm>
            <a:off x="6846888" y="1639888"/>
            <a:ext cx="762000"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buClr>
                <a:srgbClr val="FF0000"/>
              </a:buClr>
            </a:pPr>
            <a:r>
              <a:rPr lang="en-GB" sz="1200">
                <a:solidFill>
                  <a:srgbClr val="FF0000"/>
                </a:solidFill>
              </a:rPr>
              <a:t>Front</a:t>
            </a:r>
          </a:p>
        </p:txBody>
      </p:sp>
      <p:sp>
        <p:nvSpPr>
          <p:cNvPr id="26645" name="Text Box 25"/>
          <p:cNvSpPr txBox="1">
            <a:spLocks noChangeArrowheads="1"/>
          </p:cNvSpPr>
          <p:nvPr/>
        </p:nvSpPr>
        <p:spPr bwMode="auto">
          <a:xfrm>
            <a:off x="6918325" y="3573463"/>
            <a:ext cx="762000"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buClr>
                <a:srgbClr val="FF0000"/>
              </a:buClr>
            </a:pPr>
            <a:r>
              <a:rPr lang="en-GB" sz="1200">
                <a:solidFill>
                  <a:srgbClr val="FF0000"/>
                </a:solidFill>
              </a:rPr>
              <a:t>Front</a:t>
            </a:r>
          </a:p>
        </p:txBody>
      </p:sp>
      <p:sp>
        <p:nvSpPr>
          <p:cNvPr id="26646" name="Text Box 26"/>
          <p:cNvSpPr txBox="1">
            <a:spLocks noChangeArrowheads="1"/>
          </p:cNvSpPr>
          <p:nvPr/>
        </p:nvSpPr>
        <p:spPr bwMode="auto">
          <a:xfrm>
            <a:off x="8789988" y="6176963"/>
            <a:ext cx="762000"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buClr>
                <a:srgbClr val="FF0000"/>
              </a:buClr>
            </a:pPr>
            <a:r>
              <a:rPr lang="en-GB" sz="1200">
                <a:solidFill>
                  <a:srgbClr val="FF0000"/>
                </a:solidFill>
              </a:rPr>
              <a:t>Front</a:t>
            </a:r>
          </a:p>
        </p:txBody>
      </p:sp>
      <p:pic>
        <p:nvPicPr>
          <p:cNvPr id="26647" name="Picture 4" descr="C:\Users\Lenovo\Google Drive\PIET 2015-16\III Sem\PU PPT\C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4938" y="1503363"/>
            <a:ext cx="1600200"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48" name="TextBox 36"/>
          <p:cNvSpPr txBox="1">
            <a:spLocks noChangeArrowheads="1"/>
          </p:cNvSpPr>
          <p:nvPr/>
        </p:nvSpPr>
        <p:spPr bwMode="auto">
          <a:xfrm>
            <a:off x="3106739" y="4016375"/>
            <a:ext cx="312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4</a:t>
            </a:r>
          </a:p>
        </p:txBody>
      </p:sp>
      <p:sp>
        <p:nvSpPr>
          <p:cNvPr id="26649" name="TextBox 38"/>
          <p:cNvSpPr txBox="1">
            <a:spLocks noChangeArrowheads="1"/>
          </p:cNvSpPr>
          <p:nvPr/>
        </p:nvSpPr>
        <p:spPr bwMode="auto">
          <a:xfrm>
            <a:off x="3106739" y="5889625"/>
            <a:ext cx="3127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4</a:t>
            </a:r>
          </a:p>
        </p:txBody>
      </p:sp>
      <p:sp>
        <p:nvSpPr>
          <p:cNvPr id="26650" name="TextBox 41"/>
          <p:cNvSpPr txBox="1">
            <a:spLocks noChangeArrowheads="1"/>
          </p:cNvSpPr>
          <p:nvPr/>
        </p:nvSpPr>
        <p:spPr bwMode="auto">
          <a:xfrm>
            <a:off x="7654925" y="2627314"/>
            <a:ext cx="312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6</a:t>
            </a:r>
          </a:p>
        </p:txBody>
      </p:sp>
      <p:sp>
        <p:nvSpPr>
          <p:cNvPr id="26651" name="TextBox 42"/>
          <p:cNvSpPr txBox="1">
            <a:spLocks noChangeArrowheads="1"/>
          </p:cNvSpPr>
          <p:nvPr/>
        </p:nvSpPr>
        <p:spPr bwMode="auto">
          <a:xfrm>
            <a:off x="7354889" y="1784350"/>
            <a:ext cx="44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10</a:t>
            </a:r>
          </a:p>
        </p:txBody>
      </p:sp>
      <p:sp>
        <p:nvSpPr>
          <p:cNvPr id="26652" name="TextBox 43"/>
          <p:cNvSpPr txBox="1">
            <a:spLocks noChangeArrowheads="1"/>
          </p:cNvSpPr>
          <p:nvPr/>
        </p:nvSpPr>
        <p:spPr bwMode="auto">
          <a:xfrm>
            <a:off x="7931151" y="1784350"/>
            <a:ext cx="4111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1600"/>
              <a:t>20</a:t>
            </a:r>
          </a:p>
        </p:txBody>
      </p:sp>
      <p:sp>
        <p:nvSpPr>
          <p:cNvPr id="26653" name="TextBox 45"/>
          <p:cNvSpPr txBox="1">
            <a:spLocks noChangeArrowheads="1"/>
          </p:cNvSpPr>
          <p:nvPr/>
        </p:nvSpPr>
        <p:spPr bwMode="auto">
          <a:xfrm>
            <a:off x="7354889" y="4016375"/>
            <a:ext cx="473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4</a:t>
            </a:r>
          </a:p>
        </p:txBody>
      </p:sp>
      <p:sp>
        <p:nvSpPr>
          <p:cNvPr id="26654" name="TextBox 46"/>
          <p:cNvSpPr txBox="1">
            <a:spLocks noChangeArrowheads="1"/>
          </p:cNvSpPr>
          <p:nvPr/>
        </p:nvSpPr>
        <p:spPr bwMode="auto">
          <a:xfrm>
            <a:off x="7426326" y="3575050"/>
            <a:ext cx="473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10</a:t>
            </a:r>
          </a:p>
        </p:txBody>
      </p:sp>
      <p:sp>
        <p:nvSpPr>
          <p:cNvPr id="26655" name="TextBox 47"/>
          <p:cNvSpPr txBox="1">
            <a:spLocks noChangeArrowheads="1"/>
          </p:cNvSpPr>
          <p:nvPr/>
        </p:nvSpPr>
        <p:spPr bwMode="auto">
          <a:xfrm>
            <a:off x="8074026" y="3513139"/>
            <a:ext cx="4730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1600"/>
              <a:t>20</a:t>
            </a:r>
          </a:p>
        </p:txBody>
      </p:sp>
      <p:sp>
        <p:nvSpPr>
          <p:cNvPr id="26656" name="TextBox 48"/>
          <p:cNvSpPr txBox="1">
            <a:spLocks noChangeArrowheads="1"/>
          </p:cNvSpPr>
          <p:nvPr/>
        </p:nvSpPr>
        <p:spPr bwMode="auto">
          <a:xfrm>
            <a:off x="8250239" y="4160839"/>
            <a:ext cx="4730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1600"/>
              <a:t>50</a:t>
            </a:r>
          </a:p>
        </p:txBody>
      </p:sp>
      <p:sp>
        <p:nvSpPr>
          <p:cNvPr id="26657" name="TextBox 50"/>
          <p:cNvSpPr txBox="1">
            <a:spLocks noChangeArrowheads="1"/>
          </p:cNvSpPr>
          <p:nvPr/>
        </p:nvSpPr>
        <p:spPr bwMode="auto">
          <a:xfrm>
            <a:off x="7391401" y="5876925"/>
            <a:ext cx="473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4</a:t>
            </a:r>
          </a:p>
        </p:txBody>
      </p:sp>
      <p:sp>
        <p:nvSpPr>
          <p:cNvPr id="26658" name="TextBox 52"/>
          <p:cNvSpPr txBox="1">
            <a:spLocks noChangeArrowheads="1"/>
          </p:cNvSpPr>
          <p:nvPr/>
        </p:nvSpPr>
        <p:spPr bwMode="auto">
          <a:xfrm>
            <a:off x="8291514" y="6032500"/>
            <a:ext cx="4714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50</a:t>
            </a:r>
          </a:p>
        </p:txBody>
      </p:sp>
      <p:sp>
        <p:nvSpPr>
          <p:cNvPr id="26659" name="TextBox 53"/>
          <p:cNvSpPr txBox="1">
            <a:spLocks noChangeArrowheads="1"/>
          </p:cNvSpPr>
          <p:nvPr/>
        </p:nvSpPr>
        <p:spPr bwMode="auto">
          <a:xfrm>
            <a:off x="7889876" y="6240463"/>
            <a:ext cx="473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6</a:t>
            </a:r>
          </a:p>
        </p:txBody>
      </p:sp>
      <p:sp>
        <p:nvSpPr>
          <p:cNvPr id="26660" name="TextBox 55"/>
          <p:cNvSpPr txBox="1">
            <a:spLocks noChangeArrowheads="1"/>
          </p:cNvSpPr>
          <p:nvPr/>
        </p:nvSpPr>
        <p:spPr bwMode="auto">
          <a:xfrm>
            <a:off x="2887664" y="2205039"/>
            <a:ext cx="4714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5</a:t>
            </a:r>
          </a:p>
        </p:txBody>
      </p:sp>
      <p:sp>
        <p:nvSpPr>
          <p:cNvPr id="26661" name="TextBox 56"/>
          <p:cNvSpPr txBox="1">
            <a:spLocks noChangeArrowheads="1"/>
          </p:cNvSpPr>
          <p:nvPr/>
        </p:nvSpPr>
        <p:spPr bwMode="auto">
          <a:xfrm>
            <a:off x="2959101" y="1700213"/>
            <a:ext cx="4730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10</a:t>
            </a:r>
          </a:p>
          <a:p>
            <a:pPr eaLnBrk="1" hangingPunct="1"/>
            <a:endParaRPr lang="en-US"/>
          </a:p>
        </p:txBody>
      </p:sp>
      <p:sp>
        <p:nvSpPr>
          <p:cNvPr id="26662" name="TextBox 57"/>
          <p:cNvSpPr txBox="1">
            <a:spLocks noChangeArrowheads="1"/>
          </p:cNvSpPr>
          <p:nvPr/>
        </p:nvSpPr>
        <p:spPr bwMode="auto">
          <a:xfrm>
            <a:off x="3503614" y="1628775"/>
            <a:ext cx="473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20</a:t>
            </a:r>
          </a:p>
        </p:txBody>
      </p:sp>
      <p:sp>
        <p:nvSpPr>
          <p:cNvPr id="26663" name="TextBox 58"/>
          <p:cNvSpPr txBox="1">
            <a:spLocks noChangeArrowheads="1"/>
          </p:cNvSpPr>
          <p:nvPr/>
        </p:nvSpPr>
        <p:spPr bwMode="auto">
          <a:xfrm>
            <a:off x="3719514" y="2195514"/>
            <a:ext cx="473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50</a:t>
            </a:r>
          </a:p>
        </p:txBody>
      </p:sp>
      <p:sp>
        <p:nvSpPr>
          <p:cNvPr id="26664" name="TextBox 59"/>
          <p:cNvSpPr txBox="1">
            <a:spLocks noChangeArrowheads="1"/>
          </p:cNvSpPr>
          <p:nvPr/>
        </p:nvSpPr>
        <p:spPr bwMode="auto">
          <a:xfrm>
            <a:off x="3246439" y="2482850"/>
            <a:ext cx="473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6</a:t>
            </a:r>
          </a:p>
        </p:txBody>
      </p:sp>
      <p:sp>
        <p:nvSpPr>
          <p:cNvPr id="26665" name="Text Box 26"/>
          <p:cNvSpPr txBox="1">
            <a:spLocks noChangeArrowheads="1"/>
          </p:cNvSpPr>
          <p:nvPr/>
        </p:nvSpPr>
        <p:spPr bwMode="auto">
          <a:xfrm>
            <a:off x="2208213" y="2289175"/>
            <a:ext cx="762000"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buClr>
                <a:srgbClr val="FF0000"/>
              </a:buClr>
            </a:pPr>
            <a:r>
              <a:rPr lang="en-GB" sz="1200">
                <a:solidFill>
                  <a:srgbClr val="FF0000"/>
                </a:solidFill>
              </a:rPr>
              <a:t>Front</a:t>
            </a:r>
          </a:p>
        </p:txBody>
      </p:sp>
      <p:sp>
        <p:nvSpPr>
          <p:cNvPr id="26666" name="Text Box 21"/>
          <p:cNvSpPr txBox="1">
            <a:spLocks noChangeArrowheads="1"/>
          </p:cNvSpPr>
          <p:nvPr/>
        </p:nvSpPr>
        <p:spPr bwMode="auto">
          <a:xfrm>
            <a:off x="2957513" y="2792413"/>
            <a:ext cx="762000"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buClr>
                <a:srgbClr val="FF0000"/>
              </a:buClr>
            </a:pPr>
            <a:r>
              <a:rPr lang="en-GB" sz="1200">
                <a:solidFill>
                  <a:srgbClr val="FF0000"/>
                </a:solidFill>
              </a:rPr>
              <a:t>Rear</a:t>
            </a:r>
          </a:p>
        </p:txBody>
      </p:sp>
      <p:sp>
        <p:nvSpPr>
          <p:cNvPr id="26667" name="TextBox 63"/>
          <p:cNvSpPr txBox="1">
            <a:spLocks noChangeArrowheads="1"/>
          </p:cNvSpPr>
          <p:nvPr/>
        </p:nvSpPr>
        <p:spPr bwMode="auto">
          <a:xfrm>
            <a:off x="8143876" y="2420939"/>
            <a:ext cx="4730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1600"/>
              <a:t>50</a:t>
            </a:r>
          </a:p>
        </p:txBody>
      </p:sp>
      <p:sp>
        <p:nvSpPr>
          <p:cNvPr id="26668" name="TextBox 64"/>
          <p:cNvSpPr txBox="1">
            <a:spLocks noChangeArrowheads="1"/>
          </p:cNvSpPr>
          <p:nvPr/>
        </p:nvSpPr>
        <p:spPr bwMode="auto">
          <a:xfrm>
            <a:off x="3143251" y="3563939"/>
            <a:ext cx="441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10</a:t>
            </a:r>
          </a:p>
        </p:txBody>
      </p:sp>
      <p:sp>
        <p:nvSpPr>
          <p:cNvPr id="26669" name="TextBox 65"/>
          <p:cNvSpPr txBox="1">
            <a:spLocks noChangeArrowheads="1"/>
          </p:cNvSpPr>
          <p:nvPr/>
        </p:nvSpPr>
        <p:spPr bwMode="auto">
          <a:xfrm>
            <a:off x="3638551" y="3429000"/>
            <a:ext cx="44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20</a:t>
            </a:r>
          </a:p>
        </p:txBody>
      </p:sp>
      <p:sp>
        <p:nvSpPr>
          <p:cNvPr id="26670" name="TextBox 66"/>
          <p:cNvSpPr txBox="1">
            <a:spLocks noChangeArrowheads="1"/>
          </p:cNvSpPr>
          <p:nvPr/>
        </p:nvSpPr>
        <p:spPr bwMode="auto">
          <a:xfrm>
            <a:off x="3925889" y="4067175"/>
            <a:ext cx="44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50</a:t>
            </a:r>
          </a:p>
        </p:txBody>
      </p:sp>
      <p:sp>
        <p:nvSpPr>
          <p:cNvPr id="26671" name="TextBox 67"/>
          <p:cNvSpPr txBox="1">
            <a:spLocks noChangeArrowheads="1"/>
          </p:cNvSpPr>
          <p:nvPr/>
        </p:nvSpPr>
        <p:spPr bwMode="auto">
          <a:xfrm>
            <a:off x="3551239" y="4356100"/>
            <a:ext cx="3127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6</a:t>
            </a:r>
          </a:p>
        </p:txBody>
      </p:sp>
      <p:sp>
        <p:nvSpPr>
          <p:cNvPr id="26672" name="TextBox 68"/>
          <p:cNvSpPr txBox="1">
            <a:spLocks noChangeArrowheads="1"/>
          </p:cNvSpPr>
          <p:nvPr/>
        </p:nvSpPr>
        <p:spPr bwMode="auto">
          <a:xfrm>
            <a:off x="7870825" y="4365625"/>
            <a:ext cx="3127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6</a:t>
            </a:r>
          </a:p>
        </p:txBody>
      </p:sp>
      <p:sp>
        <p:nvSpPr>
          <p:cNvPr id="26673" name="TextBox 70"/>
          <p:cNvSpPr txBox="1">
            <a:spLocks noChangeArrowheads="1"/>
          </p:cNvSpPr>
          <p:nvPr/>
        </p:nvSpPr>
        <p:spPr bwMode="auto">
          <a:xfrm>
            <a:off x="3719514" y="5364163"/>
            <a:ext cx="441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20</a:t>
            </a:r>
          </a:p>
        </p:txBody>
      </p:sp>
      <p:sp>
        <p:nvSpPr>
          <p:cNvPr id="26674" name="TextBox 71"/>
          <p:cNvSpPr txBox="1">
            <a:spLocks noChangeArrowheads="1"/>
          </p:cNvSpPr>
          <p:nvPr/>
        </p:nvSpPr>
        <p:spPr bwMode="auto">
          <a:xfrm>
            <a:off x="3863976" y="6021389"/>
            <a:ext cx="441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50</a:t>
            </a:r>
          </a:p>
        </p:txBody>
      </p:sp>
      <p:sp>
        <p:nvSpPr>
          <p:cNvPr id="26675" name="TextBox 72"/>
          <p:cNvSpPr txBox="1">
            <a:spLocks noChangeArrowheads="1"/>
          </p:cNvSpPr>
          <p:nvPr/>
        </p:nvSpPr>
        <p:spPr bwMode="auto">
          <a:xfrm>
            <a:off x="3575051" y="6227764"/>
            <a:ext cx="314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6</a:t>
            </a:r>
          </a:p>
        </p:txBody>
      </p:sp>
      <p:sp>
        <p:nvSpPr>
          <p:cNvPr id="24628" name="Text Box 4"/>
          <p:cNvSpPr txBox="1">
            <a:spLocks noChangeArrowheads="1"/>
          </p:cNvSpPr>
          <p:nvPr/>
        </p:nvSpPr>
        <p:spPr bwMode="auto">
          <a:xfrm>
            <a:off x="1774825" y="612775"/>
            <a:ext cx="8534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r>
              <a:rPr lang="en-GB">
                <a:solidFill>
                  <a:srgbClr val="000000"/>
                </a:solidFill>
              </a:rPr>
              <a:t>Example: circular queue with N = 5.   Contd….</a:t>
            </a:r>
          </a:p>
        </p:txBody>
      </p:sp>
      <p:sp>
        <p:nvSpPr>
          <p:cNvPr id="53" name="Date Placeholder 52"/>
          <p:cNvSpPr>
            <a:spLocks noGrp="1"/>
          </p:cNvSpPr>
          <p:nvPr>
            <p:ph type="dt" sz="quarter" idx="10"/>
          </p:nvPr>
        </p:nvSpPr>
        <p:spPr/>
        <p:txBody>
          <a:bodyPr/>
          <a:lstStyle/>
          <a:p>
            <a:pPr>
              <a:defRPr/>
            </a:pPr>
            <a:fld id="{29B0D09D-1EEC-4354-8C8B-1A77ECC78AD2}" type="datetime1">
              <a:rPr lang="en-US" smtClean="0"/>
              <a:pPr>
                <a:defRPr/>
              </a:pPr>
              <a:t>9/30/2024</a:t>
            </a:fld>
            <a:endParaRPr lang="en-IN"/>
          </a:p>
        </p:txBody>
      </p:sp>
      <p:sp>
        <p:nvSpPr>
          <p:cNvPr id="54" name="Slide Number Placeholder 53"/>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01E257D-793B-44CB-AD1C-F3C92C60C3CC}" type="slidenum">
              <a:rPr lang="en-IN">
                <a:solidFill>
                  <a:srgbClr val="045C75"/>
                </a:solidFill>
                <a:latin typeface="Constantia" panose="02030602050306030303" pitchFamily="18" charset="0"/>
              </a:rPr>
              <a:pPr eaLnBrk="1" hangingPunct="1"/>
              <a:t>58</a:t>
            </a:fld>
            <a:endParaRPr lang="en-IN">
              <a:solidFill>
                <a:srgbClr val="045C75"/>
              </a:solidFill>
              <a:latin typeface="Constantia" panose="02030602050306030303" pitchFamily="18" charset="0"/>
            </a:endParaRPr>
          </a:p>
        </p:txBody>
      </p:sp>
      <p:sp>
        <p:nvSpPr>
          <p:cNvPr id="55" name="Footer Placeholder 54"/>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20844888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26631"/>
                                        </p:tgtEl>
                                        <p:attrNameLst>
                                          <p:attrName>style.visibility</p:attrName>
                                        </p:attrNameLst>
                                      </p:cBhvr>
                                      <p:to>
                                        <p:strVal val="visible"/>
                                      </p:to>
                                    </p:set>
                                    <p:anim from="(-#ppt_w/2)" to="(#ppt_x)" calcmode="lin" valueType="num">
                                      <p:cBhvr>
                                        <p:cTn id="7" dur="600" fill="hold">
                                          <p:stCondLst>
                                            <p:cond delay="0"/>
                                          </p:stCondLst>
                                        </p:cTn>
                                        <p:tgtEl>
                                          <p:spTgt spid="26631"/>
                                        </p:tgtEl>
                                        <p:attrNameLst>
                                          <p:attrName>ppt_x</p:attrName>
                                        </p:attrNameLst>
                                      </p:cBhvr>
                                    </p:anim>
                                    <p:anim from="0" to="-1.0" calcmode="lin" valueType="num">
                                      <p:cBhvr>
                                        <p:cTn id="8" dur="200" decel="50000" autoRev="1" fill="hold">
                                          <p:stCondLst>
                                            <p:cond delay="600"/>
                                          </p:stCondLst>
                                        </p:cTn>
                                        <p:tgtEl>
                                          <p:spTgt spid="26631"/>
                                        </p:tgtEl>
                                        <p:attrNameLst>
                                          <p:attrName>xshear</p:attrName>
                                        </p:attrNameLst>
                                      </p:cBhvr>
                                    </p:anim>
                                    <p:animScale>
                                      <p:cBhvr>
                                        <p:cTn id="9" dur="200" decel="100000" autoRev="1" fill="hold">
                                          <p:stCondLst>
                                            <p:cond delay="600"/>
                                          </p:stCondLst>
                                        </p:cTn>
                                        <p:tgtEl>
                                          <p:spTgt spid="26631"/>
                                        </p:tgtEl>
                                      </p:cBhvr>
                                      <p:from x="100000" y="100000"/>
                                      <p:to x="80000" y="100000"/>
                                    </p:animScale>
                                    <p:anim by="(#ppt_h/3+#ppt_w*0.1)" calcmode="lin" valueType="num">
                                      <p:cBhvr additive="sum">
                                        <p:cTn id="10" dur="200" decel="100000" autoRev="1" fill="hold">
                                          <p:stCondLst>
                                            <p:cond delay="600"/>
                                          </p:stCondLst>
                                        </p:cTn>
                                        <p:tgtEl>
                                          <p:spTgt spid="26631"/>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4" presetClass="entr" presetSubtype="0" fill="hold" grpId="0" nodeType="clickEffect">
                                  <p:stCondLst>
                                    <p:cond delay="0"/>
                                  </p:stCondLst>
                                  <p:childTnLst>
                                    <p:set>
                                      <p:cBhvr>
                                        <p:cTn id="14" dur="1" fill="hold">
                                          <p:stCondLst>
                                            <p:cond delay="0"/>
                                          </p:stCondLst>
                                        </p:cTn>
                                        <p:tgtEl>
                                          <p:spTgt spid="26661"/>
                                        </p:tgtEl>
                                        <p:attrNameLst>
                                          <p:attrName>style.visibility</p:attrName>
                                        </p:attrNameLst>
                                      </p:cBhvr>
                                      <p:to>
                                        <p:strVal val="visible"/>
                                      </p:to>
                                    </p:set>
                                    <p:anim from="(-#ppt_w/2)" to="(#ppt_x)" calcmode="lin" valueType="num">
                                      <p:cBhvr>
                                        <p:cTn id="15" dur="600" fill="hold">
                                          <p:stCondLst>
                                            <p:cond delay="0"/>
                                          </p:stCondLst>
                                        </p:cTn>
                                        <p:tgtEl>
                                          <p:spTgt spid="26661"/>
                                        </p:tgtEl>
                                        <p:attrNameLst>
                                          <p:attrName>ppt_x</p:attrName>
                                        </p:attrNameLst>
                                      </p:cBhvr>
                                    </p:anim>
                                    <p:anim from="0" to="-1.0" calcmode="lin" valueType="num">
                                      <p:cBhvr>
                                        <p:cTn id="16" dur="200" decel="50000" autoRev="1" fill="hold">
                                          <p:stCondLst>
                                            <p:cond delay="600"/>
                                          </p:stCondLst>
                                        </p:cTn>
                                        <p:tgtEl>
                                          <p:spTgt spid="26661"/>
                                        </p:tgtEl>
                                        <p:attrNameLst>
                                          <p:attrName>xshear</p:attrName>
                                        </p:attrNameLst>
                                      </p:cBhvr>
                                    </p:anim>
                                    <p:animScale>
                                      <p:cBhvr>
                                        <p:cTn id="17" dur="200" decel="100000" autoRev="1" fill="hold">
                                          <p:stCondLst>
                                            <p:cond delay="600"/>
                                          </p:stCondLst>
                                        </p:cTn>
                                        <p:tgtEl>
                                          <p:spTgt spid="26661"/>
                                        </p:tgtEl>
                                      </p:cBhvr>
                                      <p:from x="100000" y="100000"/>
                                      <p:to x="80000" y="100000"/>
                                    </p:animScale>
                                    <p:anim by="(#ppt_h/3+#ppt_w*0.1)" calcmode="lin" valueType="num">
                                      <p:cBhvr additive="sum">
                                        <p:cTn id="18" dur="200" decel="100000" autoRev="1" fill="hold">
                                          <p:stCondLst>
                                            <p:cond delay="600"/>
                                          </p:stCondLst>
                                        </p:cTn>
                                        <p:tgtEl>
                                          <p:spTgt spid="26661"/>
                                        </p:tgtEl>
                                        <p:attrNameLst>
                                          <p:attrName>ppt_x</p:attrName>
                                        </p:attrNameLst>
                                      </p:cBhvr>
                                    </p:anim>
                                  </p:childTnLst>
                                </p:cTn>
                              </p:par>
                              <p:par>
                                <p:cTn id="19" presetID="34" presetClass="entr" presetSubtype="0" fill="hold" grpId="0" nodeType="withEffect">
                                  <p:stCondLst>
                                    <p:cond delay="0"/>
                                  </p:stCondLst>
                                  <p:childTnLst>
                                    <p:set>
                                      <p:cBhvr>
                                        <p:cTn id="20" dur="1" fill="hold">
                                          <p:stCondLst>
                                            <p:cond delay="0"/>
                                          </p:stCondLst>
                                        </p:cTn>
                                        <p:tgtEl>
                                          <p:spTgt spid="26660"/>
                                        </p:tgtEl>
                                        <p:attrNameLst>
                                          <p:attrName>style.visibility</p:attrName>
                                        </p:attrNameLst>
                                      </p:cBhvr>
                                      <p:to>
                                        <p:strVal val="visible"/>
                                      </p:to>
                                    </p:set>
                                    <p:anim from="(-#ppt_w/2)" to="(#ppt_x)" calcmode="lin" valueType="num">
                                      <p:cBhvr>
                                        <p:cTn id="21" dur="600" fill="hold">
                                          <p:stCondLst>
                                            <p:cond delay="0"/>
                                          </p:stCondLst>
                                        </p:cTn>
                                        <p:tgtEl>
                                          <p:spTgt spid="26660"/>
                                        </p:tgtEl>
                                        <p:attrNameLst>
                                          <p:attrName>ppt_x</p:attrName>
                                        </p:attrNameLst>
                                      </p:cBhvr>
                                    </p:anim>
                                    <p:anim from="0" to="-1.0" calcmode="lin" valueType="num">
                                      <p:cBhvr>
                                        <p:cTn id="22" dur="200" decel="50000" autoRev="1" fill="hold">
                                          <p:stCondLst>
                                            <p:cond delay="600"/>
                                          </p:stCondLst>
                                        </p:cTn>
                                        <p:tgtEl>
                                          <p:spTgt spid="26660"/>
                                        </p:tgtEl>
                                        <p:attrNameLst>
                                          <p:attrName>xshear</p:attrName>
                                        </p:attrNameLst>
                                      </p:cBhvr>
                                    </p:anim>
                                    <p:animScale>
                                      <p:cBhvr>
                                        <p:cTn id="23" dur="200" decel="100000" autoRev="1" fill="hold">
                                          <p:stCondLst>
                                            <p:cond delay="600"/>
                                          </p:stCondLst>
                                        </p:cTn>
                                        <p:tgtEl>
                                          <p:spTgt spid="26660"/>
                                        </p:tgtEl>
                                      </p:cBhvr>
                                      <p:from x="100000" y="100000"/>
                                      <p:to x="80000" y="100000"/>
                                    </p:animScale>
                                    <p:anim by="(#ppt_h/3+#ppt_w*0.1)" calcmode="lin" valueType="num">
                                      <p:cBhvr additive="sum">
                                        <p:cTn id="24" dur="200" decel="100000" autoRev="1" fill="hold">
                                          <p:stCondLst>
                                            <p:cond delay="600"/>
                                          </p:stCondLst>
                                        </p:cTn>
                                        <p:tgtEl>
                                          <p:spTgt spid="26660"/>
                                        </p:tgtEl>
                                        <p:attrNameLst>
                                          <p:attrName>ppt_x</p:attrName>
                                        </p:attrNameLst>
                                      </p:cBhvr>
                                    </p:anim>
                                  </p:childTnLst>
                                </p:cTn>
                              </p:par>
                              <p:par>
                                <p:cTn id="25" presetID="34" presetClass="entr" presetSubtype="0" fill="hold" grpId="0" nodeType="withEffect">
                                  <p:stCondLst>
                                    <p:cond delay="0"/>
                                  </p:stCondLst>
                                  <p:childTnLst>
                                    <p:set>
                                      <p:cBhvr>
                                        <p:cTn id="26" dur="1" fill="hold">
                                          <p:stCondLst>
                                            <p:cond delay="0"/>
                                          </p:stCondLst>
                                        </p:cTn>
                                        <p:tgtEl>
                                          <p:spTgt spid="26664"/>
                                        </p:tgtEl>
                                        <p:attrNameLst>
                                          <p:attrName>style.visibility</p:attrName>
                                        </p:attrNameLst>
                                      </p:cBhvr>
                                      <p:to>
                                        <p:strVal val="visible"/>
                                      </p:to>
                                    </p:set>
                                    <p:anim from="(-#ppt_w/2)" to="(#ppt_x)" calcmode="lin" valueType="num">
                                      <p:cBhvr>
                                        <p:cTn id="27" dur="600" fill="hold">
                                          <p:stCondLst>
                                            <p:cond delay="0"/>
                                          </p:stCondLst>
                                        </p:cTn>
                                        <p:tgtEl>
                                          <p:spTgt spid="26664"/>
                                        </p:tgtEl>
                                        <p:attrNameLst>
                                          <p:attrName>ppt_x</p:attrName>
                                        </p:attrNameLst>
                                      </p:cBhvr>
                                    </p:anim>
                                    <p:anim from="0" to="-1.0" calcmode="lin" valueType="num">
                                      <p:cBhvr>
                                        <p:cTn id="28" dur="200" decel="50000" autoRev="1" fill="hold">
                                          <p:stCondLst>
                                            <p:cond delay="600"/>
                                          </p:stCondLst>
                                        </p:cTn>
                                        <p:tgtEl>
                                          <p:spTgt spid="26664"/>
                                        </p:tgtEl>
                                        <p:attrNameLst>
                                          <p:attrName>xshear</p:attrName>
                                        </p:attrNameLst>
                                      </p:cBhvr>
                                    </p:anim>
                                    <p:animScale>
                                      <p:cBhvr>
                                        <p:cTn id="29" dur="200" decel="100000" autoRev="1" fill="hold">
                                          <p:stCondLst>
                                            <p:cond delay="600"/>
                                          </p:stCondLst>
                                        </p:cTn>
                                        <p:tgtEl>
                                          <p:spTgt spid="26664"/>
                                        </p:tgtEl>
                                      </p:cBhvr>
                                      <p:from x="100000" y="100000"/>
                                      <p:to x="80000" y="100000"/>
                                    </p:animScale>
                                    <p:anim by="(#ppt_h/3+#ppt_w*0.1)" calcmode="lin" valueType="num">
                                      <p:cBhvr additive="sum">
                                        <p:cTn id="30" dur="200" decel="100000" autoRev="1" fill="hold">
                                          <p:stCondLst>
                                            <p:cond delay="600"/>
                                          </p:stCondLst>
                                        </p:cTn>
                                        <p:tgtEl>
                                          <p:spTgt spid="26664"/>
                                        </p:tgtEl>
                                        <p:attrNameLst>
                                          <p:attrName>ppt_x</p:attrName>
                                        </p:attrNameLst>
                                      </p:cBhvr>
                                    </p:anim>
                                  </p:childTnLst>
                                </p:cTn>
                              </p:par>
                              <p:par>
                                <p:cTn id="31" presetID="34" presetClass="entr" presetSubtype="0" fill="hold" grpId="0" nodeType="withEffect">
                                  <p:stCondLst>
                                    <p:cond delay="0"/>
                                  </p:stCondLst>
                                  <p:childTnLst>
                                    <p:set>
                                      <p:cBhvr>
                                        <p:cTn id="32" dur="1" fill="hold">
                                          <p:stCondLst>
                                            <p:cond delay="0"/>
                                          </p:stCondLst>
                                        </p:cTn>
                                        <p:tgtEl>
                                          <p:spTgt spid="26663"/>
                                        </p:tgtEl>
                                        <p:attrNameLst>
                                          <p:attrName>style.visibility</p:attrName>
                                        </p:attrNameLst>
                                      </p:cBhvr>
                                      <p:to>
                                        <p:strVal val="visible"/>
                                      </p:to>
                                    </p:set>
                                    <p:anim from="(-#ppt_w/2)" to="(#ppt_x)" calcmode="lin" valueType="num">
                                      <p:cBhvr>
                                        <p:cTn id="33" dur="600" fill="hold">
                                          <p:stCondLst>
                                            <p:cond delay="0"/>
                                          </p:stCondLst>
                                        </p:cTn>
                                        <p:tgtEl>
                                          <p:spTgt spid="26663"/>
                                        </p:tgtEl>
                                        <p:attrNameLst>
                                          <p:attrName>ppt_x</p:attrName>
                                        </p:attrNameLst>
                                      </p:cBhvr>
                                    </p:anim>
                                    <p:anim from="0" to="-1.0" calcmode="lin" valueType="num">
                                      <p:cBhvr>
                                        <p:cTn id="34" dur="200" decel="50000" autoRev="1" fill="hold">
                                          <p:stCondLst>
                                            <p:cond delay="600"/>
                                          </p:stCondLst>
                                        </p:cTn>
                                        <p:tgtEl>
                                          <p:spTgt spid="26663"/>
                                        </p:tgtEl>
                                        <p:attrNameLst>
                                          <p:attrName>xshear</p:attrName>
                                        </p:attrNameLst>
                                      </p:cBhvr>
                                    </p:anim>
                                    <p:animScale>
                                      <p:cBhvr>
                                        <p:cTn id="35" dur="200" decel="100000" autoRev="1" fill="hold">
                                          <p:stCondLst>
                                            <p:cond delay="600"/>
                                          </p:stCondLst>
                                        </p:cTn>
                                        <p:tgtEl>
                                          <p:spTgt spid="26663"/>
                                        </p:tgtEl>
                                      </p:cBhvr>
                                      <p:from x="100000" y="100000"/>
                                      <p:to x="80000" y="100000"/>
                                    </p:animScale>
                                    <p:anim by="(#ppt_h/3+#ppt_w*0.1)" calcmode="lin" valueType="num">
                                      <p:cBhvr additive="sum">
                                        <p:cTn id="36" dur="200" decel="100000" autoRev="1" fill="hold">
                                          <p:stCondLst>
                                            <p:cond delay="600"/>
                                          </p:stCondLst>
                                        </p:cTn>
                                        <p:tgtEl>
                                          <p:spTgt spid="26663"/>
                                        </p:tgtEl>
                                        <p:attrNameLst>
                                          <p:attrName>ppt_x</p:attrName>
                                        </p:attrNameLst>
                                      </p:cBhvr>
                                    </p:anim>
                                  </p:childTnLst>
                                </p:cTn>
                              </p:par>
                              <p:par>
                                <p:cTn id="37" presetID="34" presetClass="entr" presetSubtype="0" fill="hold" nodeType="withEffect">
                                  <p:stCondLst>
                                    <p:cond delay="0"/>
                                  </p:stCondLst>
                                  <p:childTnLst>
                                    <p:set>
                                      <p:cBhvr>
                                        <p:cTn id="38" dur="1" fill="hold">
                                          <p:stCondLst>
                                            <p:cond delay="0"/>
                                          </p:stCondLst>
                                        </p:cTn>
                                        <p:tgtEl>
                                          <p:spTgt spid="26647"/>
                                        </p:tgtEl>
                                        <p:attrNameLst>
                                          <p:attrName>style.visibility</p:attrName>
                                        </p:attrNameLst>
                                      </p:cBhvr>
                                      <p:to>
                                        <p:strVal val="visible"/>
                                      </p:to>
                                    </p:set>
                                    <p:anim from="(-#ppt_w/2)" to="(#ppt_x)" calcmode="lin" valueType="num">
                                      <p:cBhvr>
                                        <p:cTn id="39" dur="600" fill="hold">
                                          <p:stCondLst>
                                            <p:cond delay="0"/>
                                          </p:stCondLst>
                                        </p:cTn>
                                        <p:tgtEl>
                                          <p:spTgt spid="26647"/>
                                        </p:tgtEl>
                                        <p:attrNameLst>
                                          <p:attrName>ppt_x</p:attrName>
                                        </p:attrNameLst>
                                      </p:cBhvr>
                                    </p:anim>
                                    <p:anim from="0" to="-1.0" calcmode="lin" valueType="num">
                                      <p:cBhvr>
                                        <p:cTn id="40" dur="200" decel="50000" autoRev="1" fill="hold">
                                          <p:stCondLst>
                                            <p:cond delay="600"/>
                                          </p:stCondLst>
                                        </p:cTn>
                                        <p:tgtEl>
                                          <p:spTgt spid="26647"/>
                                        </p:tgtEl>
                                        <p:attrNameLst>
                                          <p:attrName>xshear</p:attrName>
                                        </p:attrNameLst>
                                      </p:cBhvr>
                                    </p:anim>
                                    <p:animScale>
                                      <p:cBhvr>
                                        <p:cTn id="41" dur="200" decel="100000" autoRev="1" fill="hold">
                                          <p:stCondLst>
                                            <p:cond delay="600"/>
                                          </p:stCondLst>
                                        </p:cTn>
                                        <p:tgtEl>
                                          <p:spTgt spid="26647"/>
                                        </p:tgtEl>
                                      </p:cBhvr>
                                      <p:from x="100000" y="100000"/>
                                      <p:to x="80000" y="100000"/>
                                    </p:animScale>
                                    <p:anim by="(#ppt_h/3+#ppt_w*0.1)" calcmode="lin" valueType="num">
                                      <p:cBhvr additive="sum">
                                        <p:cTn id="42" dur="200" decel="100000" autoRev="1" fill="hold">
                                          <p:stCondLst>
                                            <p:cond delay="600"/>
                                          </p:stCondLst>
                                        </p:cTn>
                                        <p:tgtEl>
                                          <p:spTgt spid="26647"/>
                                        </p:tgtEl>
                                        <p:attrNameLst>
                                          <p:attrName>ppt_x</p:attrName>
                                        </p:attrNameLst>
                                      </p:cBhvr>
                                    </p:anim>
                                  </p:childTnLst>
                                </p:cTn>
                              </p:par>
                              <p:par>
                                <p:cTn id="43" presetID="34" presetClass="entr" presetSubtype="0" fill="hold" grpId="0" nodeType="withEffect">
                                  <p:stCondLst>
                                    <p:cond delay="0"/>
                                  </p:stCondLst>
                                  <p:childTnLst>
                                    <p:set>
                                      <p:cBhvr>
                                        <p:cTn id="44" dur="1" fill="hold">
                                          <p:stCondLst>
                                            <p:cond delay="0"/>
                                          </p:stCondLst>
                                        </p:cTn>
                                        <p:tgtEl>
                                          <p:spTgt spid="26662"/>
                                        </p:tgtEl>
                                        <p:attrNameLst>
                                          <p:attrName>style.visibility</p:attrName>
                                        </p:attrNameLst>
                                      </p:cBhvr>
                                      <p:to>
                                        <p:strVal val="visible"/>
                                      </p:to>
                                    </p:set>
                                    <p:anim from="(-#ppt_w/2)" to="(#ppt_x)" calcmode="lin" valueType="num">
                                      <p:cBhvr>
                                        <p:cTn id="45" dur="600" fill="hold">
                                          <p:stCondLst>
                                            <p:cond delay="0"/>
                                          </p:stCondLst>
                                        </p:cTn>
                                        <p:tgtEl>
                                          <p:spTgt spid="26662"/>
                                        </p:tgtEl>
                                        <p:attrNameLst>
                                          <p:attrName>ppt_x</p:attrName>
                                        </p:attrNameLst>
                                      </p:cBhvr>
                                    </p:anim>
                                    <p:anim from="0" to="-1.0" calcmode="lin" valueType="num">
                                      <p:cBhvr>
                                        <p:cTn id="46" dur="200" decel="50000" autoRev="1" fill="hold">
                                          <p:stCondLst>
                                            <p:cond delay="600"/>
                                          </p:stCondLst>
                                        </p:cTn>
                                        <p:tgtEl>
                                          <p:spTgt spid="26662"/>
                                        </p:tgtEl>
                                        <p:attrNameLst>
                                          <p:attrName>xshear</p:attrName>
                                        </p:attrNameLst>
                                      </p:cBhvr>
                                    </p:anim>
                                    <p:animScale>
                                      <p:cBhvr>
                                        <p:cTn id="47" dur="200" decel="100000" autoRev="1" fill="hold">
                                          <p:stCondLst>
                                            <p:cond delay="600"/>
                                          </p:stCondLst>
                                        </p:cTn>
                                        <p:tgtEl>
                                          <p:spTgt spid="26662"/>
                                        </p:tgtEl>
                                      </p:cBhvr>
                                      <p:from x="100000" y="100000"/>
                                      <p:to x="80000" y="100000"/>
                                    </p:animScale>
                                    <p:anim by="(#ppt_h/3+#ppt_w*0.1)" calcmode="lin" valueType="num">
                                      <p:cBhvr additive="sum">
                                        <p:cTn id="48" dur="200" decel="100000" autoRev="1" fill="hold">
                                          <p:stCondLst>
                                            <p:cond delay="600"/>
                                          </p:stCondLst>
                                        </p:cTn>
                                        <p:tgtEl>
                                          <p:spTgt spid="26662"/>
                                        </p:tgtEl>
                                        <p:attrNameLst>
                                          <p:attrName>ppt_x</p:attrName>
                                        </p:attrNameLst>
                                      </p:cBhvr>
                                    </p:anim>
                                  </p:childTnLst>
                                </p:cTn>
                              </p:par>
                              <p:par>
                                <p:cTn id="49" presetID="34" presetClass="entr" presetSubtype="0" fill="hold" grpId="0" nodeType="withEffect">
                                  <p:stCondLst>
                                    <p:cond delay="0"/>
                                  </p:stCondLst>
                                  <p:childTnLst>
                                    <p:set>
                                      <p:cBhvr>
                                        <p:cTn id="50" dur="1" fill="hold">
                                          <p:stCondLst>
                                            <p:cond delay="0"/>
                                          </p:stCondLst>
                                        </p:cTn>
                                        <p:tgtEl>
                                          <p:spTgt spid="26665"/>
                                        </p:tgtEl>
                                        <p:attrNameLst>
                                          <p:attrName>style.visibility</p:attrName>
                                        </p:attrNameLst>
                                      </p:cBhvr>
                                      <p:to>
                                        <p:strVal val="visible"/>
                                      </p:to>
                                    </p:set>
                                    <p:anim from="(-#ppt_w/2)" to="(#ppt_x)" calcmode="lin" valueType="num">
                                      <p:cBhvr>
                                        <p:cTn id="51" dur="600" fill="hold">
                                          <p:stCondLst>
                                            <p:cond delay="0"/>
                                          </p:stCondLst>
                                        </p:cTn>
                                        <p:tgtEl>
                                          <p:spTgt spid="26665"/>
                                        </p:tgtEl>
                                        <p:attrNameLst>
                                          <p:attrName>ppt_x</p:attrName>
                                        </p:attrNameLst>
                                      </p:cBhvr>
                                    </p:anim>
                                    <p:anim from="0" to="-1.0" calcmode="lin" valueType="num">
                                      <p:cBhvr>
                                        <p:cTn id="52" dur="200" decel="50000" autoRev="1" fill="hold">
                                          <p:stCondLst>
                                            <p:cond delay="600"/>
                                          </p:stCondLst>
                                        </p:cTn>
                                        <p:tgtEl>
                                          <p:spTgt spid="26665"/>
                                        </p:tgtEl>
                                        <p:attrNameLst>
                                          <p:attrName>xshear</p:attrName>
                                        </p:attrNameLst>
                                      </p:cBhvr>
                                    </p:anim>
                                    <p:animScale>
                                      <p:cBhvr>
                                        <p:cTn id="53" dur="200" decel="100000" autoRev="1" fill="hold">
                                          <p:stCondLst>
                                            <p:cond delay="600"/>
                                          </p:stCondLst>
                                        </p:cTn>
                                        <p:tgtEl>
                                          <p:spTgt spid="26665"/>
                                        </p:tgtEl>
                                      </p:cBhvr>
                                      <p:from x="100000" y="100000"/>
                                      <p:to x="80000" y="100000"/>
                                    </p:animScale>
                                    <p:anim by="(#ppt_h/3+#ppt_w*0.1)" calcmode="lin" valueType="num">
                                      <p:cBhvr additive="sum">
                                        <p:cTn id="54" dur="200" decel="100000" autoRev="1" fill="hold">
                                          <p:stCondLst>
                                            <p:cond delay="600"/>
                                          </p:stCondLst>
                                        </p:cTn>
                                        <p:tgtEl>
                                          <p:spTgt spid="26665"/>
                                        </p:tgtEl>
                                        <p:attrNameLst>
                                          <p:attrName>ppt_x</p:attrName>
                                        </p:attrNameLst>
                                      </p:cBhvr>
                                    </p:anim>
                                  </p:childTnLst>
                                </p:cTn>
                              </p:par>
                              <p:par>
                                <p:cTn id="55" presetID="34" presetClass="entr" presetSubtype="0" fill="hold" grpId="0" nodeType="withEffect">
                                  <p:stCondLst>
                                    <p:cond delay="0"/>
                                  </p:stCondLst>
                                  <p:childTnLst>
                                    <p:set>
                                      <p:cBhvr>
                                        <p:cTn id="56" dur="1" fill="hold">
                                          <p:stCondLst>
                                            <p:cond delay="0"/>
                                          </p:stCondLst>
                                        </p:cTn>
                                        <p:tgtEl>
                                          <p:spTgt spid="26666"/>
                                        </p:tgtEl>
                                        <p:attrNameLst>
                                          <p:attrName>style.visibility</p:attrName>
                                        </p:attrNameLst>
                                      </p:cBhvr>
                                      <p:to>
                                        <p:strVal val="visible"/>
                                      </p:to>
                                    </p:set>
                                    <p:anim from="(-#ppt_w/2)" to="(#ppt_x)" calcmode="lin" valueType="num">
                                      <p:cBhvr>
                                        <p:cTn id="57" dur="600" fill="hold">
                                          <p:stCondLst>
                                            <p:cond delay="0"/>
                                          </p:stCondLst>
                                        </p:cTn>
                                        <p:tgtEl>
                                          <p:spTgt spid="26666"/>
                                        </p:tgtEl>
                                        <p:attrNameLst>
                                          <p:attrName>ppt_x</p:attrName>
                                        </p:attrNameLst>
                                      </p:cBhvr>
                                    </p:anim>
                                    <p:anim from="0" to="-1.0" calcmode="lin" valueType="num">
                                      <p:cBhvr>
                                        <p:cTn id="58" dur="200" decel="50000" autoRev="1" fill="hold">
                                          <p:stCondLst>
                                            <p:cond delay="600"/>
                                          </p:stCondLst>
                                        </p:cTn>
                                        <p:tgtEl>
                                          <p:spTgt spid="26666"/>
                                        </p:tgtEl>
                                        <p:attrNameLst>
                                          <p:attrName>xshear</p:attrName>
                                        </p:attrNameLst>
                                      </p:cBhvr>
                                    </p:anim>
                                    <p:animScale>
                                      <p:cBhvr>
                                        <p:cTn id="59" dur="200" decel="100000" autoRev="1" fill="hold">
                                          <p:stCondLst>
                                            <p:cond delay="600"/>
                                          </p:stCondLst>
                                        </p:cTn>
                                        <p:tgtEl>
                                          <p:spTgt spid="26666"/>
                                        </p:tgtEl>
                                      </p:cBhvr>
                                      <p:from x="100000" y="100000"/>
                                      <p:to x="80000" y="100000"/>
                                    </p:animScale>
                                    <p:anim by="(#ppt_h/3+#ppt_w*0.1)" calcmode="lin" valueType="num">
                                      <p:cBhvr additive="sum">
                                        <p:cTn id="60" dur="200" decel="100000" autoRev="1" fill="hold">
                                          <p:stCondLst>
                                            <p:cond delay="600"/>
                                          </p:stCondLst>
                                        </p:cTn>
                                        <p:tgtEl>
                                          <p:spTgt spid="26666"/>
                                        </p:tgtEl>
                                        <p:attrNameLst>
                                          <p:attrName>ppt_x</p:attrName>
                                        </p:attrNameLst>
                                      </p:cBhvr>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34" presetClass="entr" presetSubtype="0" fill="hold" grpId="0" nodeType="clickEffect">
                                  <p:stCondLst>
                                    <p:cond delay="0"/>
                                  </p:stCondLst>
                                  <p:childTnLst>
                                    <p:set>
                                      <p:cBhvr>
                                        <p:cTn id="64" dur="1" fill="hold">
                                          <p:stCondLst>
                                            <p:cond delay="0"/>
                                          </p:stCondLst>
                                        </p:cTn>
                                        <p:tgtEl>
                                          <p:spTgt spid="26634"/>
                                        </p:tgtEl>
                                        <p:attrNameLst>
                                          <p:attrName>style.visibility</p:attrName>
                                        </p:attrNameLst>
                                      </p:cBhvr>
                                      <p:to>
                                        <p:strVal val="visible"/>
                                      </p:to>
                                    </p:set>
                                    <p:anim from="(-#ppt_w/2)" to="(#ppt_x)" calcmode="lin" valueType="num">
                                      <p:cBhvr>
                                        <p:cTn id="65" dur="600" fill="hold">
                                          <p:stCondLst>
                                            <p:cond delay="0"/>
                                          </p:stCondLst>
                                        </p:cTn>
                                        <p:tgtEl>
                                          <p:spTgt spid="26634"/>
                                        </p:tgtEl>
                                        <p:attrNameLst>
                                          <p:attrName>ppt_x</p:attrName>
                                        </p:attrNameLst>
                                      </p:cBhvr>
                                    </p:anim>
                                    <p:anim from="0" to="-1.0" calcmode="lin" valueType="num">
                                      <p:cBhvr>
                                        <p:cTn id="66" dur="200" decel="50000" autoRev="1" fill="hold">
                                          <p:stCondLst>
                                            <p:cond delay="600"/>
                                          </p:stCondLst>
                                        </p:cTn>
                                        <p:tgtEl>
                                          <p:spTgt spid="26634"/>
                                        </p:tgtEl>
                                        <p:attrNameLst>
                                          <p:attrName>xshear</p:attrName>
                                        </p:attrNameLst>
                                      </p:cBhvr>
                                    </p:anim>
                                    <p:animScale>
                                      <p:cBhvr>
                                        <p:cTn id="67" dur="200" decel="100000" autoRev="1" fill="hold">
                                          <p:stCondLst>
                                            <p:cond delay="600"/>
                                          </p:stCondLst>
                                        </p:cTn>
                                        <p:tgtEl>
                                          <p:spTgt spid="26634"/>
                                        </p:tgtEl>
                                      </p:cBhvr>
                                      <p:from x="100000" y="100000"/>
                                      <p:to x="80000" y="100000"/>
                                    </p:animScale>
                                    <p:anim by="(#ppt_h/3+#ppt_w*0.1)" calcmode="lin" valueType="num">
                                      <p:cBhvr additive="sum">
                                        <p:cTn id="68" dur="200" decel="100000" autoRev="1" fill="hold">
                                          <p:stCondLst>
                                            <p:cond delay="600"/>
                                          </p:stCondLst>
                                        </p:cTn>
                                        <p:tgtEl>
                                          <p:spTgt spid="26634"/>
                                        </p:tgtEl>
                                        <p:attrNameLst>
                                          <p:attrName>ppt_x</p:attrName>
                                        </p:attrNameLst>
                                      </p:cBhvr>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34" presetClass="entr" presetSubtype="0" fill="hold" grpId="0" nodeType="clickEffect">
                                  <p:stCondLst>
                                    <p:cond delay="0"/>
                                  </p:stCondLst>
                                  <p:childTnLst>
                                    <p:set>
                                      <p:cBhvr>
                                        <p:cTn id="72" dur="1" fill="hold">
                                          <p:stCondLst>
                                            <p:cond delay="0"/>
                                          </p:stCondLst>
                                        </p:cTn>
                                        <p:tgtEl>
                                          <p:spTgt spid="26652"/>
                                        </p:tgtEl>
                                        <p:attrNameLst>
                                          <p:attrName>style.visibility</p:attrName>
                                        </p:attrNameLst>
                                      </p:cBhvr>
                                      <p:to>
                                        <p:strVal val="visible"/>
                                      </p:to>
                                    </p:set>
                                    <p:anim from="(-#ppt_w/2)" to="(#ppt_x)" calcmode="lin" valueType="num">
                                      <p:cBhvr>
                                        <p:cTn id="73" dur="600" fill="hold">
                                          <p:stCondLst>
                                            <p:cond delay="0"/>
                                          </p:stCondLst>
                                        </p:cTn>
                                        <p:tgtEl>
                                          <p:spTgt spid="26652"/>
                                        </p:tgtEl>
                                        <p:attrNameLst>
                                          <p:attrName>ppt_x</p:attrName>
                                        </p:attrNameLst>
                                      </p:cBhvr>
                                    </p:anim>
                                    <p:anim from="0" to="-1.0" calcmode="lin" valueType="num">
                                      <p:cBhvr>
                                        <p:cTn id="74" dur="200" decel="50000" autoRev="1" fill="hold">
                                          <p:stCondLst>
                                            <p:cond delay="600"/>
                                          </p:stCondLst>
                                        </p:cTn>
                                        <p:tgtEl>
                                          <p:spTgt spid="26652"/>
                                        </p:tgtEl>
                                        <p:attrNameLst>
                                          <p:attrName>xshear</p:attrName>
                                        </p:attrNameLst>
                                      </p:cBhvr>
                                    </p:anim>
                                    <p:animScale>
                                      <p:cBhvr>
                                        <p:cTn id="75" dur="200" decel="100000" autoRev="1" fill="hold">
                                          <p:stCondLst>
                                            <p:cond delay="600"/>
                                          </p:stCondLst>
                                        </p:cTn>
                                        <p:tgtEl>
                                          <p:spTgt spid="26652"/>
                                        </p:tgtEl>
                                      </p:cBhvr>
                                      <p:from x="100000" y="100000"/>
                                      <p:to x="80000" y="100000"/>
                                    </p:animScale>
                                    <p:anim by="(#ppt_h/3+#ppt_w*0.1)" calcmode="lin" valueType="num">
                                      <p:cBhvr additive="sum">
                                        <p:cTn id="76" dur="200" decel="100000" autoRev="1" fill="hold">
                                          <p:stCondLst>
                                            <p:cond delay="600"/>
                                          </p:stCondLst>
                                        </p:cTn>
                                        <p:tgtEl>
                                          <p:spTgt spid="26652"/>
                                        </p:tgtEl>
                                        <p:attrNameLst>
                                          <p:attrName>ppt_x</p:attrName>
                                        </p:attrNameLst>
                                      </p:cBhvr>
                                    </p:anim>
                                  </p:childTnLst>
                                </p:cTn>
                              </p:par>
                              <p:par>
                                <p:cTn id="77" presetID="34" presetClass="entr" presetSubtype="0" fill="hold" grpId="0" nodeType="withEffect">
                                  <p:stCondLst>
                                    <p:cond delay="0"/>
                                  </p:stCondLst>
                                  <p:childTnLst>
                                    <p:set>
                                      <p:cBhvr>
                                        <p:cTn id="78" dur="1" fill="hold">
                                          <p:stCondLst>
                                            <p:cond delay="0"/>
                                          </p:stCondLst>
                                        </p:cTn>
                                        <p:tgtEl>
                                          <p:spTgt spid="26651"/>
                                        </p:tgtEl>
                                        <p:attrNameLst>
                                          <p:attrName>style.visibility</p:attrName>
                                        </p:attrNameLst>
                                      </p:cBhvr>
                                      <p:to>
                                        <p:strVal val="visible"/>
                                      </p:to>
                                    </p:set>
                                    <p:anim from="(-#ppt_w/2)" to="(#ppt_x)" calcmode="lin" valueType="num">
                                      <p:cBhvr>
                                        <p:cTn id="79" dur="600" fill="hold">
                                          <p:stCondLst>
                                            <p:cond delay="0"/>
                                          </p:stCondLst>
                                        </p:cTn>
                                        <p:tgtEl>
                                          <p:spTgt spid="26651"/>
                                        </p:tgtEl>
                                        <p:attrNameLst>
                                          <p:attrName>ppt_x</p:attrName>
                                        </p:attrNameLst>
                                      </p:cBhvr>
                                    </p:anim>
                                    <p:anim from="0" to="-1.0" calcmode="lin" valueType="num">
                                      <p:cBhvr>
                                        <p:cTn id="80" dur="200" decel="50000" autoRev="1" fill="hold">
                                          <p:stCondLst>
                                            <p:cond delay="600"/>
                                          </p:stCondLst>
                                        </p:cTn>
                                        <p:tgtEl>
                                          <p:spTgt spid="26651"/>
                                        </p:tgtEl>
                                        <p:attrNameLst>
                                          <p:attrName>xshear</p:attrName>
                                        </p:attrNameLst>
                                      </p:cBhvr>
                                    </p:anim>
                                    <p:animScale>
                                      <p:cBhvr>
                                        <p:cTn id="81" dur="200" decel="100000" autoRev="1" fill="hold">
                                          <p:stCondLst>
                                            <p:cond delay="600"/>
                                          </p:stCondLst>
                                        </p:cTn>
                                        <p:tgtEl>
                                          <p:spTgt spid="26651"/>
                                        </p:tgtEl>
                                      </p:cBhvr>
                                      <p:from x="100000" y="100000"/>
                                      <p:to x="80000" y="100000"/>
                                    </p:animScale>
                                    <p:anim by="(#ppt_h/3+#ppt_w*0.1)" calcmode="lin" valueType="num">
                                      <p:cBhvr additive="sum">
                                        <p:cTn id="82" dur="200" decel="100000" autoRev="1" fill="hold">
                                          <p:stCondLst>
                                            <p:cond delay="600"/>
                                          </p:stCondLst>
                                        </p:cTn>
                                        <p:tgtEl>
                                          <p:spTgt spid="26651"/>
                                        </p:tgtEl>
                                        <p:attrNameLst>
                                          <p:attrName>ppt_x</p:attrName>
                                        </p:attrNameLst>
                                      </p:cBhvr>
                                    </p:anim>
                                  </p:childTnLst>
                                </p:cTn>
                              </p:par>
                              <p:par>
                                <p:cTn id="83" presetID="34" presetClass="entr" presetSubtype="0" fill="hold" grpId="0" nodeType="withEffect">
                                  <p:stCondLst>
                                    <p:cond delay="0"/>
                                  </p:stCondLst>
                                  <p:childTnLst>
                                    <p:set>
                                      <p:cBhvr>
                                        <p:cTn id="84" dur="1" fill="hold">
                                          <p:stCondLst>
                                            <p:cond delay="0"/>
                                          </p:stCondLst>
                                        </p:cTn>
                                        <p:tgtEl>
                                          <p:spTgt spid="26644"/>
                                        </p:tgtEl>
                                        <p:attrNameLst>
                                          <p:attrName>style.visibility</p:attrName>
                                        </p:attrNameLst>
                                      </p:cBhvr>
                                      <p:to>
                                        <p:strVal val="visible"/>
                                      </p:to>
                                    </p:set>
                                    <p:anim from="(-#ppt_w/2)" to="(#ppt_x)" calcmode="lin" valueType="num">
                                      <p:cBhvr>
                                        <p:cTn id="85" dur="600" fill="hold">
                                          <p:stCondLst>
                                            <p:cond delay="0"/>
                                          </p:stCondLst>
                                        </p:cTn>
                                        <p:tgtEl>
                                          <p:spTgt spid="26644"/>
                                        </p:tgtEl>
                                        <p:attrNameLst>
                                          <p:attrName>ppt_x</p:attrName>
                                        </p:attrNameLst>
                                      </p:cBhvr>
                                    </p:anim>
                                    <p:anim from="0" to="-1.0" calcmode="lin" valueType="num">
                                      <p:cBhvr>
                                        <p:cTn id="86" dur="200" decel="50000" autoRev="1" fill="hold">
                                          <p:stCondLst>
                                            <p:cond delay="600"/>
                                          </p:stCondLst>
                                        </p:cTn>
                                        <p:tgtEl>
                                          <p:spTgt spid="26644"/>
                                        </p:tgtEl>
                                        <p:attrNameLst>
                                          <p:attrName>xshear</p:attrName>
                                        </p:attrNameLst>
                                      </p:cBhvr>
                                    </p:anim>
                                    <p:animScale>
                                      <p:cBhvr>
                                        <p:cTn id="87" dur="200" decel="100000" autoRev="1" fill="hold">
                                          <p:stCondLst>
                                            <p:cond delay="600"/>
                                          </p:stCondLst>
                                        </p:cTn>
                                        <p:tgtEl>
                                          <p:spTgt spid="26644"/>
                                        </p:tgtEl>
                                      </p:cBhvr>
                                      <p:from x="100000" y="100000"/>
                                      <p:to x="80000" y="100000"/>
                                    </p:animScale>
                                    <p:anim by="(#ppt_h/3+#ppt_w*0.1)" calcmode="lin" valueType="num">
                                      <p:cBhvr additive="sum">
                                        <p:cTn id="88" dur="200" decel="100000" autoRev="1" fill="hold">
                                          <p:stCondLst>
                                            <p:cond delay="600"/>
                                          </p:stCondLst>
                                        </p:cTn>
                                        <p:tgtEl>
                                          <p:spTgt spid="26644"/>
                                        </p:tgtEl>
                                        <p:attrNameLst>
                                          <p:attrName>ppt_x</p:attrName>
                                        </p:attrNameLst>
                                      </p:cBhvr>
                                    </p:anim>
                                  </p:childTnLst>
                                </p:cTn>
                              </p:par>
                              <p:par>
                                <p:cTn id="89" presetID="34" presetClass="entr" presetSubtype="0" fill="hold" nodeType="withEffect">
                                  <p:stCondLst>
                                    <p:cond delay="0"/>
                                  </p:stCondLst>
                                  <p:childTnLst>
                                    <p:set>
                                      <p:cBhvr>
                                        <p:cTn id="90" dur="1" fill="hold">
                                          <p:stCondLst>
                                            <p:cond delay="0"/>
                                          </p:stCondLst>
                                        </p:cTn>
                                        <p:tgtEl>
                                          <p:spTgt spid="26628"/>
                                        </p:tgtEl>
                                        <p:attrNameLst>
                                          <p:attrName>style.visibility</p:attrName>
                                        </p:attrNameLst>
                                      </p:cBhvr>
                                      <p:to>
                                        <p:strVal val="visible"/>
                                      </p:to>
                                    </p:set>
                                    <p:anim from="(-#ppt_w/2)" to="(#ppt_x)" calcmode="lin" valueType="num">
                                      <p:cBhvr>
                                        <p:cTn id="91" dur="600" fill="hold">
                                          <p:stCondLst>
                                            <p:cond delay="0"/>
                                          </p:stCondLst>
                                        </p:cTn>
                                        <p:tgtEl>
                                          <p:spTgt spid="26628"/>
                                        </p:tgtEl>
                                        <p:attrNameLst>
                                          <p:attrName>ppt_x</p:attrName>
                                        </p:attrNameLst>
                                      </p:cBhvr>
                                    </p:anim>
                                    <p:anim from="0" to="-1.0" calcmode="lin" valueType="num">
                                      <p:cBhvr>
                                        <p:cTn id="92" dur="200" decel="50000" autoRev="1" fill="hold">
                                          <p:stCondLst>
                                            <p:cond delay="600"/>
                                          </p:stCondLst>
                                        </p:cTn>
                                        <p:tgtEl>
                                          <p:spTgt spid="26628"/>
                                        </p:tgtEl>
                                        <p:attrNameLst>
                                          <p:attrName>xshear</p:attrName>
                                        </p:attrNameLst>
                                      </p:cBhvr>
                                    </p:anim>
                                    <p:animScale>
                                      <p:cBhvr>
                                        <p:cTn id="93" dur="200" decel="100000" autoRev="1" fill="hold">
                                          <p:stCondLst>
                                            <p:cond delay="600"/>
                                          </p:stCondLst>
                                        </p:cTn>
                                        <p:tgtEl>
                                          <p:spTgt spid="26628"/>
                                        </p:tgtEl>
                                      </p:cBhvr>
                                      <p:from x="100000" y="100000"/>
                                      <p:to x="80000" y="100000"/>
                                    </p:animScale>
                                    <p:anim by="(#ppt_h/3+#ppt_w*0.1)" calcmode="lin" valueType="num">
                                      <p:cBhvr additive="sum">
                                        <p:cTn id="94" dur="200" decel="100000" autoRev="1" fill="hold">
                                          <p:stCondLst>
                                            <p:cond delay="600"/>
                                          </p:stCondLst>
                                        </p:cTn>
                                        <p:tgtEl>
                                          <p:spTgt spid="26628"/>
                                        </p:tgtEl>
                                        <p:attrNameLst>
                                          <p:attrName>ppt_x</p:attrName>
                                        </p:attrNameLst>
                                      </p:cBhvr>
                                    </p:anim>
                                  </p:childTnLst>
                                </p:cTn>
                              </p:par>
                              <p:par>
                                <p:cTn id="95" presetID="34" presetClass="entr" presetSubtype="0" fill="hold" grpId="0" nodeType="withEffect">
                                  <p:stCondLst>
                                    <p:cond delay="0"/>
                                  </p:stCondLst>
                                  <p:childTnLst>
                                    <p:set>
                                      <p:cBhvr>
                                        <p:cTn id="96" dur="1" fill="hold">
                                          <p:stCondLst>
                                            <p:cond delay="0"/>
                                          </p:stCondLst>
                                        </p:cTn>
                                        <p:tgtEl>
                                          <p:spTgt spid="26650"/>
                                        </p:tgtEl>
                                        <p:attrNameLst>
                                          <p:attrName>style.visibility</p:attrName>
                                        </p:attrNameLst>
                                      </p:cBhvr>
                                      <p:to>
                                        <p:strVal val="visible"/>
                                      </p:to>
                                    </p:set>
                                    <p:anim from="(-#ppt_w/2)" to="(#ppt_x)" calcmode="lin" valueType="num">
                                      <p:cBhvr>
                                        <p:cTn id="97" dur="600" fill="hold">
                                          <p:stCondLst>
                                            <p:cond delay="0"/>
                                          </p:stCondLst>
                                        </p:cTn>
                                        <p:tgtEl>
                                          <p:spTgt spid="26650"/>
                                        </p:tgtEl>
                                        <p:attrNameLst>
                                          <p:attrName>ppt_x</p:attrName>
                                        </p:attrNameLst>
                                      </p:cBhvr>
                                    </p:anim>
                                    <p:anim from="0" to="-1.0" calcmode="lin" valueType="num">
                                      <p:cBhvr>
                                        <p:cTn id="98" dur="200" decel="50000" autoRev="1" fill="hold">
                                          <p:stCondLst>
                                            <p:cond delay="600"/>
                                          </p:stCondLst>
                                        </p:cTn>
                                        <p:tgtEl>
                                          <p:spTgt spid="26650"/>
                                        </p:tgtEl>
                                        <p:attrNameLst>
                                          <p:attrName>xshear</p:attrName>
                                        </p:attrNameLst>
                                      </p:cBhvr>
                                    </p:anim>
                                    <p:animScale>
                                      <p:cBhvr>
                                        <p:cTn id="99" dur="200" decel="100000" autoRev="1" fill="hold">
                                          <p:stCondLst>
                                            <p:cond delay="600"/>
                                          </p:stCondLst>
                                        </p:cTn>
                                        <p:tgtEl>
                                          <p:spTgt spid="26650"/>
                                        </p:tgtEl>
                                      </p:cBhvr>
                                      <p:from x="100000" y="100000"/>
                                      <p:to x="80000" y="100000"/>
                                    </p:animScale>
                                    <p:anim by="(#ppt_h/3+#ppt_w*0.1)" calcmode="lin" valueType="num">
                                      <p:cBhvr additive="sum">
                                        <p:cTn id="100" dur="200" decel="100000" autoRev="1" fill="hold">
                                          <p:stCondLst>
                                            <p:cond delay="600"/>
                                          </p:stCondLst>
                                        </p:cTn>
                                        <p:tgtEl>
                                          <p:spTgt spid="26650"/>
                                        </p:tgtEl>
                                        <p:attrNameLst>
                                          <p:attrName>ppt_x</p:attrName>
                                        </p:attrNameLst>
                                      </p:cBhvr>
                                    </p:anim>
                                  </p:childTnLst>
                                </p:cTn>
                              </p:par>
                              <p:par>
                                <p:cTn id="101" presetID="34" presetClass="entr" presetSubtype="0" fill="hold" grpId="0" nodeType="withEffect">
                                  <p:stCondLst>
                                    <p:cond delay="0"/>
                                  </p:stCondLst>
                                  <p:childTnLst>
                                    <p:set>
                                      <p:cBhvr>
                                        <p:cTn id="102" dur="1" fill="hold">
                                          <p:stCondLst>
                                            <p:cond delay="0"/>
                                          </p:stCondLst>
                                        </p:cTn>
                                        <p:tgtEl>
                                          <p:spTgt spid="26667"/>
                                        </p:tgtEl>
                                        <p:attrNameLst>
                                          <p:attrName>style.visibility</p:attrName>
                                        </p:attrNameLst>
                                      </p:cBhvr>
                                      <p:to>
                                        <p:strVal val="visible"/>
                                      </p:to>
                                    </p:set>
                                    <p:anim from="(-#ppt_w/2)" to="(#ppt_x)" calcmode="lin" valueType="num">
                                      <p:cBhvr>
                                        <p:cTn id="103" dur="600" fill="hold">
                                          <p:stCondLst>
                                            <p:cond delay="0"/>
                                          </p:stCondLst>
                                        </p:cTn>
                                        <p:tgtEl>
                                          <p:spTgt spid="26667"/>
                                        </p:tgtEl>
                                        <p:attrNameLst>
                                          <p:attrName>ppt_x</p:attrName>
                                        </p:attrNameLst>
                                      </p:cBhvr>
                                    </p:anim>
                                    <p:anim from="0" to="-1.0" calcmode="lin" valueType="num">
                                      <p:cBhvr>
                                        <p:cTn id="104" dur="200" decel="50000" autoRev="1" fill="hold">
                                          <p:stCondLst>
                                            <p:cond delay="600"/>
                                          </p:stCondLst>
                                        </p:cTn>
                                        <p:tgtEl>
                                          <p:spTgt spid="26667"/>
                                        </p:tgtEl>
                                        <p:attrNameLst>
                                          <p:attrName>xshear</p:attrName>
                                        </p:attrNameLst>
                                      </p:cBhvr>
                                    </p:anim>
                                    <p:animScale>
                                      <p:cBhvr>
                                        <p:cTn id="105" dur="200" decel="100000" autoRev="1" fill="hold">
                                          <p:stCondLst>
                                            <p:cond delay="600"/>
                                          </p:stCondLst>
                                        </p:cTn>
                                        <p:tgtEl>
                                          <p:spTgt spid="26667"/>
                                        </p:tgtEl>
                                      </p:cBhvr>
                                      <p:from x="100000" y="100000"/>
                                      <p:to x="80000" y="100000"/>
                                    </p:animScale>
                                    <p:anim by="(#ppt_h/3+#ppt_w*0.1)" calcmode="lin" valueType="num">
                                      <p:cBhvr additive="sum">
                                        <p:cTn id="106" dur="200" decel="100000" autoRev="1" fill="hold">
                                          <p:stCondLst>
                                            <p:cond delay="600"/>
                                          </p:stCondLst>
                                        </p:cTn>
                                        <p:tgtEl>
                                          <p:spTgt spid="26667"/>
                                        </p:tgtEl>
                                        <p:attrNameLst>
                                          <p:attrName>ppt_x</p:attrName>
                                        </p:attrNameLst>
                                      </p:cBhvr>
                                    </p:anim>
                                  </p:childTnLst>
                                </p:cTn>
                              </p:par>
                              <p:par>
                                <p:cTn id="107" presetID="34" presetClass="entr" presetSubtype="0" fill="hold" grpId="0" nodeType="withEffect">
                                  <p:stCondLst>
                                    <p:cond delay="0"/>
                                  </p:stCondLst>
                                  <p:childTnLst>
                                    <p:set>
                                      <p:cBhvr>
                                        <p:cTn id="108" dur="1" fill="hold">
                                          <p:stCondLst>
                                            <p:cond delay="0"/>
                                          </p:stCondLst>
                                        </p:cTn>
                                        <p:tgtEl>
                                          <p:spTgt spid="26639"/>
                                        </p:tgtEl>
                                        <p:attrNameLst>
                                          <p:attrName>style.visibility</p:attrName>
                                        </p:attrNameLst>
                                      </p:cBhvr>
                                      <p:to>
                                        <p:strVal val="visible"/>
                                      </p:to>
                                    </p:set>
                                    <p:anim from="(-#ppt_w/2)" to="(#ppt_x)" calcmode="lin" valueType="num">
                                      <p:cBhvr>
                                        <p:cTn id="109" dur="600" fill="hold">
                                          <p:stCondLst>
                                            <p:cond delay="0"/>
                                          </p:stCondLst>
                                        </p:cTn>
                                        <p:tgtEl>
                                          <p:spTgt spid="26639"/>
                                        </p:tgtEl>
                                        <p:attrNameLst>
                                          <p:attrName>ppt_x</p:attrName>
                                        </p:attrNameLst>
                                      </p:cBhvr>
                                    </p:anim>
                                    <p:anim from="0" to="-1.0" calcmode="lin" valueType="num">
                                      <p:cBhvr>
                                        <p:cTn id="110" dur="200" decel="50000" autoRev="1" fill="hold">
                                          <p:stCondLst>
                                            <p:cond delay="600"/>
                                          </p:stCondLst>
                                        </p:cTn>
                                        <p:tgtEl>
                                          <p:spTgt spid="26639"/>
                                        </p:tgtEl>
                                        <p:attrNameLst>
                                          <p:attrName>xshear</p:attrName>
                                        </p:attrNameLst>
                                      </p:cBhvr>
                                    </p:anim>
                                    <p:animScale>
                                      <p:cBhvr>
                                        <p:cTn id="111" dur="200" decel="100000" autoRev="1" fill="hold">
                                          <p:stCondLst>
                                            <p:cond delay="600"/>
                                          </p:stCondLst>
                                        </p:cTn>
                                        <p:tgtEl>
                                          <p:spTgt spid="26639"/>
                                        </p:tgtEl>
                                      </p:cBhvr>
                                      <p:from x="100000" y="100000"/>
                                      <p:to x="80000" y="100000"/>
                                    </p:animScale>
                                    <p:anim by="(#ppt_h/3+#ppt_w*0.1)" calcmode="lin" valueType="num">
                                      <p:cBhvr additive="sum">
                                        <p:cTn id="112" dur="200" decel="100000" autoRev="1" fill="hold">
                                          <p:stCondLst>
                                            <p:cond delay="600"/>
                                          </p:stCondLst>
                                        </p:cTn>
                                        <p:tgtEl>
                                          <p:spTgt spid="26639"/>
                                        </p:tgtEl>
                                        <p:attrNameLst>
                                          <p:attrName>ppt_x</p:attrName>
                                        </p:attrNameLst>
                                      </p:cBhvr>
                                    </p:anim>
                                  </p:childTnLst>
                                </p:cTn>
                              </p:par>
                            </p:childTnLst>
                          </p:cTn>
                        </p:par>
                      </p:childTnLst>
                    </p:cTn>
                  </p:par>
                  <p:par>
                    <p:cTn id="113" fill="hold" nodeType="clickPar">
                      <p:stCondLst>
                        <p:cond delay="indefinite"/>
                      </p:stCondLst>
                      <p:childTnLst>
                        <p:par>
                          <p:cTn id="114" fill="hold" nodeType="withGroup">
                            <p:stCondLst>
                              <p:cond delay="0"/>
                            </p:stCondLst>
                            <p:childTnLst>
                              <p:par>
                                <p:cTn id="115" presetID="34" presetClass="entr" presetSubtype="0" fill="hold" grpId="0" nodeType="clickEffect">
                                  <p:stCondLst>
                                    <p:cond delay="0"/>
                                  </p:stCondLst>
                                  <p:childTnLst>
                                    <p:set>
                                      <p:cBhvr>
                                        <p:cTn id="116" dur="1" fill="hold">
                                          <p:stCondLst>
                                            <p:cond delay="0"/>
                                          </p:stCondLst>
                                        </p:cTn>
                                        <p:tgtEl>
                                          <p:spTgt spid="26632"/>
                                        </p:tgtEl>
                                        <p:attrNameLst>
                                          <p:attrName>style.visibility</p:attrName>
                                        </p:attrNameLst>
                                      </p:cBhvr>
                                      <p:to>
                                        <p:strVal val="visible"/>
                                      </p:to>
                                    </p:set>
                                    <p:anim from="(-#ppt_w/2)" to="(#ppt_x)" calcmode="lin" valueType="num">
                                      <p:cBhvr>
                                        <p:cTn id="117" dur="600" fill="hold">
                                          <p:stCondLst>
                                            <p:cond delay="0"/>
                                          </p:stCondLst>
                                        </p:cTn>
                                        <p:tgtEl>
                                          <p:spTgt spid="26632"/>
                                        </p:tgtEl>
                                        <p:attrNameLst>
                                          <p:attrName>ppt_x</p:attrName>
                                        </p:attrNameLst>
                                      </p:cBhvr>
                                    </p:anim>
                                    <p:anim from="0" to="-1.0" calcmode="lin" valueType="num">
                                      <p:cBhvr>
                                        <p:cTn id="118" dur="200" decel="50000" autoRev="1" fill="hold">
                                          <p:stCondLst>
                                            <p:cond delay="600"/>
                                          </p:stCondLst>
                                        </p:cTn>
                                        <p:tgtEl>
                                          <p:spTgt spid="26632"/>
                                        </p:tgtEl>
                                        <p:attrNameLst>
                                          <p:attrName>xshear</p:attrName>
                                        </p:attrNameLst>
                                      </p:cBhvr>
                                    </p:anim>
                                    <p:animScale>
                                      <p:cBhvr>
                                        <p:cTn id="119" dur="200" decel="100000" autoRev="1" fill="hold">
                                          <p:stCondLst>
                                            <p:cond delay="600"/>
                                          </p:stCondLst>
                                        </p:cTn>
                                        <p:tgtEl>
                                          <p:spTgt spid="26632"/>
                                        </p:tgtEl>
                                      </p:cBhvr>
                                      <p:from x="100000" y="100000"/>
                                      <p:to x="80000" y="100000"/>
                                    </p:animScale>
                                    <p:anim by="(#ppt_h/3+#ppt_w*0.1)" calcmode="lin" valueType="num">
                                      <p:cBhvr additive="sum">
                                        <p:cTn id="120" dur="200" decel="100000" autoRev="1" fill="hold">
                                          <p:stCondLst>
                                            <p:cond delay="600"/>
                                          </p:stCondLst>
                                        </p:cTn>
                                        <p:tgtEl>
                                          <p:spTgt spid="26632"/>
                                        </p:tgtEl>
                                        <p:attrNameLst>
                                          <p:attrName>ppt_x</p:attrName>
                                        </p:attrNameLst>
                                      </p:cBhvr>
                                    </p:anim>
                                  </p:childTnLst>
                                </p:cTn>
                              </p:par>
                            </p:childTnLst>
                          </p:cTn>
                        </p:par>
                      </p:childTnLst>
                    </p:cTn>
                  </p:par>
                  <p:par>
                    <p:cTn id="121" fill="hold" nodeType="clickPar">
                      <p:stCondLst>
                        <p:cond delay="indefinite"/>
                      </p:stCondLst>
                      <p:childTnLst>
                        <p:par>
                          <p:cTn id="122" fill="hold" nodeType="withGroup">
                            <p:stCondLst>
                              <p:cond delay="0"/>
                            </p:stCondLst>
                            <p:childTnLst>
                              <p:par>
                                <p:cTn id="123" presetID="34" presetClass="entr" presetSubtype="0" fill="hold" grpId="0" nodeType="clickEffect">
                                  <p:stCondLst>
                                    <p:cond delay="0"/>
                                  </p:stCondLst>
                                  <p:childTnLst>
                                    <p:set>
                                      <p:cBhvr>
                                        <p:cTn id="124" dur="1" fill="hold">
                                          <p:stCondLst>
                                            <p:cond delay="0"/>
                                          </p:stCondLst>
                                        </p:cTn>
                                        <p:tgtEl>
                                          <p:spTgt spid="26670"/>
                                        </p:tgtEl>
                                        <p:attrNameLst>
                                          <p:attrName>style.visibility</p:attrName>
                                        </p:attrNameLst>
                                      </p:cBhvr>
                                      <p:to>
                                        <p:strVal val="visible"/>
                                      </p:to>
                                    </p:set>
                                    <p:anim from="(-#ppt_w/2)" to="(#ppt_x)" calcmode="lin" valueType="num">
                                      <p:cBhvr>
                                        <p:cTn id="125" dur="600" fill="hold">
                                          <p:stCondLst>
                                            <p:cond delay="0"/>
                                          </p:stCondLst>
                                        </p:cTn>
                                        <p:tgtEl>
                                          <p:spTgt spid="26670"/>
                                        </p:tgtEl>
                                        <p:attrNameLst>
                                          <p:attrName>ppt_x</p:attrName>
                                        </p:attrNameLst>
                                      </p:cBhvr>
                                    </p:anim>
                                    <p:anim from="0" to="-1.0" calcmode="lin" valueType="num">
                                      <p:cBhvr>
                                        <p:cTn id="126" dur="200" decel="50000" autoRev="1" fill="hold">
                                          <p:stCondLst>
                                            <p:cond delay="600"/>
                                          </p:stCondLst>
                                        </p:cTn>
                                        <p:tgtEl>
                                          <p:spTgt spid="26670"/>
                                        </p:tgtEl>
                                        <p:attrNameLst>
                                          <p:attrName>xshear</p:attrName>
                                        </p:attrNameLst>
                                      </p:cBhvr>
                                    </p:anim>
                                    <p:animScale>
                                      <p:cBhvr>
                                        <p:cTn id="127" dur="200" decel="100000" autoRev="1" fill="hold">
                                          <p:stCondLst>
                                            <p:cond delay="600"/>
                                          </p:stCondLst>
                                        </p:cTn>
                                        <p:tgtEl>
                                          <p:spTgt spid="26670"/>
                                        </p:tgtEl>
                                      </p:cBhvr>
                                      <p:from x="100000" y="100000"/>
                                      <p:to x="80000" y="100000"/>
                                    </p:animScale>
                                    <p:anim by="(#ppt_h/3+#ppt_w*0.1)" calcmode="lin" valueType="num">
                                      <p:cBhvr additive="sum">
                                        <p:cTn id="128" dur="200" decel="100000" autoRev="1" fill="hold">
                                          <p:stCondLst>
                                            <p:cond delay="600"/>
                                          </p:stCondLst>
                                        </p:cTn>
                                        <p:tgtEl>
                                          <p:spTgt spid="26670"/>
                                        </p:tgtEl>
                                        <p:attrNameLst>
                                          <p:attrName>ppt_x</p:attrName>
                                        </p:attrNameLst>
                                      </p:cBhvr>
                                    </p:anim>
                                  </p:childTnLst>
                                </p:cTn>
                              </p:par>
                              <p:par>
                                <p:cTn id="129" presetID="34" presetClass="entr" presetSubtype="0" fill="hold" grpId="0" nodeType="withEffect">
                                  <p:stCondLst>
                                    <p:cond delay="0"/>
                                  </p:stCondLst>
                                  <p:childTnLst>
                                    <p:set>
                                      <p:cBhvr>
                                        <p:cTn id="130" dur="1" fill="hold">
                                          <p:stCondLst>
                                            <p:cond delay="0"/>
                                          </p:stCondLst>
                                        </p:cTn>
                                        <p:tgtEl>
                                          <p:spTgt spid="26669"/>
                                        </p:tgtEl>
                                        <p:attrNameLst>
                                          <p:attrName>style.visibility</p:attrName>
                                        </p:attrNameLst>
                                      </p:cBhvr>
                                      <p:to>
                                        <p:strVal val="visible"/>
                                      </p:to>
                                    </p:set>
                                    <p:anim from="(-#ppt_w/2)" to="(#ppt_x)" calcmode="lin" valueType="num">
                                      <p:cBhvr>
                                        <p:cTn id="131" dur="600" fill="hold">
                                          <p:stCondLst>
                                            <p:cond delay="0"/>
                                          </p:stCondLst>
                                        </p:cTn>
                                        <p:tgtEl>
                                          <p:spTgt spid="26669"/>
                                        </p:tgtEl>
                                        <p:attrNameLst>
                                          <p:attrName>ppt_x</p:attrName>
                                        </p:attrNameLst>
                                      </p:cBhvr>
                                    </p:anim>
                                    <p:anim from="0" to="-1.0" calcmode="lin" valueType="num">
                                      <p:cBhvr>
                                        <p:cTn id="132" dur="200" decel="50000" autoRev="1" fill="hold">
                                          <p:stCondLst>
                                            <p:cond delay="600"/>
                                          </p:stCondLst>
                                        </p:cTn>
                                        <p:tgtEl>
                                          <p:spTgt spid="26669"/>
                                        </p:tgtEl>
                                        <p:attrNameLst>
                                          <p:attrName>xshear</p:attrName>
                                        </p:attrNameLst>
                                      </p:cBhvr>
                                    </p:anim>
                                    <p:animScale>
                                      <p:cBhvr>
                                        <p:cTn id="133" dur="200" decel="100000" autoRev="1" fill="hold">
                                          <p:stCondLst>
                                            <p:cond delay="600"/>
                                          </p:stCondLst>
                                        </p:cTn>
                                        <p:tgtEl>
                                          <p:spTgt spid="26669"/>
                                        </p:tgtEl>
                                      </p:cBhvr>
                                      <p:from x="100000" y="100000"/>
                                      <p:to x="80000" y="100000"/>
                                    </p:animScale>
                                    <p:anim by="(#ppt_h/3+#ppt_w*0.1)" calcmode="lin" valueType="num">
                                      <p:cBhvr additive="sum">
                                        <p:cTn id="134" dur="200" decel="100000" autoRev="1" fill="hold">
                                          <p:stCondLst>
                                            <p:cond delay="600"/>
                                          </p:stCondLst>
                                        </p:cTn>
                                        <p:tgtEl>
                                          <p:spTgt spid="26669"/>
                                        </p:tgtEl>
                                        <p:attrNameLst>
                                          <p:attrName>ppt_x</p:attrName>
                                        </p:attrNameLst>
                                      </p:cBhvr>
                                    </p:anim>
                                  </p:childTnLst>
                                </p:cTn>
                              </p:par>
                              <p:par>
                                <p:cTn id="135" presetID="34" presetClass="entr" presetSubtype="0" fill="hold" grpId="0" nodeType="withEffect">
                                  <p:stCondLst>
                                    <p:cond delay="0"/>
                                  </p:stCondLst>
                                  <p:childTnLst>
                                    <p:set>
                                      <p:cBhvr>
                                        <p:cTn id="136" dur="1" fill="hold">
                                          <p:stCondLst>
                                            <p:cond delay="0"/>
                                          </p:stCondLst>
                                        </p:cTn>
                                        <p:tgtEl>
                                          <p:spTgt spid="26668"/>
                                        </p:tgtEl>
                                        <p:attrNameLst>
                                          <p:attrName>style.visibility</p:attrName>
                                        </p:attrNameLst>
                                      </p:cBhvr>
                                      <p:to>
                                        <p:strVal val="visible"/>
                                      </p:to>
                                    </p:set>
                                    <p:anim from="(-#ppt_w/2)" to="(#ppt_x)" calcmode="lin" valueType="num">
                                      <p:cBhvr>
                                        <p:cTn id="137" dur="600" fill="hold">
                                          <p:stCondLst>
                                            <p:cond delay="0"/>
                                          </p:stCondLst>
                                        </p:cTn>
                                        <p:tgtEl>
                                          <p:spTgt spid="26668"/>
                                        </p:tgtEl>
                                        <p:attrNameLst>
                                          <p:attrName>ppt_x</p:attrName>
                                        </p:attrNameLst>
                                      </p:cBhvr>
                                    </p:anim>
                                    <p:anim from="0" to="-1.0" calcmode="lin" valueType="num">
                                      <p:cBhvr>
                                        <p:cTn id="138" dur="200" decel="50000" autoRev="1" fill="hold">
                                          <p:stCondLst>
                                            <p:cond delay="600"/>
                                          </p:stCondLst>
                                        </p:cTn>
                                        <p:tgtEl>
                                          <p:spTgt spid="26668"/>
                                        </p:tgtEl>
                                        <p:attrNameLst>
                                          <p:attrName>xshear</p:attrName>
                                        </p:attrNameLst>
                                      </p:cBhvr>
                                    </p:anim>
                                    <p:animScale>
                                      <p:cBhvr>
                                        <p:cTn id="139" dur="200" decel="100000" autoRev="1" fill="hold">
                                          <p:stCondLst>
                                            <p:cond delay="600"/>
                                          </p:stCondLst>
                                        </p:cTn>
                                        <p:tgtEl>
                                          <p:spTgt spid="26668"/>
                                        </p:tgtEl>
                                      </p:cBhvr>
                                      <p:from x="100000" y="100000"/>
                                      <p:to x="80000" y="100000"/>
                                    </p:animScale>
                                    <p:anim by="(#ppt_h/3+#ppt_w*0.1)" calcmode="lin" valueType="num">
                                      <p:cBhvr additive="sum">
                                        <p:cTn id="140" dur="200" decel="100000" autoRev="1" fill="hold">
                                          <p:stCondLst>
                                            <p:cond delay="600"/>
                                          </p:stCondLst>
                                        </p:cTn>
                                        <p:tgtEl>
                                          <p:spTgt spid="26668"/>
                                        </p:tgtEl>
                                        <p:attrNameLst>
                                          <p:attrName>ppt_x</p:attrName>
                                        </p:attrNameLst>
                                      </p:cBhvr>
                                    </p:anim>
                                  </p:childTnLst>
                                </p:cTn>
                              </p:par>
                              <p:par>
                                <p:cTn id="141" presetID="34" presetClass="entr" presetSubtype="0" fill="hold" grpId="0" nodeType="withEffect">
                                  <p:stCondLst>
                                    <p:cond delay="0"/>
                                  </p:stCondLst>
                                  <p:childTnLst>
                                    <p:set>
                                      <p:cBhvr>
                                        <p:cTn id="142" dur="1" fill="hold">
                                          <p:stCondLst>
                                            <p:cond delay="0"/>
                                          </p:stCondLst>
                                        </p:cTn>
                                        <p:tgtEl>
                                          <p:spTgt spid="26648"/>
                                        </p:tgtEl>
                                        <p:attrNameLst>
                                          <p:attrName>style.visibility</p:attrName>
                                        </p:attrNameLst>
                                      </p:cBhvr>
                                      <p:to>
                                        <p:strVal val="visible"/>
                                      </p:to>
                                    </p:set>
                                    <p:anim from="(-#ppt_w/2)" to="(#ppt_x)" calcmode="lin" valueType="num">
                                      <p:cBhvr>
                                        <p:cTn id="143" dur="600" fill="hold">
                                          <p:stCondLst>
                                            <p:cond delay="0"/>
                                          </p:stCondLst>
                                        </p:cTn>
                                        <p:tgtEl>
                                          <p:spTgt spid="26648"/>
                                        </p:tgtEl>
                                        <p:attrNameLst>
                                          <p:attrName>ppt_x</p:attrName>
                                        </p:attrNameLst>
                                      </p:cBhvr>
                                    </p:anim>
                                    <p:anim from="0" to="-1.0" calcmode="lin" valueType="num">
                                      <p:cBhvr>
                                        <p:cTn id="144" dur="200" decel="50000" autoRev="1" fill="hold">
                                          <p:stCondLst>
                                            <p:cond delay="600"/>
                                          </p:stCondLst>
                                        </p:cTn>
                                        <p:tgtEl>
                                          <p:spTgt spid="26648"/>
                                        </p:tgtEl>
                                        <p:attrNameLst>
                                          <p:attrName>xshear</p:attrName>
                                        </p:attrNameLst>
                                      </p:cBhvr>
                                    </p:anim>
                                    <p:animScale>
                                      <p:cBhvr>
                                        <p:cTn id="145" dur="200" decel="100000" autoRev="1" fill="hold">
                                          <p:stCondLst>
                                            <p:cond delay="600"/>
                                          </p:stCondLst>
                                        </p:cTn>
                                        <p:tgtEl>
                                          <p:spTgt spid="26648"/>
                                        </p:tgtEl>
                                      </p:cBhvr>
                                      <p:from x="100000" y="100000"/>
                                      <p:to x="80000" y="100000"/>
                                    </p:animScale>
                                    <p:anim by="(#ppt_h/3+#ppt_w*0.1)" calcmode="lin" valueType="num">
                                      <p:cBhvr additive="sum">
                                        <p:cTn id="146" dur="200" decel="100000" autoRev="1" fill="hold">
                                          <p:stCondLst>
                                            <p:cond delay="600"/>
                                          </p:stCondLst>
                                        </p:cTn>
                                        <p:tgtEl>
                                          <p:spTgt spid="26648"/>
                                        </p:tgtEl>
                                        <p:attrNameLst>
                                          <p:attrName>ppt_x</p:attrName>
                                        </p:attrNameLst>
                                      </p:cBhvr>
                                    </p:anim>
                                  </p:childTnLst>
                                </p:cTn>
                              </p:par>
                              <p:par>
                                <p:cTn id="147" presetID="34" presetClass="entr" presetSubtype="0" fill="hold" grpId="0" nodeType="withEffect">
                                  <p:stCondLst>
                                    <p:cond delay="0"/>
                                  </p:stCondLst>
                                  <p:childTnLst>
                                    <p:set>
                                      <p:cBhvr>
                                        <p:cTn id="148" dur="1" fill="hold">
                                          <p:stCondLst>
                                            <p:cond delay="0"/>
                                          </p:stCondLst>
                                        </p:cTn>
                                        <p:tgtEl>
                                          <p:spTgt spid="26671"/>
                                        </p:tgtEl>
                                        <p:attrNameLst>
                                          <p:attrName>style.visibility</p:attrName>
                                        </p:attrNameLst>
                                      </p:cBhvr>
                                      <p:to>
                                        <p:strVal val="visible"/>
                                      </p:to>
                                    </p:set>
                                    <p:anim from="(-#ppt_w/2)" to="(#ppt_x)" calcmode="lin" valueType="num">
                                      <p:cBhvr>
                                        <p:cTn id="149" dur="600" fill="hold">
                                          <p:stCondLst>
                                            <p:cond delay="0"/>
                                          </p:stCondLst>
                                        </p:cTn>
                                        <p:tgtEl>
                                          <p:spTgt spid="26671"/>
                                        </p:tgtEl>
                                        <p:attrNameLst>
                                          <p:attrName>ppt_x</p:attrName>
                                        </p:attrNameLst>
                                      </p:cBhvr>
                                    </p:anim>
                                    <p:anim from="0" to="-1.0" calcmode="lin" valueType="num">
                                      <p:cBhvr>
                                        <p:cTn id="150" dur="200" decel="50000" autoRev="1" fill="hold">
                                          <p:stCondLst>
                                            <p:cond delay="600"/>
                                          </p:stCondLst>
                                        </p:cTn>
                                        <p:tgtEl>
                                          <p:spTgt spid="26671"/>
                                        </p:tgtEl>
                                        <p:attrNameLst>
                                          <p:attrName>xshear</p:attrName>
                                        </p:attrNameLst>
                                      </p:cBhvr>
                                    </p:anim>
                                    <p:animScale>
                                      <p:cBhvr>
                                        <p:cTn id="151" dur="200" decel="100000" autoRev="1" fill="hold">
                                          <p:stCondLst>
                                            <p:cond delay="600"/>
                                          </p:stCondLst>
                                        </p:cTn>
                                        <p:tgtEl>
                                          <p:spTgt spid="26671"/>
                                        </p:tgtEl>
                                      </p:cBhvr>
                                      <p:from x="100000" y="100000"/>
                                      <p:to x="80000" y="100000"/>
                                    </p:animScale>
                                    <p:anim by="(#ppt_h/3+#ppt_w*0.1)" calcmode="lin" valueType="num">
                                      <p:cBhvr additive="sum">
                                        <p:cTn id="152" dur="200" decel="100000" autoRev="1" fill="hold">
                                          <p:stCondLst>
                                            <p:cond delay="600"/>
                                          </p:stCondLst>
                                        </p:cTn>
                                        <p:tgtEl>
                                          <p:spTgt spid="26671"/>
                                        </p:tgtEl>
                                        <p:attrNameLst>
                                          <p:attrName>ppt_x</p:attrName>
                                        </p:attrNameLst>
                                      </p:cBhvr>
                                    </p:anim>
                                  </p:childTnLst>
                                </p:cTn>
                              </p:par>
                              <p:par>
                                <p:cTn id="153" presetID="34" presetClass="entr" presetSubtype="0" fill="hold" nodeType="withEffect">
                                  <p:stCondLst>
                                    <p:cond delay="0"/>
                                  </p:stCondLst>
                                  <p:childTnLst>
                                    <p:set>
                                      <p:cBhvr>
                                        <p:cTn id="154" dur="1" fill="hold">
                                          <p:stCondLst>
                                            <p:cond delay="0"/>
                                          </p:stCondLst>
                                        </p:cTn>
                                        <p:tgtEl>
                                          <p:spTgt spid="26630"/>
                                        </p:tgtEl>
                                        <p:attrNameLst>
                                          <p:attrName>style.visibility</p:attrName>
                                        </p:attrNameLst>
                                      </p:cBhvr>
                                      <p:to>
                                        <p:strVal val="visible"/>
                                      </p:to>
                                    </p:set>
                                    <p:anim from="(-#ppt_w/2)" to="(#ppt_x)" calcmode="lin" valueType="num">
                                      <p:cBhvr>
                                        <p:cTn id="155" dur="600" fill="hold">
                                          <p:stCondLst>
                                            <p:cond delay="0"/>
                                          </p:stCondLst>
                                        </p:cTn>
                                        <p:tgtEl>
                                          <p:spTgt spid="26630"/>
                                        </p:tgtEl>
                                        <p:attrNameLst>
                                          <p:attrName>ppt_x</p:attrName>
                                        </p:attrNameLst>
                                      </p:cBhvr>
                                    </p:anim>
                                    <p:anim from="0" to="-1.0" calcmode="lin" valueType="num">
                                      <p:cBhvr>
                                        <p:cTn id="156" dur="200" decel="50000" autoRev="1" fill="hold">
                                          <p:stCondLst>
                                            <p:cond delay="600"/>
                                          </p:stCondLst>
                                        </p:cTn>
                                        <p:tgtEl>
                                          <p:spTgt spid="26630"/>
                                        </p:tgtEl>
                                        <p:attrNameLst>
                                          <p:attrName>xshear</p:attrName>
                                        </p:attrNameLst>
                                      </p:cBhvr>
                                    </p:anim>
                                    <p:animScale>
                                      <p:cBhvr>
                                        <p:cTn id="157" dur="200" decel="100000" autoRev="1" fill="hold">
                                          <p:stCondLst>
                                            <p:cond delay="600"/>
                                          </p:stCondLst>
                                        </p:cTn>
                                        <p:tgtEl>
                                          <p:spTgt spid="26630"/>
                                        </p:tgtEl>
                                      </p:cBhvr>
                                      <p:from x="100000" y="100000"/>
                                      <p:to x="80000" y="100000"/>
                                    </p:animScale>
                                    <p:anim by="(#ppt_h/3+#ppt_w*0.1)" calcmode="lin" valueType="num">
                                      <p:cBhvr additive="sum">
                                        <p:cTn id="158" dur="200" decel="100000" autoRev="1" fill="hold">
                                          <p:stCondLst>
                                            <p:cond delay="600"/>
                                          </p:stCondLst>
                                        </p:cTn>
                                        <p:tgtEl>
                                          <p:spTgt spid="26630"/>
                                        </p:tgtEl>
                                        <p:attrNameLst>
                                          <p:attrName>ppt_x</p:attrName>
                                        </p:attrNameLst>
                                      </p:cBhvr>
                                    </p:anim>
                                  </p:childTnLst>
                                </p:cTn>
                              </p:par>
                              <p:par>
                                <p:cTn id="159" presetID="34" presetClass="entr" presetSubtype="0" fill="hold" grpId="0" nodeType="withEffect">
                                  <p:stCondLst>
                                    <p:cond delay="0"/>
                                  </p:stCondLst>
                                  <p:childTnLst>
                                    <p:set>
                                      <p:cBhvr>
                                        <p:cTn id="160" dur="1" fill="hold">
                                          <p:stCondLst>
                                            <p:cond delay="0"/>
                                          </p:stCondLst>
                                        </p:cTn>
                                        <p:tgtEl>
                                          <p:spTgt spid="26642"/>
                                        </p:tgtEl>
                                        <p:attrNameLst>
                                          <p:attrName>style.visibility</p:attrName>
                                        </p:attrNameLst>
                                      </p:cBhvr>
                                      <p:to>
                                        <p:strVal val="visible"/>
                                      </p:to>
                                    </p:set>
                                    <p:anim from="(-#ppt_w/2)" to="(#ppt_x)" calcmode="lin" valueType="num">
                                      <p:cBhvr>
                                        <p:cTn id="161" dur="600" fill="hold">
                                          <p:stCondLst>
                                            <p:cond delay="0"/>
                                          </p:stCondLst>
                                        </p:cTn>
                                        <p:tgtEl>
                                          <p:spTgt spid="26642"/>
                                        </p:tgtEl>
                                        <p:attrNameLst>
                                          <p:attrName>ppt_x</p:attrName>
                                        </p:attrNameLst>
                                      </p:cBhvr>
                                    </p:anim>
                                    <p:anim from="0" to="-1.0" calcmode="lin" valueType="num">
                                      <p:cBhvr>
                                        <p:cTn id="162" dur="200" decel="50000" autoRev="1" fill="hold">
                                          <p:stCondLst>
                                            <p:cond delay="600"/>
                                          </p:stCondLst>
                                        </p:cTn>
                                        <p:tgtEl>
                                          <p:spTgt spid="26642"/>
                                        </p:tgtEl>
                                        <p:attrNameLst>
                                          <p:attrName>xshear</p:attrName>
                                        </p:attrNameLst>
                                      </p:cBhvr>
                                    </p:anim>
                                    <p:animScale>
                                      <p:cBhvr>
                                        <p:cTn id="163" dur="200" decel="100000" autoRev="1" fill="hold">
                                          <p:stCondLst>
                                            <p:cond delay="600"/>
                                          </p:stCondLst>
                                        </p:cTn>
                                        <p:tgtEl>
                                          <p:spTgt spid="26642"/>
                                        </p:tgtEl>
                                      </p:cBhvr>
                                      <p:from x="100000" y="100000"/>
                                      <p:to x="80000" y="100000"/>
                                    </p:animScale>
                                    <p:anim by="(#ppt_h/3+#ppt_w*0.1)" calcmode="lin" valueType="num">
                                      <p:cBhvr additive="sum">
                                        <p:cTn id="164" dur="200" decel="100000" autoRev="1" fill="hold">
                                          <p:stCondLst>
                                            <p:cond delay="600"/>
                                          </p:stCondLst>
                                        </p:cTn>
                                        <p:tgtEl>
                                          <p:spTgt spid="26642"/>
                                        </p:tgtEl>
                                        <p:attrNameLst>
                                          <p:attrName>ppt_x</p:attrName>
                                        </p:attrNameLst>
                                      </p:cBhvr>
                                    </p:anim>
                                  </p:childTnLst>
                                </p:cTn>
                              </p:par>
                              <p:par>
                                <p:cTn id="165" presetID="34" presetClass="entr" presetSubtype="0" fill="hold" grpId="0" nodeType="withEffect">
                                  <p:stCondLst>
                                    <p:cond delay="0"/>
                                  </p:stCondLst>
                                  <p:childTnLst>
                                    <p:set>
                                      <p:cBhvr>
                                        <p:cTn id="166" dur="1" fill="hold">
                                          <p:stCondLst>
                                            <p:cond delay="0"/>
                                          </p:stCondLst>
                                        </p:cTn>
                                        <p:tgtEl>
                                          <p:spTgt spid="26637"/>
                                        </p:tgtEl>
                                        <p:attrNameLst>
                                          <p:attrName>style.visibility</p:attrName>
                                        </p:attrNameLst>
                                      </p:cBhvr>
                                      <p:to>
                                        <p:strVal val="visible"/>
                                      </p:to>
                                    </p:set>
                                    <p:anim from="(-#ppt_w/2)" to="(#ppt_x)" calcmode="lin" valueType="num">
                                      <p:cBhvr>
                                        <p:cTn id="167" dur="600" fill="hold">
                                          <p:stCondLst>
                                            <p:cond delay="0"/>
                                          </p:stCondLst>
                                        </p:cTn>
                                        <p:tgtEl>
                                          <p:spTgt spid="26637"/>
                                        </p:tgtEl>
                                        <p:attrNameLst>
                                          <p:attrName>ppt_x</p:attrName>
                                        </p:attrNameLst>
                                      </p:cBhvr>
                                    </p:anim>
                                    <p:anim from="0" to="-1.0" calcmode="lin" valueType="num">
                                      <p:cBhvr>
                                        <p:cTn id="168" dur="200" decel="50000" autoRev="1" fill="hold">
                                          <p:stCondLst>
                                            <p:cond delay="600"/>
                                          </p:stCondLst>
                                        </p:cTn>
                                        <p:tgtEl>
                                          <p:spTgt spid="26637"/>
                                        </p:tgtEl>
                                        <p:attrNameLst>
                                          <p:attrName>xshear</p:attrName>
                                        </p:attrNameLst>
                                      </p:cBhvr>
                                    </p:anim>
                                    <p:animScale>
                                      <p:cBhvr>
                                        <p:cTn id="169" dur="200" decel="100000" autoRev="1" fill="hold">
                                          <p:stCondLst>
                                            <p:cond delay="600"/>
                                          </p:stCondLst>
                                        </p:cTn>
                                        <p:tgtEl>
                                          <p:spTgt spid="26637"/>
                                        </p:tgtEl>
                                      </p:cBhvr>
                                      <p:from x="100000" y="100000"/>
                                      <p:to x="80000" y="100000"/>
                                    </p:animScale>
                                    <p:anim by="(#ppt_h/3+#ppt_w*0.1)" calcmode="lin" valueType="num">
                                      <p:cBhvr additive="sum">
                                        <p:cTn id="170" dur="200" decel="100000" autoRev="1" fill="hold">
                                          <p:stCondLst>
                                            <p:cond delay="600"/>
                                          </p:stCondLst>
                                        </p:cTn>
                                        <p:tgtEl>
                                          <p:spTgt spid="26637"/>
                                        </p:tgtEl>
                                        <p:attrNameLst>
                                          <p:attrName>ppt_x</p:attrName>
                                        </p:attrNameLst>
                                      </p:cBhvr>
                                    </p:anim>
                                  </p:childTnLst>
                                </p:cTn>
                              </p:par>
                            </p:childTnLst>
                          </p:cTn>
                        </p:par>
                      </p:childTnLst>
                    </p:cTn>
                  </p:par>
                  <p:par>
                    <p:cTn id="171" fill="hold" nodeType="clickPar">
                      <p:stCondLst>
                        <p:cond delay="indefinite"/>
                      </p:stCondLst>
                      <p:childTnLst>
                        <p:par>
                          <p:cTn id="172" fill="hold" nodeType="withGroup">
                            <p:stCondLst>
                              <p:cond delay="0"/>
                            </p:stCondLst>
                            <p:childTnLst>
                              <p:par>
                                <p:cTn id="173" presetID="34" presetClass="entr" presetSubtype="0" fill="hold" grpId="0" nodeType="clickEffect">
                                  <p:stCondLst>
                                    <p:cond delay="0"/>
                                  </p:stCondLst>
                                  <p:childTnLst>
                                    <p:set>
                                      <p:cBhvr>
                                        <p:cTn id="174" dur="1" fill="hold">
                                          <p:stCondLst>
                                            <p:cond delay="0"/>
                                          </p:stCondLst>
                                        </p:cTn>
                                        <p:tgtEl>
                                          <p:spTgt spid="26635"/>
                                        </p:tgtEl>
                                        <p:attrNameLst>
                                          <p:attrName>style.visibility</p:attrName>
                                        </p:attrNameLst>
                                      </p:cBhvr>
                                      <p:to>
                                        <p:strVal val="visible"/>
                                      </p:to>
                                    </p:set>
                                    <p:anim from="(-#ppt_w/2)" to="(#ppt_x)" calcmode="lin" valueType="num">
                                      <p:cBhvr>
                                        <p:cTn id="175" dur="600" fill="hold">
                                          <p:stCondLst>
                                            <p:cond delay="0"/>
                                          </p:stCondLst>
                                        </p:cTn>
                                        <p:tgtEl>
                                          <p:spTgt spid="26635"/>
                                        </p:tgtEl>
                                        <p:attrNameLst>
                                          <p:attrName>ppt_x</p:attrName>
                                        </p:attrNameLst>
                                      </p:cBhvr>
                                    </p:anim>
                                    <p:anim from="0" to="-1.0" calcmode="lin" valueType="num">
                                      <p:cBhvr>
                                        <p:cTn id="176" dur="200" decel="50000" autoRev="1" fill="hold">
                                          <p:stCondLst>
                                            <p:cond delay="600"/>
                                          </p:stCondLst>
                                        </p:cTn>
                                        <p:tgtEl>
                                          <p:spTgt spid="26635"/>
                                        </p:tgtEl>
                                        <p:attrNameLst>
                                          <p:attrName>xshear</p:attrName>
                                        </p:attrNameLst>
                                      </p:cBhvr>
                                    </p:anim>
                                    <p:animScale>
                                      <p:cBhvr>
                                        <p:cTn id="177" dur="200" decel="100000" autoRev="1" fill="hold">
                                          <p:stCondLst>
                                            <p:cond delay="600"/>
                                          </p:stCondLst>
                                        </p:cTn>
                                        <p:tgtEl>
                                          <p:spTgt spid="26635"/>
                                        </p:tgtEl>
                                      </p:cBhvr>
                                      <p:from x="100000" y="100000"/>
                                      <p:to x="80000" y="100000"/>
                                    </p:animScale>
                                    <p:anim by="(#ppt_h/3+#ppt_w*0.1)" calcmode="lin" valueType="num">
                                      <p:cBhvr additive="sum">
                                        <p:cTn id="178" dur="200" decel="100000" autoRev="1" fill="hold">
                                          <p:stCondLst>
                                            <p:cond delay="600"/>
                                          </p:stCondLst>
                                        </p:cTn>
                                        <p:tgtEl>
                                          <p:spTgt spid="26635"/>
                                        </p:tgtEl>
                                        <p:attrNameLst>
                                          <p:attrName>ppt_x</p:attrName>
                                        </p:attrNameLst>
                                      </p:cBhvr>
                                    </p:anim>
                                  </p:childTnLst>
                                </p:cTn>
                              </p:par>
                            </p:childTnLst>
                          </p:cTn>
                        </p:par>
                      </p:childTnLst>
                    </p:cTn>
                  </p:par>
                  <p:par>
                    <p:cTn id="179" fill="hold" nodeType="clickPar">
                      <p:stCondLst>
                        <p:cond delay="indefinite"/>
                      </p:stCondLst>
                      <p:childTnLst>
                        <p:par>
                          <p:cTn id="180" fill="hold" nodeType="withGroup">
                            <p:stCondLst>
                              <p:cond delay="0"/>
                            </p:stCondLst>
                            <p:childTnLst>
                              <p:par>
                                <p:cTn id="181" presetID="34" presetClass="entr" presetSubtype="0" fill="hold" grpId="0" nodeType="clickEffect">
                                  <p:stCondLst>
                                    <p:cond delay="0"/>
                                  </p:stCondLst>
                                  <p:childTnLst>
                                    <p:set>
                                      <p:cBhvr>
                                        <p:cTn id="182" dur="1" fill="hold">
                                          <p:stCondLst>
                                            <p:cond delay="0"/>
                                          </p:stCondLst>
                                        </p:cTn>
                                        <p:tgtEl>
                                          <p:spTgt spid="26655"/>
                                        </p:tgtEl>
                                        <p:attrNameLst>
                                          <p:attrName>style.visibility</p:attrName>
                                        </p:attrNameLst>
                                      </p:cBhvr>
                                      <p:to>
                                        <p:strVal val="visible"/>
                                      </p:to>
                                    </p:set>
                                    <p:anim from="(-#ppt_w/2)" to="(#ppt_x)" calcmode="lin" valueType="num">
                                      <p:cBhvr>
                                        <p:cTn id="183" dur="600" fill="hold">
                                          <p:stCondLst>
                                            <p:cond delay="0"/>
                                          </p:stCondLst>
                                        </p:cTn>
                                        <p:tgtEl>
                                          <p:spTgt spid="26655"/>
                                        </p:tgtEl>
                                        <p:attrNameLst>
                                          <p:attrName>ppt_x</p:attrName>
                                        </p:attrNameLst>
                                      </p:cBhvr>
                                    </p:anim>
                                    <p:anim from="0" to="-1.0" calcmode="lin" valueType="num">
                                      <p:cBhvr>
                                        <p:cTn id="184" dur="200" decel="50000" autoRev="1" fill="hold">
                                          <p:stCondLst>
                                            <p:cond delay="600"/>
                                          </p:stCondLst>
                                        </p:cTn>
                                        <p:tgtEl>
                                          <p:spTgt spid="26655"/>
                                        </p:tgtEl>
                                        <p:attrNameLst>
                                          <p:attrName>xshear</p:attrName>
                                        </p:attrNameLst>
                                      </p:cBhvr>
                                    </p:anim>
                                    <p:animScale>
                                      <p:cBhvr>
                                        <p:cTn id="185" dur="200" decel="100000" autoRev="1" fill="hold">
                                          <p:stCondLst>
                                            <p:cond delay="600"/>
                                          </p:stCondLst>
                                        </p:cTn>
                                        <p:tgtEl>
                                          <p:spTgt spid="26655"/>
                                        </p:tgtEl>
                                      </p:cBhvr>
                                      <p:from x="100000" y="100000"/>
                                      <p:to x="80000" y="100000"/>
                                    </p:animScale>
                                    <p:anim by="(#ppt_h/3+#ppt_w*0.1)" calcmode="lin" valueType="num">
                                      <p:cBhvr additive="sum">
                                        <p:cTn id="186" dur="200" decel="100000" autoRev="1" fill="hold">
                                          <p:stCondLst>
                                            <p:cond delay="600"/>
                                          </p:stCondLst>
                                        </p:cTn>
                                        <p:tgtEl>
                                          <p:spTgt spid="26655"/>
                                        </p:tgtEl>
                                        <p:attrNameLst>
                                          <p:attrName>ppt_x</p:attrName>
                                        </p:attrNameLst>
                                      </p:cBhvr>
                                    </p:anim>
                                  </p:childTnLst>
                                </p:cTn>
                              </p:par>
                              <p:par>
                                <p:cTn id="187" presetID="34" presetClass="entr" presetSubtype="0" fill="hold" grpId="0" nodeType="withEffect">
                                  <p:stCondLst>
                                    <p:cond delay="0"/>
                                  </p:stCondLst>
                                  <p:childTnLst>
                                    <p:set>
                                      <p:cBhvr>
                                        <p:cTn id="188" dur="1" fill="hold">
                                          <p:stCondLst>
                                            <p:cond delay="0"/>
                                          </p:stCondLst>
                                        </p:cTn>
                                        <p:tgtEl>
                                          <p:spTgt spid="26654"/>
                                        </p:tgtEl>
                                        <p:attrNameLst>
                                          <p:attrName>style.visibility</p:attrName>
                                        </p:attrNameLst>
                                      </p:cBhvr>
                                      <p:to>
                                        <p:strVal val="visible"/>
                                      </p:to>
                                    </p:set>
                                    <p:anim from="(-#ppt_w/2)" to="(#ppt_x)" calcmode="lin" valueType="num">
                                      <p:cBhvr>
                                        <p:cTn id="189" dur="300" fill="hold">
                                          <p:stCondLst>
                                            <p:cond delay="0"/>
                                          </p:stCondLst>
                                        </p:cTn>
                                        <p:tgtEl>
                                          <p:spTgt spid="26654"/>
                                        </p:tgtEl>
                                        <p:attrNameLst>
                                          <p:attrName>ppt_x</p:attrName>
                                        </p:attrNameLst>
                                      </p:cBhvr>
                                    </p:anim>
                                    <p:anim from="0" to="-1.0" calcmode="lin" valueType="num">
                                      <p:cBhvr>
                                        <p:cTn id="190" dur="100" decel="50000" autoRev="1" fill="hold">
                                          <p:stCondLst>
                                            <p:cond delay="300"/>
                                          </p:stCondLst>
                                        </p:cTn>
                                        <p:tgtEl>
                                          <p:spTgt spid="26654"/>
                                        </p:tgtEl>
                                        <p:attrNameLst>
                                          <p:attrName>xshear</p:attrName>
                                        </p:attrNameLst>
                                      </p:cBhvr>
                                    </p:anim>
                                    <p:animScale>
                                      <p:cBhvr>
                                        <p:cTn id="191" dur="100" decel="100000" autoRev="1" fill="hold">
                                          <p:stCondLst>
                                            <p:cond delay="300"/>
                                          </p:stCondLst>
                                        </p:cTn>
                                        <p:tgtEl>
                                          <p:spTgt spid="26654"/>
                                        </p:tgtEl>
                                      </p:cBhvr>
                                      <p:from x="100000" y="100000"/>
                                      <p:to x="80000" y="100000"/>
                                    </p:animScale>
                                    <p:anim by="(#ppt_h/3+#ppt_w*0.1)" calcmode="lin" valueType="num">
                                      <p:cBhvr additive="sum">
                                        <p:cTn id="192" dur="100" decel="100000" autoRev="1" fill="hold">
                                          <p:stCondLst>
                                            <p:cond delay="300"/>
                                          </p:stCondLst>
                                        </p:cTn>
                                        <p:tgtEl>
                                          <p:spTgt spid="26654"/>
                                        </p:tgtEl>
                                        <p:attrNameLst>
                                          <p:attrName>ppt_x</p:attrName>
                                        </p:attrNameLst>
                                      </p:cBhvr>
                                    </p:anim>
                                  </p:childTnLst>
                                </p:cTn>
                              </p:par>
                              <p:par>
                                <p:cTn id="193" presetID="34" presetClass="entr" presetSubtype="0" fill="hold" grpId="0" nodeType="withEffect">
                                  <p:stCondLst>
                                    <p:cond delay="0"/>
                                  </p:stCondLst>
                                  <p:childTnLst>
                                    <p:set>
                                      <p:cBhvr>
                                        <p:cTn id="194" dur="1" fill="hold">
                                          <p:stCondLst>
                                            <p:cond delay="0"/>
                                          </p:stCondLst>
                                        </p:cTn>
                                        <p:tgtEl>
                                          <p:spTgt spid="26645"/>
                                        </p:tgtEl>
                                        <p:attrNameLst>
                                          <p:attrName>style.visibility</p:attrName>
                                        </p:attrNameLst>
                                      </p:cBhvr>
                                      <p:to>
                                        <p:strVal val="visible"/>
                                      </p:to>
                                    </p:set>
                                    <p:anim from="(-#ppt_w/2)" to="(#ppt_x)" calcmode="lin" valueType="num">
                                      <p:cBhvr>
                                        <p:cTn id="195" dur="300" fill="hold">
                                          <p:stCondLst>
                                            <p:cond delay="0"/>
                                          </p:stCondLst>
                                        </p:cTn>
                                        <p:tgtEl>
                                          <p:spTgt spid="26645"/>
                                        </p:tgtEl>
                                        <p:attrNameLst>
                                          <p:attrName>ppt_x</p:attrName>
                                        </p:attrNameLst>
                                      </p:cBhvr>
                                    </p:anim>
                                    <p:anim from="0" to="-1.0" calcmode="lin" valueType="num">
                                      <p:cBhvr>
                                        <p:cTn id="196" dur="100" decel="50000" autoRev="1" fill="hold">
                                          <p:stCondLst>
                                            <p:cond delay="300"/>
                                          </p:stCondLst>
                                        </p:cTn>
                                        <p:tgtEl>
                                          <p:spTgt spid="26645"/>
                                        </p:tgtEl>
                                        <p:attrNameLst>
                                          <p:attrName>xshear</p:attrName>
                                        </p:attrNameLst>
                                      </p:cBhvr>
                                    </p:anim>
                                    <p:animScale>
                                      <p:cBhvr>
                                        <p:cTn id="197" dur="100" decel="100000" autoRev="1" fill="hold">
                                          <p:stCondLst>
                                            <p:cond delay="300"/>
                                          </p:stCondLst>
                                        </p:cTn>
                                        <p:tgtEl>
                                          <p:spTgt spid="26645"/>
                                        </p:tgtEl>
                                      </p:cBhvr>
                                      <p:from x="100000" y="100000"/>
                                      <p:to x="80000" y="100000"/>
                                    </p:animScale>
                                    <p:anim by="(#ppt_h/3+#ppt_w*0.1)" calcmode="lin" valueType="num">
                                      <p:cBhvr additive="sum">
                                        <p:cTn id="198" dur="100" decel="100000" autoRev="1" fill="hold">
                                          <p:stCondLst>
                                            <p:cond delay="300"/>
                                          </p:stCondLst>
                                        </p:cTn>
                                        <p:tgtEl>
                                          <p:spTgt spid="26645"/>
                                        </p:tgtEl>
                                        <p:attrNameLst>
                                          <p:attrName>ppt_x</p:attrName>
                                        </p:attrNameLst>
                                      </p:cBhvr>
                                    </p:anim>
                                  </p:childTnLst>
                                </p:cTn>
                              </p:par>
                              <p:par>
                                <p:cTn id="199" presetID="34" presetClass="entr" presetSubtype="0" fill="hold" grpId="0" nodeType="withEffect">
                                  <p:stCondLst>
                                    <p:cond delay="0"/>
                                  </p:stCondLst>
                                  <p:childTnLst>
                                    <p:set>
                                      <p:cBhvr>
                                        <p:cTn id="200" dur="1" fill="hold">
                                          <p:stCondLst>
                                            <p:cond delay="0"/>
                                          </p:stCondLst>
                                        </p:cTn>
                                        <p:tgtEl>
                                          <p:spTgt spid="26640"/>
                                        </p:tgtEl>
                                        <p:attrNameLst>
                                          <p:attrName>style.visibility</p:attrName>
                                        </p:attrNameLst>
                                      </p:cBhvr>
                                      <p:to>
                                        <p:strVal val="visible"/>
                                      </p:to>
                                    </p:set>
                                    <p:anim from="(-#ppt_w/2)" to="(#ppt_x)" calcmode="lin" valueType="num">
                                      <p:cBhvr>
                                        <p:cTn id="201" dur="600" fill="hold">
                                          <p:stCondLst>
                                            <p:cond delay="0"/>
                                          </p:stCondLst>
                                        </p:cTn>
                                        <p:tgtEl>
                                          <p:spTgt spid="26640"/>
                                        </p:tgtEl>
                                        <p:attrNameLst>
                                          <p:attrName>ppt_x</p:attrName>
                                        </p:attrNameLst>
                                      </p:cBhvr>
                                    </p:anim>
                                    <p:anim from="0" to="-1.0" calcmode="lin" valueType="num">
                                      <p:cBhvr>
                                        <p:cTn id="202" dur="200" decel="50000" autoRev="1" fill="hold">
                                          <p:stCondLst>
                                            <p:cond delay="600"/>
                                          </p:stCondLst>
                                        </p:cTn>
                                        <p:tgtEl>
                                          <p:spTgt spid="26640"/>
                                        </p:tgtEl>
                                        <p:attrNameLst>
                                          <p:attrName>xshear</p:attrName>
                                        </p:attrNameLst>
                                      </p:cBhvr>
                                    </p:anim>
                                    <p:animScale>
                                      <p:cBhvr>
                                        <p:cTn id="203" dur="200" decel="100000" autoRev="1" fill="hold">
                                          <p:stCondLst>
                                            <p:cond delay="600"/>
                                          </p:stCondLst>
                                        </p:cTn>
                                        <p:tgtEl>
                                          <p:spTgt spid="26640"/>
                                        </p:tgtEl>
                                      </p:cBhvr>
                                      <p:from x="100000" y="100000"/>
                                      <p:to x="80000" y="100000"/>
                                    </p:animScale>
                                    <p:anim by="(#ppt_h/3+#ppt_w*0.1)" calcmode="lin" valueType="num">
                                      <p:cBhvr additive="sum">
                                        <p:cTn id="204" dur="200" decel="100000" autoRev="1" fill="hold">
                                          <p:stCondLst>
                                            <p:cond delay="600"/>
                                          </p:stCondLst>
                                        </p:cTn>
                                        <p:tgtEl>
                                          <p:spTgt spid="26640"/>
                                        </p:tgtEl>
                                        <p:attrNameLst>
                                          <p:attrName>ppt_x</p:attrName>
                                        </p:attrNameLst>
                                      </p:cBhvr>
                                    </p:anim>
                                  </p:childTnLst>
                                </p:cTn>
                              </p:par>
                              <p:par>
                                <p:cTn id="205" presetID="34" presetClass="entr" presetSubtype="0" fill="hold" grpId="0" nodeType="withEffect">
                                  <p:stCondLst>
                                    <p:cond delay="0"/>
                                  </p:stCondLst>
                                  <p:childTnLst>
                                    <p:set>
                                      <p:cBhvr>
                                        <p:cTn id="206" dur="1" fill="hold">
                                          <p:stCondLst>
                                            <p:cond delay="0"/>
                                          </p:stCondLst>
                                        </p:cTn>
                                        <p:tgtEl>
                                          <p:spTgt spid="26653"/>
                                        </p:tgtEl>
                                        <p:attrNameLst>
                                          <p:attrName>style.visibility</p:attrName>
                                        </p:attrNameLst>
                                      </p:cBhvr>
                                      <p:to>
                                        <p:strVal val="visible"/>
                                      </p:to>
                                    </p:set>
                                    <p:anim from="(-#ppt_w/2)" to="(#ppt_x)" calcmode="lin" valueType="num">
                                      <p:cBhvr>
                                        <p:cTn id="207" dur="600" fill="hold">
                                          <p:stCondLst>
                                            <p:cond delay="0"/>
                                          </p:stCondLst>
                                        </p:cTn>
                                        <p:tgtEl>
                                          <p:spTgt spid="26653"/>
                                        </p:tgtEl>
                                        <p:attrNameLst>
                                          <p:attrName>ppt_x</p:attrName>
                                        </p:attrNameLst>
                                      </p:cBhvr>
                                    </p:anim>
                                    <p:anim from="0" to="-1.0" calcmode="lin" valueType="num">
                                      <p:cBhvr>
                                        <p:cTn id="208" dur="200" decel="50000" autoRev="1" fill="hold">
                                          <p:stCondLst>
                                            <p:cond delay="600"/>
                                          </p:stCondLst>
                                        </p:cTn>
                                        <p:tgtEl>
                                          <p:spTgt spid="26653"/>
                                        </p:tgtEl>
                                        <p:attrNameLst>
                                          <p:attrName>xshear</p:attrName>
                                        </p:attrNameLst>
                                      </p:cBhvr>
                                    </p:anim>
                                    <p:animScale>
                                      <p:cBhvr>
                                        <p:cTn id="209" dur="200" decel="100000" autoRev="1" fill="hold">
                                          <p:stCondLst>
                                            <p:cond delay="600"/>
                                          </p:stCondLst>
                                        </p:cTn>
                                        <p:tgtEl>
                                          <p:spTgt spid="26653"/>
                                        </p:tgtEl>
                                      </p:cBhvr>
                                      <p:from x="100000" y="100000"/>
                                      <p:to x="80000" y="100000"/>
                                    </p:animScale>
                                    <p:anim by="(#ppt_h/3+#ppt_w*0.1)" calcmode="lin" valueType="num">
                                      <p:cBhvr additive="sum">
                                        <p:cTn id="210" dur="200" decel="100000" autoRev="1" fill="hold">
                                          <p:stCondLst>
                                            <p:cond delay="600"/>
                                          </p:stCondLst>
                                        </p:cTn>
                                        <p:tgtEl>
                                          <p:spTgt spid="26653"/>
                                        </p:tgtEl>
                                        <p:attrNameLst>
                                          <p:attrName>ppt_x</p:attrName>
                                        </p:attrNameLst>
                                      </p:cBhvr>
                                    </p:anim>
                                  </p:childTnLst>
                                </p:cTn>
                              </p:par>
                              <p:par>
                                <p:cTn id="211" presetID="34" presetClass="entr" presetSubtype="0" fill="hold" grpId="0" nodeType="withEffect">
                                  <p:stCondLst>
                                    <p:cond delay="0"/>
                                  </p:stCondLst>
                                  <p:childTnLst>
                                    <p:set>
                                      <p:cBhvr>
                                        <p:cTn id="212" dur="1" fill="hold">
                                          <p:stCondLst>
                                            <p:cond delay="0"/>
                                          </p:stCondLst>
                                        </p:cTn>
                                        <p:tgtEl>
                                          <p:spTgt spid="26672"/>
                                        </p:tgtEl>
                                        <p:attrNameLst>
                                          <p:attrName>style.visibility</p:attrName>
                                        </p:attrNameLst>
                                      </p:cBhvr>
                                      <p:to>
                                        <p:strVal val="visible"/>
                                      </p:to>
                                    </p:set>
                                    <p:anim from="(-#ppt_w/2)" to="(#ppt_x)" calcmode="lin" valueType="num">
                                      <p:cBhvr>
                                        <p:cTn id="213" dur="600" fill="hold">
                                          <p:stCondLst>
                                            <p:cond delay="0"/>
                                          </p:stCondLst>
                                        </p:cTn>
                                        <p:tgtEl>
                                          <p:spTgt spid="26672"/>
                                        </p:tgtEl>
                                        <p:attrNameLst>
                                          <p:attrName>ppt_x</p:attrName>
                                        </p:attrNameLst>
                                      </p:cBhvr>
                                    </p:anim>
                                    <p:anim from="0" to="-1.0" calcmode="lin" valueType="num">
                                      <p:cBhvr>
                                        <p:cTn id="214" dur="200" decel="50000" autoRev="1" fill="hold">
                                          <p:stCondLst>
                                            <p:cond delay="600"/>
                                          </p:stCondLst>
                                        </p:cTn>
                                        <p:tgtEl>
                                          <p:spTgt spid="26672"/>
                                        </p:tgtEl>
                                        <p:attrNameLst>
                                          <p:attrName>xshear</p:attrName>
                                        </p:attrNameLst>
                                      </p:cBhvr>
                                    </p:anim>
                                    <p:animScale>
                                      <p:cBhvr>
                                        <p:cTn id="215" dur="200" decel="100000" autoRev="1" fill="hold">
                                          <p:stCondLst>
                                            <p:cond delay="600"/>
                                          </p:stCondLst>
                                        </p:cTn>
                                        <p:tgtEl>
                                          <p:spTgt spid="26672"/>
                                        </p:tgtEl>
                                      </p:cBhvr>
                                      <p:from x="100000" y="100000"/>
                                      <p:to x="80000" y="100000"/>
                                    </p:animScale>
                                    <p:anim by="(#ppt_h/3+#ppt_w*0.1)" calcmode="lin" valueType="num">
                                      <p:cBhvr additive="sum">
                                        <p:cTn id="216" dur="200" decel="100000" autoRev="1" fill="hold">
                                          <p:stCondLst>
                                            <p:cond delay="600"/>
                                          </p:stCondLst>
                                        </p:cTn>
                                        <p:tgtEl>
                                          <p:spTgt spid="26672"/>
                                        </p:tgtEl>
                                        <p:attrNameLst>
                                          <p:attrName>ppt_x</p:attrName>
                                        </p:attrNameLst>
                                      </p:cBhvr>
                                    </p:anim>
                                  </p:childTnLst>
                                </p:cTn>
                              </p:par>
                              <p:par>
                                <p:cTn id="217" presetID="34" presetClass="entr" presetSubtype="0" fill="hold" grpId="0" nodeType="withEffect">
                                  <p:stCondLst>
                                    <p:cond delay="0"/>
                                  </p:stCondLst>
                                  <p:childTnLst>
                                    <p:set>
                                      <p:cBhvr>
                                        <p:cTn id="218" dur="1" fill="hold">
                                          <p:stCondLst>
                                            <p:cond delay="0"/>
                                          </p:stCondLst>
                                        </p:cTn>
                                        <p:tgtEl>
                                          <p:spTgt spid="26656"/>
                                        </p:tgtEl>
                                        <p:attrNameLst>
                                          <p:attrName>style.visibility</p:attrName>
                                        </p:attrNameLst>
                                      </p:cBhvr>
                                      <p:to>
                                        <p:strVal val="visible"/>
                                      </p:to>
                                    </p:set>
                                    <p:anim from="(-#ppt_w/2)" to="(#ppt_x)" calcmode="lin" valueType="num">
                                      <p:cBhvr>
                                        <p:cTn id="219" dur="600" fill="hold">
                                          <p:stCondLst>
                                            <p:cond delay="0"/>
                                          </p:stCondLst>
                                        </p:cTn>
                                        <p:tgtEl>
                                          <p:spTgt spid="26656"/>
                                        </p:tgtEl>
                                        <p:attrNameLst>
                                          <p:attrName>ppt_x</p:attrName>
                                        </p:attrNameLst>
                                      </p:cBhvr>
                                    </p:anim>
                                    <p:anim from="0" to="-1.0" calcmode="lin" valueType="num">
                                      <p:cBhvr>
                                        <p:cTn id="220" dur="200" decel="50000" autoRev="1" fill="hold">
                                          <p:stCondLst>
                                            <p:cond delay="600"/>
                                          </p:stCondLst>
                                        </p:cTn>
                                        <p:tgtEl>
                                          <p:spTgt spid="26656"/>
                                        </p:tgtEl>
                                        <p:attrNameLst>
                                          <p:attrName>xshear</p:attrName>
                                        </p:attrNameLst>
                                      </p:cBhvr>
                                    </p:anim>
                                    <p:animScale>
                                      <p:cBhvr>
                                        <p:cTn id="221" dur="200" decel="100000" autoRev="1" fill="hold">
                                          <p:stCondLst>
                                            <p:cond delay="600"/>
                                          </p:stCondLst>
                                        </p:cTn>
                                        <p:tgtEl>
                                          <p:spTgt spid="26656"/>
                                        </p:tgtEl>
                                      </p:cBhvr>
                                      <p:from x="100000" y="100000"/>
                                      <p:to x="80000" y="100000"/>
                                    </p:animScale>
                                    <p:anim by="(#ppt_h/3+#ppt_w*0.1)" calcmode="lin" valueType="num">
                                      <p:cBhvr additive="sum">
                                        <p:cTn id="222" dur="200" decel="100000" autoRev="1" fill="hold">
                                          <p:stCondLst>
                                            <p:cond delay="600"/>
                                          </p:stCondLst>
                                        </p:cTn>
                                        <p:tgtEl>
                                          <p:spTgt spid="26656"/>
                                        </p:tgtEl>
                                        <p:attrNameLst>
                                          <p:attrName>ppt_x</p:attrName>
                                        </p:attrNameLst>
                                      </p:cBhvr>
                                    </p:anim>
                                  </p:childTnLst>
                                </p:cTn>
                              </p:par>
                              <p:par>
                                <p:cTn id="223" presetID="34" presetClass="entr" presetSubtype="0" fill="hold" nodeType="withEffect">
                                  <p:stCondLst>
                                    <p:cond delay="0"/>
                                  </p:stCondLst>
                                  <p:childTnLst>
                                    <p:set>
                                      <p:cBhvr>
                                        <p:cTn id="224" dur="1" fill="hold">
                                          <p:stCondLst>
                                            <p:cond delay="0"/>
                                          </p:stCondLst>
                                        </p:cTn>
                                        <p:tgtEl>
                                          <p:spTgt spid="26627"/>
                                        </p:tgtEl>
                                        <p:attrNameLst>
                                          <p:attrName>style.visibility</p:attrName>
                                        </p:attrNameLst>
                                      </p:cBhvr>
                                      <p:to>
                                        <p:strVal val="visible"/>
                                      </p:to>
                                    </p:set>
                                    <p:anim from="(-#ppt_w/2)" to="(#ppt_x)" calcmode="lin" valueType="num">
                                      <p:cBhvr>
                                        <p:cTn id="225" dur="600" fill="hold">
                                          <p:stCondLst>
                                            <p:cond delay="0"/>
                                          </p:stCondLst>
                                        </p:cTn>
                                        <p:tgtEl>
                                          <p:spTgt spid="26627"/>
                                        </p:tgtEl>
                                        <p:attrNameLst>
                                          <p:attrName>ppt_x</p:attrName>
                                        </p:attrNameLst>
                                      </p:cBhvr>
                                    </p:anim>
                                    <p:anim from="0" to="-1.0" calcmode="lin" valueType="num">
                                      <p:cBhvr>
                                        <p:cTn id="226" dur="200" decel="50000" autoRev="1" fill="hold">
                                          <p:stCondLst>
                                            <p:cond delay="600"/>
                                          </p:stCondLst>
                                        </p:cTn>
                                        <p:tgtEl>
                                          <p:spTgt spid="26627"/>
                                        </p:tgtEl>
                                        <p:attrNameLst>
                                          <p:attrName>xshear</p:attrName>
                                        </p:attrNameLst>
                                      </p:cBhvr>
                                    </p:anim>
                                    <p:animScale>
                                      <p:cBhvr>
                                        <p:cTn id="227" dur="200" decel="100000" autoRev="1" fill="hold">
                                          <p:stCondLst>
                                            <p:cond delay="600"/>
                                          </p:stCondLst>
                                        </p:cTn>
                                        <p:tgtEl>
                                          <p:spTgt spid="26627"/>
                                        </p:tgtEl>
                                      </p:cBhvr>
                                      <p:from x="100000" y="100000"/>
                                      <p:to x="80000" y="100000"/>
                                    </p:animScale>
                                    <p:anim by="(#ppt_h/3+#ppt_w*0.1)" calcmode="lin" valueType="num">
                                      <p:cBhvr additive="sum">
                                        <p:cTn id="228" dur="200" decel="100000" autoRev="1" fill="hold">
                                          <p:stCondLst>
                                            <p:cond delay="600"/>
                                          </p:stCondLst>
                                        </p:cTn>
                                        <p:tgtEl>
                                          <p:spTgt spid="26627"/>
                                        </p:tgtEl>
                                        <p:attrNameLst>
                                          <p:attrName>ppt_x</p:attrName>
                                        </p:attrNameLst>
                                      </p:cBhvr>
                                    </p:anim>
                                  </p:childTnLst>
                                </p:cTn>
                              </p:par>
                            </p:childTnLst>
                          </p:cTn>
                        </p:par>
                      </p:childTnLst>
                    </p:cTn>
                  </p:par>
                  <p:par>
                    <p:cTn id="229" fill="hold" nodeType="clickPar">
                      <p:stCondLst>
                        <p:cond delay="indefinite"/>
                      </p:stCondLst>
                      <p:childTnLst>
                        <p:par>
                          <p:cTn id="230" fill="hold" nodeType="withGroup">
                            <p:stCondLst>
                              <p:cond delay="0"/>
                            </p:stCondLst>
                            <p:childTnLst>
                              <p:par>
                                <p:cTn id="231" presetID="34" presetClass="entr" presetSubtype="0" fill="hold" grpId="0" nodeType="clickEffect">
                                  <p:stCondLst>
                                    <p:cond delay="0"/>
                                  </p:stCondLst>
                                  <p:childTnLst>
                                    <p:set>
                                      <p:cBhvr>
                                        <p:cTn id="232" dur="1" fill="hold">
                                          <p:stCondLst>
                                            <p:cond delay="0"/>
                                          </p:stCondLst>
                                        </p:cTn>
                                        <p:tgtEl>
                                          <p:spTgt spid="26633"/>
                                        </p:tgtEl>
                                        <p:attrNameLst>
                                          <p:attrName>style.visibility</p:attrName>
                                        </p:attrNameLst>
                                      </p:cBhvr>
                                      <p:to>
                                        <p:strVal val="visible"/>
                                      </p:to>
                                    </p:set>
                                    <p:anim from="(-#ppt_w/2)" to="(#ppt_x)" calcmode="lin" valueType="num">
                                      <p:cBhvr>
                                        <p:cTn id="233" dur="600" fill="hold">
                                          <p:stCondLst>
                                            <p:cond delay="0"/>
                                          </p:stCondLst>
                                        </p:cTn>
                                        <p:tgtEl>
                                          <p:spTgt spid="26633"/>
                                        </p:tgtEl>
                                        <p:attrNameLst>
                                          <p:attrName>ppt_x</p:attrName>
                                        </p:attrNameLst>
                                      </p:cBhvr>
                                    </p:anim>
                                    <p:anim from="0" to="-1.0" calcmode="lin" valueType="num">
                                      <p:cBhvr>
                                        <p:cTn id="234" dur="200" decel="50000" autoRev="1" fill="hold">
                                          <p:stCondLst>
                                            <p:cond delay="600"/>
                                          </p:stCondLst>
                                        </p:cTn>
                                        <p:tgtEl>
                                          <p:spTgt spid="26633"/>
                                        </p:tgtEl>
                                        <p:attrNameLst>
                                          <p:attrName>xshear</p:attrName>
                                        </p:attrNameLst>
                                      </p:cBhvr>
                                    </p:anim>
                                    <p:animScale>
                                      <p:cBhvr>
                                        <p:cTn id="235" dur="200" decel="100000" autoRev="1" fill="hold">
                                          <p:stCondLst>
                                            <p:cond delay="600"/>
                                          </p:stCondLst>
                                        </p:cTn>
                                        <p:tgtEl>
                                          <p:spTgt spid="26633"/>
                                        </p:tgtEl>
                                      </p:cBhvr>
                                      <p:from x="100000" y="100000"/>
                                      <p:to x="80000" y="100000"/>
                                    </p:animScale>
                                    <p:anim by="(#ppt_h/3+#ppt_w*0.1)" calcmode="lin" valueType="num">
                                      <p:cBhvr additive="sum">
                                        <p:cTn id="236" dur="200" decel="100000" autoRev="1" fill="hold">
                                          <p:stCondLst>
                                            <p:cond delay="600"/>
                                          </p:stCondLst>
                                        </p:cTn>
                                        <p:tgtEl>
                                          <p:spTgt spid="26633"/>
                                        </p:tgtEl>
                                        <p:attrNameLst>
                                          <p:attrName>ppt_x</p:attrName>
                                        </p:attrNameLst>
                                      </p:cBhvr>
                                    </p:anim>
                                  </p:childTnLst>
                                </p:cTn>
                              </p:par>
                            </p:childTnLst>
                          </p:cTn>
                        </p:par>
                      </p:childTnLst>
                    </p:cTn>
                  </p:par>
                  <p:par>
                    <p:cTn id="237" fill="hold" nodeType="clickPar">
                      <p:stCondLst>
                        <p:cond delay="indefinite"/>
                      </p:stCondLst>
                      <p:childTnLst>
                        <p:par>
                          <p:cTn id="238" fill="hold" nodeType="withGroup">
                            <p:stCondLst>
                              <p:cond delay="0"/>
                            </p:stCondLst>
                            <p:childTnLst>
                              <p:par>
                                <p:cTn id="239" presetID="34" presetClass="exit" presetSubtype="0" fill="hold" grpId="1" nodeType="clickEffect">
                                  <p:stCondLst>
                                    <p:cond delay="0"/>
                                  </p:stCondLst>
                                  <p:childTnLst>
                                    <p:anim from="(ppt_x)" to="(ppt_x+1)" calcmode="lin" valueType="num">
                                      <p:cBhvr>
                                        <p:cTn id="240" dur="500">
                                          <p:stCondLst>
                                            <p:cond delay="0"/>
                                          </p:stCondLst>
                                        </p:cTn>
                                        <p:tgtEl>
                                          <p:spTgt spid="26654"/>
                                        </p:tgtEl>
                                        <p:attrNameLst>
                                          <p:attrName>ppt_x</p:attrName>
                                        </p:attrNameLst>
                                      </p:cBhvr>
                                    </p:anim>
                                    <p:anim from="0" to="-1.0" calcmode="lin" valueType="num">
                                      <p:cBhvr>
                                        <p:cTn id="241" dur="100" accel="50000">
                                          <p:stCondLst>
                                            <p:cond delay="0"/>
                                          </p:stCondLst>
                                        </p:cTn>
                                        <p:tgtEl>
                                          <p:spTgt spid="26654"/>
                                        </p:tgtEl>
                                        <p:attrNameLst>
                                          <p:attrName>xshear</p:attrName>
                                        </p:attrNameLst>
                                      </p:cBhvr>
                                    </p:anim>
                                    <p:set>
                                      <p:cBhvr>
                                        <p:cTn id="242" dur="400">
                                          <p:stCondLst>
                                            <p:cond delay="100"/>
                                          </p:stCondLst>
                                        </p:cTn>
                                        <p:tgtEl>
                                          <p:spTgt spid="26654"/>
                                        </p:tgtEl>
                                        <p:attrNameLst>
                                          <p:attrName>xshear</p:attrName>
                                        </p:attrNameLst>
                                      </p:cBhvr>
                                      <p:to>
                                        <p:strVal val="-1.0"/>
                                      </p:to>
                                    </p:set>
                                    <p:set>
                                      <p:cBhvr>
                                        <p:cTn id="243" dur="1" fill="hold">
                                          <p:stCondLst>
                                            <p:cond delay="499"/>
                                          </p:stCondLst>
                                        </p:cTn>
                                        <p:tgtEl>
                                          <p:spTgt spid="26654"/>
                                        </p:tgtEl>
                                        <p:attrNameLst>
                                          <p:attrName>style.visibility</p:attrName>
                                        </p:attrNameLst>
                                      </p:cBhvr>
                                      <p:to>
                                        <p:strVal val="hidden"/>
                                      </p:to>
                                    </p:set>
                                  </p:childTnLst>
                                </p:cTn>
                              </p:par>
                            </p:childTnLst>
                          </p:cTn>
                        </p:par>
                      </p:childTnLst>
                    </p:cTn>
                  </p:par>
                  <p:par>
                    <p:cTn id="244" fill="hold" nodeType="clickPar">
                      <p:stCondLst>
                        <p:cond delay="indefinite"/>
                      </p:stCondLst>
                      <p:childTnLst>
                        <p:par>
                          <p:cTn id="245" fill="hold" nodeType="withGroup">
                            <p:stCondLst>
                              <p:cond delay="0"/>
                            </p:stCondLst>
                            <p:childTnLst>
                              <p:par>
                                <p:cTn id="246" presetID="63" presetClass="path" presetSubtype="0" accel="50000" decel="50000" fill="hold" grpId="1" nodeType="clickEffect">
                                  <p:stCondLst>
                                    <p:cond delay="0"/>
                                  </p:stCondLst>
                                  <p:childTnLst>
                                    <p:animMotion origin="layout" path="M 2.77778E-6 -3.7037E-6 L 0.16771 -0.02014 " pathEditMode="relative" rAng="0" ptsTypes="AA">
                                      <p:cBhvr>
                                        <p:cTn id="247" dur="500" fill="hold"/>
                                        <p:tgtEl>
                                          <p:spTgt spid="26645"/>
                                        </p:tgtEl>
                                        <p:attrNameLst>
                                          <p:attrName>ppt_x</p:attrName>
                                          <p:attrName>ppt_y</p:attrName>
                                        </p:attrNameLst>
                                      </p:cBhvr>
                                      <p:rCtr x="8385" y="-1019"/>
                                    </p:animMotion>
                                  </p:childTnLst>
                                </p:cTn>
                              </p:par>
                            </p:childTnLst>
                          </p:cTn>
                        </p:par>
                      </p:childTnLst>
                    </p:cTn>
                  </p:par>
                  <p:par>
                    <p:cTn id="248" fill="hold" nodeType="clickPar">
                      <p:stCondLst>
                        <p:cond delay="indefinite"/>
                      </p:stCondLst>
                      <p:childTnLst>
                        <p:par>
                          <p:cTn id="249" fill="hold" nodeType="withGroup">
                            <p:stCondLst>
                              <p:cond delay="0"/>
                            </p:stCondLst>
                            <p:childTnLst>
                              <p:par>
                                <p:cTn id="250" presetID="34" presetClass="entr" presetSubtype="0" fill="hold" nodeType="clickEffect">
                                  <p:stCondLst>
                                    <p:cond delay="0"/>
                                  </p:stCondLst>
                                  <p:childTnLst>
                                    <p:set>
                                      <p:cBhvr>
                                        <p:cTn id="251" dur="1" fill="hold">
                                          <p:stCondLst>
                                            <p:cond delay="0"/>
                                          </p:stCondLst>
                                        </p:cTn>
                                        <p:tgtEl>
                                          <p:spTgt spid="26629"/>
                                        </p:tgtEl>
                                        <p:attrNameLst>
                                          <p:attrName>style.visibility</p:attrName>
                                        </p:attrNameLst>
                                      </p:cBhvr>
                                      <p:to>
                                        <p:strVal val="visible"/>
                                      </p:to>
                                    </p:set>
                                    <p:anim from="(-#ppt_w/2)" to="(#ppt_x)" calcmode="lin" valueType="num">
                                      <p:cBhvr>
                                        <p:cTn id="252" dur="300" fill="hold">
                                          <p:stCondLst>
                                            <p:cond delay="0"/>
                                          </p:stCondLst>
                                        </p:cTn>
                                        <p:tgtEl>
                                          <p:spTgt spid="26629"/>
                                        </p:tgtEl>
                                        <p:attrNameLst>
                                          <p:attrName>ppt_x</p:attrName>
                                        </p:attrNameLst>
                                      </p:cBhvr>
                                    </p:anim>
                                    <p:anim from="0" to="-1.0" calcmode="lin" valueType="num">
                                      <p:cBhvr>
                                        <p:cTn id="253" dur="100" decel="50000" autoRev="1" fill="hold">
                                          <p:stCondLst>
                                            <p:cond delay="300"/>
                                          </p:stCondLst>
                                        </p:cTn>
                                        <p:tgtEl>
                                          <p:spTgt spid="26629"/>
                                        </p:tgtEl>
                                        <p:attrNameLst>
                                          <p:attrName>xshear</p:attrName>
                                        </p:attrNameLst>
                                      </p:cBhvr>
                                    </p:anim>
                                    <p:animScale>
                                      <p:cBhvr>
                                        <p:cTn id="254" dur="100" decel="100000" autoRev="1" fill="hold">
                                          <p:stCondLst>
                                            <p:cond delay="300"/>
                                          </p:stCondLst>
                                        </p:cTn>
                                        <p:tgtEl>
                                          <p:spTgt spid="26629"/>
                                        </p:tgtEl>
                                      </p:cBhvr>
                                      <p:from x="100000" y="100000"/>
                                      <p:to x="80000" y="100000"/>
                                    </p:animScale>
                                    <p:anim by="(#ppt_h/3+#ppt_w*0.1)" calcmode="lin" valueType="num">
                                      <p:cBhvr additive="sum">
                                        <p:cTn id="255" dur="100" decel="100000" autoRev="1" fill="hold">
                                          <p:stCondLst>
                                            <p:cond delay="300"/>
                                          </p:stCondLst>
                                        </p:cTn>
                                        <p:tgtEl>
                                          <p:spTgt spid="26629"/>
                                        </p:tgtEl>
                                        <p:attrNameLst>
                                          <p:attrName>ppt_x</p:attrName>
                                        </p:attrNameLst>
                                      </p:cBhvr>
                                    </p:anim>
                                  </p:childTnLst>
                                </p:cTn>
                              </p:par>
                              <p:par>
                                <p:cTn id="256" presetID="34" presetClass="entr" presetSubtype="0" fill="hold" grpId="0" nodeType="withEffect">
                                  <p:stCondLst>
                                    <p:cond delay="0"/>
                                  </p:stCondLst>
                                  <p:childTnLst>
                                    <p:set>
                                      <p:cBhvr>
                                        <p:cTn id="257" dur="1" fill="hold">
                                          <p:stCondLst>
                                            <p:cond delay="0"/>
                                          </p:stCondLst>
                                        </p:cTn>
                                        <p:tgtEl>
                                          <p:spTgt spid="26673"/>
                                        </p:tgtEl>
                                        <p:attrNameLst>
                                          <p:attrName>style.visibility</p:attrName>
                                        </p:attrNameLst>
                                      </p:cBhvr>
                                      <p:to>
                                        <p:strVal val="visible"/>
                                      </p:to>
                                    </p:set>
                                    <p:anim from="(-#ppt_w/2)" to="(#ppt_x)" calcmode="lin" valueType="num">
                                      <p:cBhvr>
                                        <p:cTn id="258" dur="300" fill="hold">
                                          <p:stCondLst>
                                            <p:cond delay="0"/>
                                          </p:stCondLst>
                                        </p:cTn>
                                        <p:tgtEl>
                                          <p:spTgt spid="26673"/>
                                        </p:tgtEl>
                                        <p:attrNameLst>
                                          <p:attrName>ppt_x</p:attrName>
                                        </p:attrNameLst>
                                      </p:cBhvr>
                                    </p:anim>
                                    <p:anim from="0" to="-1.0" calcmode="lin" valueType="num">
                                      <p:cBhvr>
                                        <p:cTn id="259" dur="100" decel="50000" autoRev="1" fill="hold">
                                          <p:stCondLst>
                                            <p:cond delay="300"/>
                                          </p:stCondLst>
                                        </p:cTn>
                                        <p:tgtEl>
                                          <p:spTgt spid="26673"/>
                                        </p:tgtEl>
                                        <p:attrNameLst>
                                          <p:attrName>xshear</p:attrName>
                                        </p:attrNameLst>
                                      </p:cBhvr>
                                    </p:anim>
                                    <p:animScale>
                                      <p:cBhvr>
                                        <p:cTn id="260" dur="100" decel="100000" autoRev="1" fill="hold">
                                          <p:stCondLst>
                                            <p:cond delay="300"/>
                                          </p:stCondLst>
                                        </p:cTn>
                                        <p:tgtEl>
                                          <p:spTgt spid="26673"/>
                                        </p:tgtEl>
                                      </p:cBhvr>
                                      <p:from x="100000" y="100000"/>
                                      <p:to x="80000" y="100000"/>
                                    </p:animScale>
                                    <p:anim by="(#ppt_h/3+#ppt_w*0.1)" calcmode="lin" valueType="num">
                                      <p:cBhvr additive="sum">
                                        <p:cTn id="261" dur="100" decel="100000" autoRev="1" fill="hold">
                                          <p:stCondLst>
                                            <p:cond delay="300"/>
                                          </p:stCondLst>
                                        </p:cTn>
                                        <p:tgtEl>
                                          <p:spTgt spid="26673"/>
                                        </p:tgtEl>
                                        <p:attrNameLst>
                                          <p:attrName>ppt_x</p:attrName>
                                        </p:attrNameLst>
                                      </p:cBhvr>
                                    </p:anim>
                                  </p:childTnLst>
                                </p:cTn>
                              </p:par>
                              <p:par>
                                <p:cTn id="262" presetID="34" presetClass="entr" presetSubtype="0" fill="hold" grpId="0" nodeType="withEffect">
                                  <p:stCondLst>
                                    <p:cond delay="0"/>
                                  </p:stCondLst>
                                  <p:childTnLst>
                                    <p:set>
                                      <p:cBhvr>
                                        <p:cTn id="263" dur="1" fill="hold">
                                          <p:stCondLst>
                                            <p:cond delay="0"/>
                                          </p:stCondLst>
                                        </p:cTn>
                                        <p:tgtEl>
                                          <p:spTgt spid="26643"/>
                                        </p:tgtEl>
                                        <p:attrNameLst>
                                          <p:attrName>style.visibility</p:attrName>
                                        </p:attrNameLst>
                                      </p:cBhvr>
                                      <p:to>
                                        <p:strVal val="visible"/>
                                      </p:to>
                                    </p:set>
                                    <p:anim from="(-#ppt_w/2)" to="(#ppt_x)" calcmode="lin" valueType="num">
                                      <p:cBhvr>
                                        <p:cTn id="264" dur="300" fill="hold">
                                          <p:stCondLst>
                                            <p:cond delay="0"/>
                                          </p:stCondLst>
                                        </p:cTn>
                                        <p:tgtEl>
                                          <p:spTgt spid="26643"/>
                                        </p:tgtEl>
                                        <p:attrNameLst>
                                          <p:attrName>ppt_x</p:attrName>
                                        </p:attrNameLst>
                                      </p:cBhvr>
                                    </p:anim>
                                    <p:anim from="0" to="-1.0" calcmode="lin" valueType="num">
                                      <p:cBhvr>
                                        <p:cTn id="265" dur="100" decel="50000" autoRev="1" fill="hold">
                                          <p:stCondLst>
                                            <p:cond delay="300"/>
                                          </p:stCondLst>
                                        </p:cTn>
                                        <p:tgtEl>
                                          <p:spTgt spid="26643"/>
                                        </p:tgtEl>
                                        <p:attrNameLst>
                                          <p:attrName>xshear</p:attrName>
                                        </p:attrNameLst>
                                      </p:cBhvr>
                                    </p:anim>
                                    <p:animScale>
                                      <p:cBhvr>
                                        <p:cTn id="266" dur="100" decel="100000" autoRev="1" fill="hold">
                                          <p:stCondLst>
                                            <p:cond delay="300"/>
                                          </p:stCondLst>
                                        </p:cTn>
                                        <p:tgtEl>
                                          <p:spTgt spid="26643"/>
                                        </p:tgtEl>
                                      </p:cBhvr>
                                      <p:from x="100000" y="100000"/>
                                      <p:to x="80000" y="100000"/>
                                    </p:animScale>
                                    <p:anim by="(#ppt_h/3+#ppt_w*0.1)" calcmode="lin" valueType="num">
                                      <p:cBhvr additive="sum">
                                        <p:cTn id="267" dur="100" decel="100000" autoRev="1" fill="hold">
                                          <p:stCondLst>
                                            <p:cond delay="300"/>
                                          </p:stCondLst>
                                        </p:cTn>
                                        <p:tgtEl>
                                          <p:spTgt spid="26643"/>
                                        </p:tgtEl>
                                        <p:attrNameLst>
                                          <p:attrName>ppt_x</p:attrName>
                                        </p:attrNameLst>
                                      </p:cBhvr>
                                    </p:anim>
                                  </p:childTnLst>
                                </p:cTn>
                              </p:par>
                              <p:par>
                                <p:cTn id="268" presetID="34" presetClass="entr" presetSubtype="0" fill="hold" grpId="0" nodeType="withEffect">
                                  <p:stCondLst>
                                    <p:cond delay="0"/>
                                  </p:stCondLst>
                                  <p:childTnLst>
                                    <p:set>
                                      <p:cBhvr>
                                        <p:cTn id="269" dur="1" fill="hold">
                                          <p:stCondLst>
                                            <p:cond delay="0"/>
                                          </p:stCondLst>
                                        </p:cTn>
                                        <p:tgtEl>
                                          <p:spTgt spid="26674"/>
                                        </p:tgtEl>
                                        <p:attrNameLst>
                                          <p:attrName>style.visibility</p:attrName>
                                        </p:attrNameLst>
                                      </p:cBhvr>
                                      <p:to>
                                        <p:strVal val="visible"/>
                                      </p:to>
                                    </p:set>
                                    <p:anim from="(-#ppt_w/2)" to="(#ppt_x)" calcmode="lin" valueType="num">
                                      <p:cBhvr>
                                        <p:cTn id="270" dur="300" fill="hold">
                                          <p:stCondLst>
                                            <p:cond delay="0"/>
                                          </p:stCondLst>
                                        </p:cTn>
                                        <p:tgtEl>
                                          <p:spTgt spid="26674"/>
                                        </p:tgtEl>
                                        <p:attrNameLst>
                                          <p:attrName>ppt_x</p:attrName>
                                        </p:attrNameLst>
                                      </p:cBhvr>
                                    </p:anim>
                                    <p:anim from="0" to="-1.0" calcmode="lin" valueType="num">
                                      <p:cBhvr>
                                        <p:cTn id="271" dur="100" decel="50000" autoRev="1" fill="hold">
                                          <p:stCondLst>
                                            <p:cond delay="300"/>
                                          </p:stCondLst>
                                        </p:cTn>
                                        <p:tgtEl>
                                          <p:spTgt spid="26674"/>
                                        </p:tgtEl>
                                        <p:attrNameLst>
                                          <p:attrName>xshear</p:attrName>
                                        </p:attrNameLst>
                                      </p:cBhvr>
                                    </p:anim>
                                    <p:animScale>
                                      <p:cBhvr>
                                        <p:cTn id="272" dur="100" decel="100000" autoRev="1" fill="hold">
                                          <p:stCondLst>
                                            <p:cond delay="300"/>
                                          </p:stCondLst>
                                        </p:cTn>
                                        <p:tgtEl>
                                          <p:spTgt spid="26674"/>
                                        </p:tgtEl>
                                      </p:cBhvr>
                                      <p:from x="100000" y="100000"/>
                                      <p:to x="80000" y="100000"/>
                                    </p:animScale>
                                    <p:anim by="(#ppt_h/3+#ppt_w*0.1)" calcmode="lin" valueType="num">
                                      <p:cBhvr additive="sum">
                                        <p:cTn id="273" dur="100" decel="100000" autoRev="1" fill="hold">
                                          <p:stCondLst>
                                            <p:cond delay="300"/>
                                          </p:stCondLst>
                                        </p:cTn>
                                        <p:tgtEl>
                                          <p:spTgt spid="26674"/>
                                        </p:tgtEl>
                                        <p:attrNameLst>
                                          <p:attrName>ppt_x</p:attrName>
                                        </p:attrNameLst>
                                      </p:cBhvr>
                                    </p:anim>
                                  </p:childTnLst>
                                </p:cTn>
                              </p:par>
                              <p:par>
                                <p:cTn id="274" presetID="34" presetClass="entr" presetSubtype="0" fill="hold" grpId="0" nodeType="withEffect">
                                  <p:stCondLst>
                                    <p:cond delay="0"/>
                                  </p:stCondLst>
                                  <p:childTnLst>
                                    <p:set>
                                      <p:cBhvr>
                                        <p:cTn id="275" dur="1" fill="hold">
                                          <p:stCondLst>
                                            <p:cond delay="0"/>
                                          </p:stCondLst>
                                        </p:cTn>
                                        <p:tgtEl>
                                          <p:spTgt spid="26675"/>
                                        </p:tgtEl>
                                        <p:attrNameLst>
                                          <p:attrName>style.visibility</p:attrName>
                                        </p:attrNameLst>
                                      </p:cBhvr>
                                      <p:to>
                                        <p:strVal val="visible"/>
                                      </p:to>
                                    </p:set>
                                    <p:anim from="(-#ppt_w/2)" to="(#ppt_x)" calcmode="lin" valueType="num">
                                      <p:cBhvr>
                                        <p:cTn id="276" dur="300" fill="hold">
                                          <p:stCondLst>
                                            <p:cond delay="0"/>
                                          </p:stCondLst>
                                        </p:cTn>
                                        <p:tgtEl>
                                          <p:spTgt spid="26675"/>
                                        </p:tgtEl>
                                        <p:attrNameLst>
                                          <p:attrName>ppt_x</p:attrName>
                                        </p:attrNameLst>
                                      </p:cBhvr>
                                    </p:anim>
                                    <p:anim from="0" to="-1.0" calcmode="lin" valueType="num">
                                      <p:cBhvr>
                                        <p:cTn id="277" dur="100" decel="50000" autoRev="1" fill="hold">
                                          <p:stCondLst>
                                            <p:cond delay="300"/>
                                          </p:stCondLst>
                                        </p:cTn>
                                        <p:tgtEl>
                                          <p:spTgt spid="26675"/>
                                        </p:tgtEl>
                                        <p:attrNameLst>
                                          <p:attrName>xshear</p:attrName>
                                        </p:attrNameLst>
                                      </p:cBhvr>
                                    </p:anim>
                                    <p:animScale>
                                      <p:cBhvr>
                                        <p:cTn id="278" dur="100" decel="100000" autoRev="1" fill="hold">
                                          <p:stCondLst>
                                            <p:cond delay="300"/>
                                          </p:stCondLst>
                                        </p:cTn>
                                        <p:tgtEl>
                                          <p:spTgt spid="26675"/>
                                        </p:tgtEl>
                                      </p:cBhvr>
                                      <p:from x="100000" y="100000"/>
                                      <p:to x="80000" y="100000"/>
                                    </p:animScale>
                                    <p:anim by="(#ppt_h/3+#ppt_w*0.1)" calcmode="lin" valueType="num">
                                      <p:cBhvr additive="sum">
                                        <p:cTn id="279" dur="100" decel="100000" autoRev="1" fill="hold">
                                          <p:stCondLst>
                                            <p:cond delay="300"/>
                                          </p:stCondLst>
                                        </p:cTn>
                                        <p:tgtEl>
                                          <p:spTgt spid="26675"/>
                                        </p:tgtEl>
                                        <p:attrNameLst>
                                          <p:attrName>ppt_x</p:attrName>
                                        </p:attrNameLst>
                                      </p:cBhvr>
                                    </p:anim>
                                  </p:childTnLst>
                                </p:cTn>
                              </p:par>
                              <p:par>
                                <p:cTn id="280" presetID="34" presetClass="entr" presetSubtype="0" fill="hold" grpId="0" nodeType="withEffect">
                                  <p:stCondLst>
                                    <p:cond delay="0"/>
                                  </p:stCondLst>
                                  <p:childTnLst>
                                    <p:set>
                                      <p:cBhvr>
                                        <p:cTn id="281" dur="1" fill="hold">
                                          <p:stCondLst>
                                            <p:cond delay="0"/>
                                          </p:stCondLst>
                                        </p:cTn>
                                        <p:tgtEl>
                                          <p:spTgt spid="26649"/>
                                        </p:tgtEl>
                                        <p:attrNameLst>
                                          <p:attrName>style.visibility</p:attrName>
                                        </p:attrNameLst>
                                      </p:cBhvr>
                                      <p:to>
                                        <p:strVal val="visible"/>
                                      </p:to>
                                    </p:set>
                                    <p:anim from="(-#ppt_w/2)" to="(#ppt_x)" calcmode="lin" valueType="num">
                                      <p:cBhvr>
                                        <p:cTn id="282" dur="300" fill="hold">
                                          <p:stCondLst>
                                            <p:cond delay="0"/>
                                          </p:stCondLst>
                                        </p:cTn>
                                        <p:tgtEl>
                                          <p:spTgt spid="26649"/>
                                        </p:tgtEl>
                                        <p:attrNameLst>
                                          <p:attrName>ppt_x</p:attrName>
                                        </p:attrNameLst>
                                      </p:cBhvr>
                                    </p:anim>
                                    <p:anim from="0" to="-1.0" calcmode="lin" valueType="num">
                                      <p:cBhvr>
                                        <p:cTn id="283" dur="100" decel="50000" autoRev="1" fill="hold">
                                          <p:stCondLst>
                                            <p:cond delay="300"/>
                                          </p:stCondLst>
                                        </p:cTn>
                                        <p:tgtEl>
                                          <p:spTgt spid="26649"/>
                                        </p:tgtEl>
                                        <p:attrNameLst>
                                          <p:attrName>xshear</p:attrName>
                                        </p:attrNameLst>
                                      </p:cBhvr>
                                    </p:anim>
                                    <p:animScale>
                                      <p:cBhvr>
                                        <p:cTn id="284" dur="100" decel="100000" autoRev="1" fill="hold">
                                          <p:stCondLst>
                                            <p:cond delay="300"/>
                                          </p:stCondLst>
                                        </p:cTn>
                                        <p:tgtEl>
                                          <p:spTgt spid="26649"/>
                                        </p:tgtEl>
                                      </p:cBhvr>
                                      <p:from x="100000" y="100000"/>
                                      <p:to x="80000" y="100000"/>
                                    </p:animScale>
                                    <p:anim by="(#ppt_h/3+#ppt_w*0.1)" calcmode="lin" valueType="num">
                                      <p:cBhvr additive="sum">
                                        <p:cTn id="285" dur="100" decel="100000" autoRev="1" fill="hold">
                                          <p:stCondLst>
                                            <p:cond delay="300"/>
                                          </p:stCondLst>
                                        </p:cTn>
                                        <p:tgtEl>
                                          <p:spTgt spid="26649"/>
                                        </p:tgtEl>
                                        <p:attrNameLst>
                                          <p:attrName>ppt_x</p:attrName>
                                        </p:attrNameLst>
                                      </p:cBhvr>
                                    </p:anim>
                                  </p:childTnLst>
                                </p:cTn>
                              </p:par>
                              <p:par>
                                <p:cTn id="286" presetID="34" presetClass="entr" presetSubtype="0" fill="hold" grpId="0" nodeType="withEffect">
                                  <p:stCondLst>
                                    <p:cond delay="0"/>
                                  </p:stCondLst>
                                  <p:childTnLst>
                                    <p:set>
                                      <p:cBhvr>
                                        <p:cTn id="287" dur="1" fill="hold">
                                          <p:stCondLst>
                                            <p:cond delay="0"/>
                                          </p:stCondLst>
                                        </p:cTn>
                                        <p:tgtEl>
                                          <p:spTgt spid="26638"/>
                                        </p:tgtEl>
                                        <p:attrNameLst>
                                          <p:attrName>style.visibility</p:attrName>
                                        </p:attrNameLst>
                                      </p:cBhvr>
                                      <p:to>
                                        <p:strVal val="visible"/>
                                      </p:to>
                                    </p:set>
                                    <p:anim from="(-#ppt_w/2)" to="(#ppt_x)" calcmode="lin" valueType="num">
                                      <p:cBhvr>
                                        <p:cTn id="288" dur="300" fill="hold">
                                          <p:stCondLst>
                                            <p:cond delay="0"/>
                                          </p:stCondLst>
                                        </p:cTn>
                                        <p:tgtEl>
                                          <p:spTgt spid="26638"/>
                                        </p:tgtEl>
                                        <p:attrNameLst>
                                          <p:attrName>ppt_x</p:attrName>
                                        </p:attrNameLst>
                                      </p:cBhvr>
                                    </p:anim>
                                    <p:anim from="0" to="-1.0" calcmode="lin" valueType="num">
                                      <p:cBhvr>
                                        <p:cTn id="289" dur="100" decel="50000" autoRev="1" fill="hold">
                                          <p:stCondLst>
                                            <p:cond delay="300"/>
                                          </p:stCondLst>
                                        </p:cTn>
                                        <p:tgtEl>
                                          <p:spTgt spid="26638"/>
                                        </p:tgtEl>
                                        <p:attrNameLst>
                                          <p:attrName>xshear</p:attrName>
                                        </p:attrNameLst>
                                      </p:cBhvr>
                                    </p:anim>
                                    <p:animScale>
                                      <p:cBhvr>
                                        <p:cTn id="290" dur="100" decel="100000" autoRev="1" fill="hold">
                                          <p:stCondLst>
                                            <p:cond delay="300"/>
                                          </p:stCondLst>
                                        </p:cTn>
                                        <p:tgtEl>
                                          <p:spTgt spid="26638"/>
                                        </p:tgtEl>
                                      </p:cBhvr>
                                      <p:from x="100000" y="100000"/>
                                      <p:to x="80000" y="100000"/>
                                    </p:animScale>
                                    <p:anim by="(#ppt_h/3+#ppt_w*0.1)" calcmode="lin" valueType="num">
                                      <p:cBhvr additive="sum">
                                        <p:cTn id="291" dur="100" decel="100000" autoRev="1" fill="hold">
                                          <p:stCondLst>
                                            <p:cond delay="300"/>
                                          </p:stCondLst>
                                        </p:cTn>
                                        <p:tgtEl>
                                          <p:spTgt spid="26638"/>
                                        </p:tgtEl>
                                        <p:attrNameLst>
                                          <p:attrName>ppt_x</p:attrName>
                                        </p:attrNameLst>
                                      </p:cBhvr>
                                    </p:anim>
                                  </p:childTnLst>
                                </p:cTn>
                              </p:par>
                              <p:par>
                                <p:cTn id="292" presetID="34" presetClass="entr" presetSubtype="0" fill="hold" grpId="2" nodeType="withEffect">
                                  <p:stCondLst>
                                    <p:cond delay="0"/>
                                  </p:stCondLst>
                                  <p:childTnLst>
                                    <p:set>
                                      <p:cBhvr>
                                        <p:cTn id="293" dur="1" fill="hold">
                                          <p:stCondLst>
                                            <p:cond delay="0"/>
                                          </p:stCondLst>
                                        </p:cTn>
                                        <p:tgtEl>
                                          <p:spTgt spid="26645"/>
                                        </p:tgtEl>
                                        <p:attrNameLst>
                                          <p:attrName>style.visibility</p:attrName>
                                        </p:attrNameLst>
                                      </p:cBhvr>
                                      <p:to>
                                        <p:strVal val="visible"/>
                                      </p:to>
                                    </p:set>
                                    <p:anim from="(-#ppt_w/2)" to="(#ppt_x)" calcmode="lin" valueType="num">
                                      <p:cBhvr>
                                        <p:cTn id="294" dur="300" fill="hold">
                                          <p:stCondLst>
                                            <p:cond delay="0"/>
                                          </p:stCondLst>
                                        </p:cTn>
                                        <p:tgtEl>
                                          <p:spTgt spid="26645"/>
                                        </p:tgtEl>
                                        <p:attrNameLst>
                                          <p:attrName>ppt_x</p:attrName>
                                        </p:attrNameLst>
                                      </p:cBhvr>
                                    </p:anim>
                                    <p:anim from="0" to="-1.0" calcmode="lin" valueType="num">
                                      <p:cBhvr>
                                        <p:cTn id="295" dur="100" decel="50000" autoRev="1" fill="hold">
                                          <p:stCondLst>
                                            <p:cond delay="300"/>
                                          </p:stCondLst>
                                        </p:cTn>
                                        <p:tgtEl>
                                          <p:spTgt spid="26645"/>
                                        </p:tgtEl>
                                        <p:attrNameLst>
                                          <p:attrName>xshear</p:attrName>
                                        </p:attrNameLst>
                                      </p:cBhvr>
                                    </p:anim>
                                    <p:animScale>
                                      <p:cBhvr>
                                        <p:cTn id="296" dur="100" decel="100000" autoRev="1" fill="hold">
                                          <p:stCondLst>
                                            <p:cond delay="300"/>
                                          </p:stCondLst>
                                        </p:cTn>
                                        <p:tgtEl>
                                          <p:spTgt spid="26645"/>
                                        </p:tgtEl>
                                      </p:cBhvr>
                                      <p:from x="100000" y="100000"/>
                                      <p:to x="80000" y="100000"/>
                                    </p:animScale>
                                    <p:anim by="(#ppt_h/3+#ppt_w*0.1)" calcmode="lin" valueType="num">
                                      <p:cBhvr additive="sum">
                                        <p:cTn id="297" dur="100" decel="100000" autoRev="1" fill="hold">
                                          <p:stCondLst>
                                            <p:cond delay="300"/>
                                          </p:stCondLst>
                                        </p:cTn>
                                        <p:tgtEl>
                                          <p:spTgt spid="26645"/>
                                        </p:tgtEl>
                                        <p:attrNameLst>
                                          <p:attrName>ppt_x</p:attrName>
                                        </p:attrNameLst>
                                      </p:cBhvr>
                                    </p:anim>
                                  </p:childTnLst>
                                </p:cTn>
                              </p:par>
                              <p:par>
                                <p:cTn id="298" presetID="34" presetClass="entr" presetSubtype="0" fill="hold" grpId="2" nodeType="withEffect">
                                  <p:stCondLst>
                                    <p:cond delay="0"/>
                                  </p:stCondLst>
                                  <p:childTnLst>
                                    <p:set>
                                      <p:cBhvr>
                                        <p:cTn id="299" dur="1" fill="hold">
                                          <p:stCondLst>
                                            <p:cond delay="0"/>
                                          </p:stCondLst>
                                        </p:cTn>
                                        <p:tgtEl>
                                          <p:spTgt spid="26654"/>
                                        </p:tgtEl>
                                        <p:attrNameLst>
                                          <p:attrName>style.visibility</p:attrName>
                                        </p:attrNameLst>
                                      </p:cBhvr>
                                      <p:to>
                                        <p:strVal val="visible"/>
                                      </p:to>
                                    </p:set>
                                    <p:anim from="(-#ppt_w/2)" to="(#ppt_x)" calcmode="lin" valueType="num">
                                      <p:cBhvr>
                                        <p:cTn id="300" dur="300" fill="hold">
                                          <p:stCondLst>
                                            <p:cond delay="0"/>
                                          </p:stCondLst>
                                        </p:cTn>
                                        <p:tgtEl>
                                          <p:spTgt spid="26654"/>
                                        </p:tgtEl>
                                        <p:attrNameLst>
                                          <p:attrName>ppt_x</p:attrName>
                                        </p:attrNameLst>
                                      </p:cBhvr>
                                    </p:anim>
                                    <p:anim from="0" to="-1.0" calcmode="lin" valueType="num">
                                      <p:cBhvr>
                                        <p:cTn id="301" dur="100" decel="50000" autoRev="1" fill="hold">
                                          <p:stCondLst>
                                            <p:cond delay="300"/>
                                          </p:stCondLst>
                                        </p:cTn>
                                        <p:tgtEl>
                                          <p:spTgt spid="26654"/>
                                        </p:tgtEl>
                                        <p:attrNameLst>
                                          <p:attrName>xshear</p:attrName>
                                        </p:attrNameLst>
                                      </p:cBhvr>
                                    </p:anim>
                                    <p:animScale>
                                      <p:cBhvr>
                                        <p:cTn id="302" dur="100" decel="100000" autoRev="1" fill="hold">
                                          <p:stCondLst>
                                            <p:cond delay="300"/>
                                          </p:stCondLst>
                                        </p:cTn>
                                        <p:tgtEl>
                                          <p:spTgt spid="26654"/>
                                        </p:tgtEl>
                                      </p:cBhvr>
                                      <p:from x="100000" y="100000"/>
                                      <p:to x="80000" y="100000"/>
                                    </p:animScale>
                                    <p:anim by="(#ppt_h/3+#ppt_w*0.1)" calcmode="lin" valueType="num">
                                      <p:cBhvr additive="sum">
                                        <p:cTn id="303" dur="100" decel="100000" autoRev="1" fill="hold">
                                          <p:stCondLst>
                                            <p:cond delay="300"/>
                                          </p:stCondLst>
                                        </p:cTn>
                                        <p:tgtEl>
                                          <p:spTgt spid="26654"/>
                                        </p:tgtEl>
                                        <p:attrNameLst>
                                          <p:attrName>ppt_x</p:attrName>
                                        </p:attrNameLst>
                                      </p:cBhvr>
                                    </p:anim>
                                  </p:childTnLst>
                                </p:cTn>
                              </p:par>
                            </p:childTnLst>
                          </p:cTn>
                        </p:par>
                      </p:childTnLst>
                    </p:cTn>
                  </p:par>
                  <p:par>
                    <p:cTn id="304" fill="hold" nodeType="clickPar">
                      <p:stCondLst>
                        <p:cond delay="indefinite"/>
                      </p:stCondLst>
                      <p:childTnLst>
                        <p:par>
                          <p:cTn id="305" fill="hold" nodeType="withGroup">
                            <p:stCondLst>
                              <p:cond delay="0"/>
                            </p:stCondLst>
                            <p:childTnLst>
                              <p:par>
                                <p:cTn id="306" presetID="34" presetClass="entr" presetSubtype="0" fill="hold" grpId="0" nodeType="clickEffect">
                                  <p:stCondLst>
                                    <p:cond delay="0"/>
                                  </p:stCondLst>
                                  <p:childTnLst>
                                    <p:set>
                                      <p:cBhvr>
                                        <p:cTn id="307" dur="1" fill="hold">
                                          <p:stCondLst>
                                            <p:cond delay="0"/>
                                          </p:stCondLst>
                                        </p:cTn>
                                        <p:tgtEl>
                                          <p:spTgt spid="26636"/>
                                        </p:tgtEl>
                                        <p:attrNameLst>
                                          <p:attrName>style.visibility</p:attrName>
                                        </p:attrNameLst>
                                      </p:cBhvr>
                                      <p:to>
                                        <p:strVal val="visible"/>
                                      </p:to>
                                    </p:set>
                                    <p:anim from="(-#ppt_w/2)" to="(#ppt_x)" calcmode="lin" valueType="num">
                                      <p:cBhvr>
                                        <p:cTn id="308" dur="600" fill="hold">
                                          <p:stCondLst>
                                            <p:cond delay="0"/>
                                          </p:stCondLst>
                                        </p:cTn>
                                        <p:tgtEl>
                                          <p:spTgt spid="26636"/>
                                        </p:tgtEl>
                                        <p:attrNameLst>
                                          <p:attrName>ppt_x</p:attrName>
                                        </p:attrNameLst>
                                      </p:cBhvr>
                                    </p:anim>
                                    <p:anim from="0" to="-1.0" calcmode="lin" valueType="num">
                                      <p:cBhvr>
                                        <p:cTn id="309" dur="200" decel="50000" autoRev="1" fill="hold">
                                          <p:stCondLst>
                                            <p:cond delay="600"/>
                                          </p:stCondLst>
                                        </p:cTn>
                                        <p:tgtEl>
                                          <p:spTgt spid="26636"/>
                                        </p:tgtEl>
                                        <p:attrNameLst>
                                          <p:attrName>xshear</p:attrName>
                                        </p:attrNameLst>
                                      </p:cBhvr>
                                    </p:anim>
                                    <p:animScale>
                                      <p:cBhvr>
                                        <p:cTn id="310" dur="200" decel="100000" autoRev="1" fill="hold">
                                          <p:stCondLst>
                                            <p:cond delay="600"/>
                                          </p:stCondLst>
                                        </p:cTn>
                                        <p:tgtEl>
                                          <p:spTgt spid="26636"/>
                                        </p:tgtEl>
                                      </p:cBhvr>
                                      <p:from x="100000" y="100000"/>
                                      <p:to x="80000" y="100000"/>
                                    </p:animScale>
                                    <p:anim by="(#ppt_h/3+#ppt_w*0.1)" calcmode="lin" valueType="num">
                                      <p:cBhvr additive="sum">
                                        <p:cTn id="311" dur="200" decel="100000" autoRev="1" fill="hold">
                                          <p:stCondLst>
                                            <p:cond delay="600"/>
                                          </p:stCondLst>
                                        </p:cTn>
                                        <p:tgtEl>
                                          <p:spTgt spid="26636"/>
                                        </p:tgtEl>
                                        <p:attrNameLst>
                                          <p:attrName>ppt_x</p:attrName>
                                        </p:attrNameLst>
                                      </p:cBhvr>
                                    </p:anim>
                                  </p:childTnLst>
                                </p:cTn>
                              </p:par>
                            </p:childTnLst>
                          </p:cTn>
                        </p:par>
                      </p:childTnLst>
                    </p:cTn>
                  </p:par>
                  <p:par>
                    <p:cTn id="312" fill="hold" nodeType="clickPar">
                      <p:stCondLst>
                        <p:cond delay="indefinite"/>
                      </p:stCondLst>
                      <p:childTnLst>
                        <p:par>
                          <p:cTn id="313" fill="hold" nodeType="withGroup">
                            <p:stCondLst>
                              <p:cond delay="0"/>
                            </p:stCondLst>
                            <p:childTnLst>
                              <p:par>
                                <p:cTn id="314" presetID="34" presetClass="entr" presetSubtype="0" fill="hold" nodeType="clickEffect">
                                  <p:stCondLst>
                                    <p:cond delay="0"/>
                                  </p:stCondLst>
                                  <p:childTnLst>
                                    <p:set>
                                      <p:cBhvr>
                                        <p:cTn id="315" dur="1" fill="hold">
                                          <p:stCondLst>
                                            <p:cond delay="0"/>
                                          </p:stCondLst>
                                        </p:cTn>
                                        <p:tgtEl>
                                          <p:spTgt spid="26626"/>
                                        </p:tgtEl>
                                        <p:attrNameLst>
                                          <p:attrName>style.visibility</p:attrName>
                                        </p:attrNameLst>
                                      </p:cBhvr>
                                      <p:to>
                                        <p:strVal val="visible"/>
                                      </p:to>
                                    </p:set>
                                    <p:anim from="(-#ppt_w/2)" to="(#ppt_x)" calcmode="lin" valueType="num">
                                      <p:cBhvr>
                                        <p:cTn id="316" dur="600" fill="hold">
                                          <p:stCondLst>
                                            <p:cond delay="0"/>
                                          </p:stCondLst>
                                        </p:cTn>
                                        <p:tgtEl>
                                          <p:spTgt spid="26626"/>
                                        </p:tgtEl>
                                        <p:attrNameLst>
                                          <p:attrName>ppt_x</p:attrName>
                                        </p:attrNameLst>
                                      </p:cBhvr>
                                    </p:anim>
                                    <p:anim from="0" to="-1.0" calcmode="lin" valueType="num">
                                      <p:cBhvr>
                                        <p:cTn id="317" dur="200" decel="50000" autoRev="1" fill="hold">
                                          <p:stCondLst>
                                            <p:cond delay="600"/>
                                          </p:stCondLst>
                                        </p:cTn>
                                        <p:tgtEl>
                                          <p:spTgt spid="26626"/>
                                        </p:tgtEl>
                                        <p:attrNameLst>
                                          <p:attrName>xshear</p:attrName>
                                        </p:attrNameLst>
                                      </p:cBhvr>
                                    </p:anim>
                                    <p:animScale>
                                      <p:cBhvr>
                                        <p:cTn id="318" dur="200" decel="100000" autoRev="1" fill="hold">
                                          <p:stCondLst>
                                            <p:cond delay="600"/>
                                          </p:stCondLst>
                                        </p:cTn>
                                        <p:tgtEl>
                                          <p:spTgt spid="26626"/>
                                        </p:tgtEl>
                                      </p:cBhvr>
                                      <p:from x="100000" y="100000"/>
                                      <p:to x="80000" y="100000"/>
                                    </p:animScale>
                                    <p:anim by="(#ppt_h/3+#ppt_w*0.1)" calcmode="lin" valueType="num">
                                      <p:cBhvr additive="sum">
                                        <p:cTn id="319" dur="200" decel="100000" autoRev="1" fill="hold">
                                          <p:stCondLst>
                                            <p:cond delay="600"/>
                                          </p:stCondLst>
                                        </p:cTn>
                                        <p:tgtEl>
                                          <p:spTgt spid="26626"/>
                                        </p:tgtEl>
                                        <p:attrNameLst>
                                          <p:attrName>ppt_x</p:attrName>
                                        </p:attrNameLst>
                                      </p:cBhvr>
                                    </p:anim>
                                  </p:childTnLst>
                                </p:cTn>
                              </p:par>
                              <p:par>
                                <p:cTn id="320" presetID="34" presetClass="entr" presetSubtype="0" fill="hold" grpId="0" nodeType="withEffect">
                                  <p:stCondLst>
                                    <p:cond delay="0"/>
                                  </p:stCondLst>
                                  <p:childTnLst>
                                    <p:set>
                                      <p:cBhvr>
                                        <p:cTn id="321" dur="1" fill="hold">
                                          <p:stCondLst>
                                            <p:cond delay="0"/>
                                          </p:stCondLst>
                                        </p:cTn>
                                        <p:tgtEl>
                                          <p:spTgt spid="26657"/>
                                        </p:tgtEl>
                                        <p:attrNameLst>
                                          <p:attrName>style.visibility</p:attrName>
                                        </p:attrNameLst>
                                      </p:cBhvr>
                                      <p:to>
                                        <p:strVal val="visible"/>
                                      </p:to>
                                    </p:set>
                                    <p:anim from="(-#ppt_w/2)" to="(#ppt_x)" calcmode="lin" valueType="num">
                                      <p:cBhvr>
                                        <p:cTn id="322" dur="600" fill="hold">
                                          <p:stCondLst>
                                            <p:cond delay="0"/>
                                          </p:stCondLst>
                                        </p:cTn>
                                        <p:tgtEl>
                                          <p:spTgt spid="26657"/>
                                        </p:tgtEl>
                                        <p:attrNameLst>
                                          <p:attrName>ppt_x</p:attrName>
                                        </p:attrNameLst>
                                      </p:cBhvr>
                                    </p:anim>
                                    <p:anim from="0" to="-1.0" calcmode="lin" valueType="num">
                                      <p:cBhvr>
                                        <p:cTn id="323" dur="200" decel="50000" autoRev="1" fill="hold">
                                          <p:stCondLst>
                                            <p:cond delay="600"/>
                                          </p:stCondLst>
                                        </p:cTn>
                                        <p:tgtEl>
                                          <p:spTgt spid="26657"/>
                                        </p:tgtEl>
                                        <p:attrNameLst>
                                          <p:attrName>xshear</p:attrName>
                                        </p:attrNameLst>
                                      </p:cBhvr>
                                    </p:anim>
                                    <p:animScale>
                                      <p:cBhvr>
                                        <p:cTn id="324" dur="200" decel="100000" autoRev="1" fill="hold">
                                          <p:stCondLst>
                                            <p:cond delay="600"/>
                                          </p:stCondLst>
                                        </p:cTn>
                                        <p:tgtEl>
                                          <p:spTgt spid="26657"/>
                                        </p:tgtEl>
                                      </p:cBhvr>
                                      <p:from x="100000" y="100000"/>
                                      <p:to x="80000" y="100000"/>
                                    </p:animScale>
                                    <p:anim by="(#ppt_h/3+#ppt_w*0.1)" calcmode="lin" valueType="num">
                                      <p:cBhvr additive="sum">
                                        <p:cTn id="325" dur="200" decel="100000" autoRev="1" fill="hold">
                                          <p:stCondLst>
                                            <p:cond delay="600"/>
                                          </p:stCondLst>
                                        </p:cTn>
                                        <p:tgtEl>
                                          <p:spTgt spid="26657"/>
                                        </p:tgtEl>
                                        <p:attrNameLst>
                                          <p:attrName>ppt_x</p:attrName>
                                        </p:attrNameLst>
                                      </p:cBhvr>
                                    </p:anim>
                                  </p:childTnLst>
                                </p:cTn>
                              </p:par>
                              <p:par>
                                <p:cTn id="326" presetID="34" presetClass="entr" presetSubtype="0" fill="hold" grpId="0" nodeType="withEffect">
                                  <p:stCondLst>
                                    <p:cond delay="0"/>
                                  </p:stCondLst>
                                  <p:childTnLst>
                                    <p:set>
                                      <p:cBhvr>
                                        <p:cTn id="327" dur="1" fill="hold">
                                          <p:stCondLst>
                                            <p:cond delay="0"/>
                                          </p:stCondLst>
                                        </p:cTn>
                                        <p:tgtEl>
                                          <p:spTgt spid="26659"/>
                                        </p:tgtEl>
                                        <p:attrNameLst>
                                          <p:attrName>style.visibility</p:attrName>
                                        </p:attrNameLst>
                                      </p:cBhvr>
                                      <p:to>
                                        <p:strVal val="visible"/>
                                      </p:to>
                                    </p:set>
                                    <p:anim from="(-#ppt_w/2)" to="(#ppt_x)" calcmode="lin" valueType="num">
                                      <p:cBhvr>
                                        <p:cTn id="328" dur="600" fill="hold">
                                          <p:stCondLst>
                                            <p:cond delay="0"/>
                                          </p:stCondLst>
                                        </p:cTn>
                                        <p:tgtEl>
                                          <p:spTgt spid="26659"/>
                                        </p:tgtEl>
                                        <p:attrNameLst>
                                          <p:attrName>ppt_x</p:attrName>
                                        </p:attrNameLst>
                                      </p:cBhvr>
                                    </p:anim>
                                    <p:anim from="0" to="-1.0" calcmode="lin" valueType="num">
                                      <p:cBhvr>
                                        <p:cTn id="329" dur="200" decel="50000" autoRev="1" fill="hold">
                                          <p:stCondLst>
                                            <p:cond delay="600"/>
                                          </p:stCondLst>
                                        </p:cTn>
                                        <p:tgtEl>
                                          <p:spTgt spid="26659"/>
                                        </p:tgtEl>
                                        <p:attrNameLst>
                                          <p:attrName>xshear</p:attrName>
                                        </p:attrNameLst>
                                      </p:cBhvr>
                                    </p:anim>
                                    <p:animScale>
                                      <p:cBhvr>
                                        <p:cTn id="330" dur="200" decel="100000" autoRev="1" fill="hold">
                                          <p:stCondLst>
                                            <p:cond delay="600"/>
                                          </p:stCondLst>
                                        </p:cTn>
                                        <p:tgtEl>
                                          <p:spTgt spid="26659"/>
                                        </p:tgtEl>
                                      </p:cBhvr>
                                      <p:from x="100000" y="100000"/>
                                      <p:to x="80000" y="100000"/>
                                    </p:animScale>
                                    <p:anim by="(#ppt_h/3+#ppt_w*0.1)" calcmode="lin" valueType="num">
                                      <p:cBhvr additive="sum">
                                        <p:cTn id="331" dur="200" decel="100000" autoRev="1" fill="hold">
                                          <p:stCondLst>
                                            <p:cond delay="600"/>
                                          </p:stCondLst>
                                        </p:cTn>
                                        <p:tgtEl>
                                          <p:spTgt spid="26659"/>
                                        </p:tgtEl>
                                        <p:attrNameLst>
                                          <p:attrName>ppt_x</p:attrName>
                                        </p:attrNameLst>
                                      </p:cBhvr>
                                    </p:anim>
                                  </p:childTnLst>
                                </p:cTn>
                              </p:par>
                              <p:par>
                                <p:cTn id="332" presetID="34" presetClass="entr" presetSubtype="0" fill="hold" grpId="0" nodeType="withEffect">
                                  <p:stCondLst>
                                    <p:cond delay="0"/>
                                  </p:stCondLst>
                                  <p:childTnLst>
                                    <p:set>
                                      <p:cBhvr>
                                        <p:cTn id="333" dur="1" fill="hold">
                                          <p:stCondLst>
                                            <p:cond delay="0"/>
                                          </p:stCondLst>
                                        </p:cTn>
                                        <p:tgtEl>
                                          <p:spTgt spid="26658"/>
                                        </p:tgtEl>
                                        <p:attrNameLst>
                                          <p:attrName>style.visibility</p:attrName>
                                        </p:attrNameLst>
                                      </p:cBhvr>
                                      <p:to>
                                        <p:strVal val="visible"/>
                                      </p:to>
                                    </p:set>
                                    <p:anim from="(-#ppt_w/2)" to="(#ppt_x)" calcmode="lin" valueType="num">
                                      <p:cBhvr>
                                        <p:cTn id="334" dur="600" fill="hold">
                                          <p:stCondLst>
                                            <p:cond delay="0"/>
                                          </p:stCondLst>
                                        </p:cTn>
                                        <p:tgtEl>
                                          <p:spTgt spid="26658"/>
                                        </p:tgtEl>
                                        <p:attrNameLst>
                                          <p:attrName>ppt_x</p:attrName>
                                        </p:attrNameLst>
                                      </p:cBhvr>
                                    </p:anim>
                                    <p:anim from="0" to="-1.0" calcmode="lin" valueType="num">
                                      <p:cBhvr>
                                        <p:cTn id="335" dur="200" decel="50000" autoRev="1" fill="hold">
                                          <p:stCondLst>
                                            <p:cond delay="600"/>
                                          </p:stCondLst>
                                        </p:cTn>
                                        <p:tgtEl>
                                          <p:spTgt spid="26658"/>
                                        </p:tgtEl>
                                        <p:attrNameLst>
                                          <p:attrName>xshear</p:attrName>
                                        </p:attrNameLst>
                                      </p:cBhvr>
                                    </p:anim>
                                    <p:animScale>
                                      <p:cBhvr>
                                        <p:cTn id="336" dur="200" decel="100000" autoRev="1" fill="hold">
                                          <p:stCondLst>
                                            <p:cond delay="600"/>
                                          </p:stCondLst>
                                        </p:cTn>
                                        <p:tgtEl>
                                          <p:spTgt spid="26658"/>
                                        </p:tgtEl>
                                      </p:cBhvr>
                                      <p:from x="100000" y="100000"/>
                                      <p:to x="80000" y="100000"/>
                                    </p:animScale>
                                    <p:anim by="(#ppt_h/3+#ppt_w*0.1)" calcmode="lin" valueType="num">
                                      <p:cBhvr additive="sum">
                                        <p:cTn id="337" dur="200" decel="100000" autoRev="1" fill="hold">
                                          <p:stCondLst>
                                            <p:cond delay="600"/>
                                          </p:stCondLst>
                                        </p:cTn>
                                        <p:tgtEl>
                                          <p:spTgt spid="26658"/>
                                        </p:tgtEl>
                                        <p:attrNameLst>
                                          <p:attrName>ppt_x</p:attrName>
                                        </p:attrNameLst>
                                      </p:cBhvr>
                                    </p:anim>
                                  </p:childTnLst>
                                </p:cTn>
                              </p:par>
                              <p:par>
                                <p:cTn id="338" presetID="34" presetClass="entr" presetSubtype="0" fill="hold" grpId="0" nodeType="withEffect">
                                  <p:stCondLst>
                                    <p:cond delay="0"/>
                                  </p:stCondLst>
                                  <p:childTnLst>
                                    <p:set>
                                      <p:cBhvr>
                                        <p:cTn id="339" dur="1" fill="hold">
                                          <p:stCondLst>
                                            <p:cond delay="0"/>
                                          </p:stCondLst>
                                        </p:cTn>
                                        <p:tgtEl>
                                          <p:spTgt spid="26641"/>
                                        </p:tgtEl>
                                        <p:attrNameLst>
                                          <p:attrName>style.visibility</p:attrName>
                                        </p:attrNameLst>
                                      </p:cBhvr>
                                      <p:to>
                                        <p:strVal val="visible"/>
                                      </p:to>
                                    </p:set>
                                    <p:anim from="(-#ppt_w/2)" to="(#ppt_x)" calcmode="lin" valueType="num">
                                      <p:cBhvr>
                                        <p:cTn id="340" dur="600" fill="hold">
                                          <p:stCondLst>
                                            <p:cond delay="0"/>
                                          </p:stCondLst>
                                        </p:cTn>
                                        <p:tgtEl>
                                          <p:spTgt spid="26641"/>
                                        </p:tgtEl>
                                        <p:attrNameLst>
                                          <p:attrName>ppt_x</p:attrName>
                                        </p:attrNameLst>
                                      </p:cBhvr>
                                    </p:anim>
                                    <p:anim from="0" to="-1.0" calcmode="lin" valueType="num">
                                      <p:cBhvr>
                                        <p:cTn id="341" dur="200" decel="50000" autoRev="1" fill="hold">
                                          <p:stCondLst>
                                            <p:cond delay="600"/>
                                          </p:stCondLst>
                                        </p:cTn>
                                        <p:tgtEl>
                                          <p:spTgt spid="26641"/>
                                        </p:tgtEl>
                                        <p:attrNameLst>
                                          <p:attrName>xshear</p:attrName>
                                        </p:attrNameLst>
                                      </p:cBhvr>
                                    </p:anim>
                                    <p:animScale>
                                      <p:cBhvr>
                                        <p:cTn id="342" dur="200" decel="100000" autoRev="1" fill="hold">
                                          <p:stCondLst>
                                            <p:cond delay="600"/>
                                          </p:stCondLst>
                                        </p:cTn>
                                        <p:tgtEl>
                                          <p:spTgt spid="26641"/>
                                        </p:tgtEl>
                                      </p:cBhvr>
                                      <p:from x="100000" y="100000"/>
                                      <p:to x="80000" y="100000"/>
                                    </p:animScale>
                                    <p:anim by="(#ppt_h/3+#ppt_w*0.1)" calcmode="lin" valueType="num">
                                      <p:cBhvr additive="sum">
                                        <p:cTn id="343" dur="200" decel="100000" autoRev="1" fill="hold">
                                          <p:stCondLst>
                                            <p:cond delay="600"/>
                                          </p:stCondLst>
                                        </p:cTn>
                                        <p:tgtEl>
                                          <p:spTgt spid="26641"/>
                                        </p:tgtEl>
                                        <p:attrNameLst>
                                          <p:attrName>ppt_x</p:attrName>
                                        </p:attrNameLst>
                                      </p:cBhvr>
                                    </p:anim>
                                  </p:childTnLst>
                                </p:cTn>
                              </p:par>
                              <p:par>
                                <p:cTn id="344" presetID="34" presetClass="entr" presetSubtype="0" fill="hold" grpId="0" nodeType="withEffect">
                                  <p:stCondLst>
                                    <p:cond delay="0"/>
                                  </p:stCondLst>
                                  <p:childTnLst>
                                    <p:set>
                                      <p:cBhvr>
                                        <p:cTn id="345" dur="1" fill="hold">
                                          <p:stCondLst>
                                            <p:cond delay="0"/>
                                          </p:stCondLst>
                                        </p:cTn>
                                        <p:tgtEl>
                                          <p:spTgt spid="26646"/>
                                        </p:tgtEl>
                                        <p:attrNameLst>
                                          <p:attrName>style.visibility</p:attrName>
                                        </p:attrNameLst>
                                      </p:cBhvr>
                                      <p:to>
                                        <p:strVal val="visible"/>
                                      </p:to>
                                    </p:set>
                                    <p:anim from="(-#ppt_w/2)" to="(#ppt_x)" calcmode="lin" valueType="num">
                                      <p:cBhvr>
                                        <p:cTn id="346" dur="600" fill="hold">
                                          <p:stCondLst>
                                            <p:cond delay="0"/>
                                          </p:stCondLst>
                                        </p:cTn>
                                        <p:tgtEl>
                                          <p:spTgt spid="26646"/>
                                        </p:tgtEl>
                                        <p:attrNameLst>
                                          <p:attrName>ppt_x</p:attrName>
                                        </p:attrNameLst>
                                      </p:cBhvr>
                                    </p:anim>
                                    <p:anim from="0" to="-1.0" calcmode="lin" valueType="num">
                                      <p:cBhvr>
                                        <p:cTn id="347" dur="200" decel="50000" autoRev="1" fill="hold">
                                          <p:stCondLst>
                                            <p:cond delay="600"/>
                                          </p:stCondLst>
                                        </p:cTn>
                                        <p:tgtEl>
                                          <p:spTgt spid="26646"/>
                                        </p:tgtEl>
                                        <p:attrNameLst>
                                          <p:attrName>xshear</p:attrName>
                                        </p:attrNameLst>
                                      </p:cBhvr>
                                    </p:anim>
                                    <p:animScale>
                                      <p:cBhvr>
                                        <p:cTn id="348" dur="200" decel="100000" autoRev="1" fill="hold">
                                          <p:stCondLst>
                                            <p:cond delay="600"/>
                                          </p:stCondLst>
                                        </p:cTn>
                                        <p:tgtEl>
                                          <p:spTgt spid="26646"/>
                                        </p:tgtEl>
                                      </p:cBhvr>
                                      <p:from x="100000" y="100000"/>
                                      <p:to x="80000" y="100000"/>
                                    </p:animScale>
                                    <p:anim by="(#ppt_h/3+#ppt_w*0.1)" calcmode="lin" valueType="num">
                                      <p:cBhvr additive="sum">
                                        <p:cTn id="349" dur="200" decel="100000" autoRev="1" fill="hold">
                                          <p:stCondLst>
                                            <p:cond delay="600"/>
                                          </p:stCondLst>
                                        </p:cTn>
                                        <p:tgtEl>
                                          <p:spTgt spid="26646"/>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1" grpId="0"/>
      <p:bldP spid="26632" grpId="0"/>
      <p:bldP spid="26633" grpId="0"/>
      <p:bldP spid="26634" grpId="0"/>
      <p:bldP spid="26635" grpId="0"/>
      <p:bldP spid="26636" grpId="0"/>
      <p:bldP spid="26637" grpId="0"/>
      <p:bldP spid="26638" grpId="0"/>
      <p:bldP spid="26639" grpId="0"/>
      <p:bldP spid="26640" grpId="0"/>
      <p:bldP spid="26641" grpId="0"/>
      <p:bldP spid="26642" grpId="0"/>
      <p:bldP spid="26643" grpId="0"/>
      <p:bldP spid="26644" grpId="0"/>
      <p:bldP spid="26645" grpId="0"/>
      <p:bldP spid="26645" grpId="1"/>
      <p:bldP spid="26645" grpId="2"/>
      <p:bldP spid="26646" grpId="0"/>
      <p:bldP spid="26648" grpId="0"/>
      <p:bldP spid="26649" grpId="0"/>
      <p:bldP spid="26650" grpId="0"/>
      <p:bldP spid="26651" grpId="0"/>
      <p:bldP spid="26652" grpId="0"/>
      <p:bldP spid="26653" grpId="0"/>
      <p:bldP spid="26654" grpId="0"/>
      <p:bldP spid="26654" grpId="1"/>
      <p:bldP spid="26654" grpId="2"/>
      <p:bldP spid="26655" grpId="0"/>
      <p:bldP spid="26656" grpId="0"/>
      <p:bldP spid="26657" grpId="0"/>
      <p:bldP spid="26658" grpId="0"/>
      <p:bldP spid="26659" grpId="0"/>
      <p:bldP spid="26660" grpId="0"/>
      <p:bldP spid="26661" grpId="0"/>
      <p:bldP spid="26662" grpId="0"/>
      <p:bldP spid="26663" grpId="0"/>
      <p:bldP spid="26664" grpId="0"/>
      <p:bldP spid="26665" grpId="0"/>
      <p:bldP spid="26666" grpId="0"/>
      <p:bldP spid="26667" grpId="0"/>
      <p:bldP spid="26668" grpId="0"/>
      <p:bldP spid="26669" grpId="0"/>
      <p:bldP spid="26670" grpId="0"/>
      <p:bldP spid="26671" grpId="0"/>
      <p:bldP spid="26672" grpId="0"/>
      <p:bldP spid="26673" grpId="0"/>
      <p:bldP spid="26674" grpId="0"/>
      <p:bldP spid="2667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4" descr="C:\Users\Lenovo\Google Drive\PIET 2015-16\III Sem\PU PPT\C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8100" y="1503363"/>
            <a:ext cx="1600200"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1" name="Picture 4" descr="C:\Users\Lenovo\Google Drive\PIET 2015-16\III Sem\PU PPT\C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0238" y="5300663"/>
            <a:ext cx="1600200"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2" name="Picture 4" descr="C:\Users\Lenovo\Google Drive\PIET 2015-16\III Sem\PU PPT\C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0238" y="3368675"/>
            <a:ext cx="1600200"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3" name="Text Box 6"/>
          <p:cNvSpPr txBox="1">
            <a:spLocks noChangeArrowheads="1"/>
          </p:cNvSpPr>
          <p:nvPr/>
        </p:nvSpPr>
        <p:spPr bwMode="auto">
          <a:xfrm>
            <a:off x="2016126" y="1112839"/>
            <a:ext cx="386397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r>
              <a:rPr lang="en-GB">
                <a:solidFill>
                  <a:srgbClr val="000000"/>
                </a:solidFill>
              </a:rPr>
              <a:t>13. Dequeue, Rear = 0, Front = 4</a:t>
            </a:r>
          </a:p>
        </p:txBody>
      </p:sp>
      <p:sp>
        <p:nvSpPr>
          <p:cNvPr id="27654" name="Text Box 7"/>
          <p:cNvSpPr txBox="1">
            <a:spLocks noChangeArrowheads="1"/>
          </p:cNvSpPr>
          <p:nvPr/>
        </p:nvSpPr>
        <p:spPr bwMode="auto">
          <a:xfrm>
            <a:off x="2003425" y="3038476"/>
            <a:ext cx="459740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r>
              <a:rPr lang="en-GB">
                <a:solidFill>
                  <a:srgbClr val="000000"/>
                </a:solidFill>
              </a:rPr>
              <a:t>14. Dequeue, Rear = 0, Front = 0</a:t>
            </a:r>
          </a:p>
        </p:txBody>
      </p:sp>
      <p:sp>
        <p:nvSpPr>
          <p:cNvPr id="27655" name="Text Box 9"/>
          <p:cNvSpPr txBox="1">
            <a:spLocks noChangeArrowheads="1"/>
          </p:cNvSpPr>
          <p:nvPr/>
        </p:nvSpPr>
        <p:spPr bwMode="auto">
          <a:xfrm>
            <a:off x="2030414" y="4797426"/>
            <a:ext cx="8097837"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r>
              <a:rPr lang="en-GB" sz="1600">
                <a:solidFill>
                  <a:srgbClr val="000000"/>
                </a:solidFill>
              </a:rPr>
              <a:t>15. Dequeue(),  </a:t>
            </a:r>
            <a:endParaRPr lang="en-GB" sz="1600">
              <a:solidFill>
                <a:schemeClr val="tx2"/>
              </a:solidFill>
            </a:endParaRPr>
          </a:p>
        </p:txBody>
      </p:sp>
      <p:sp>
        <p:nvSpPr>
          <p:cNvPr id="27656" name="Text Box 17"/>
          <p:cNvSpPr txBox="1">
            <a:spLocks noChangeArrowheads="1"/>
          </p:cNvSpPr>
          <p:nvPr/>
        </p:nvSpPr>
        <p:spPr bwMode="auto">
          <a:xfrm>
            <a:off x="3359150" y="2276475"/>
            <a:ext cx="762000"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buClr>
                <a:srgbClr val="FF0000"/>
              </a:buClr>
            </a:pPr>
            <a:r>
              <a:rPr lang="en-GB" sz="1200">
                <a:solidFill>
                  <a:srgbClr val="FF0000"/>
                </a:solidFill>
              </a:rPr>
              <a:t>Rear</a:t>
            </a:r>
          </a:p>
        </p:txBody>
      </p:sp>
      <p:sp>
        <p:nvSpPr>
          <p:cNvPr id="27657" name="Text Box 22"/>
          <p:cNvSpPr txBox="1">
            <a:spLocks noChangeArrowheads="1"/>
          </p:cNvSpPr>
          <p:nvPr/>
        </p:nvSpPr>
        <p:spPr bwMode="auto">
          <a:xfrm>
            <a:off x="4008438" y="4221163"/>
            <a:ext cx="762000"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buClr>
                <a:srgbClr val="FF0000"/>
              </a:buClr>
            </a:pPr>
            <a:r>
              <a:rPr lang="en-GB" sz="1200">
                <a:solidFill>
                  <a:srgbClr val="FF0000"/>
                </a:solidFill>
              </a:rPr>
              <a:t>Front</a:t>
            </a:r>
          </a:p>
        </p:txBody>
      </p:sp>
      <p:sp>
        <p:nvSpPr>
          <p:cNvPr id="27658" name="TextBox 56"/>
          <p:cNvSpPr txBox="1">
            <a:spLocks noChangeArrowheads="1"/>
          </p:cNvSpPr>
          <p:nvPr/>
        </p:nvSpPr>
        <p:spPr bwMode="auto">
          <a:xfrm>
            <a:off x="4486276" y="2492375"/>
            <a:ext cx="314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6</a:t>
            </a:r>
          </a:p>
        </p:txBody>
      </p:sp>
      <p:sp>
        <p:nvSpPr>
          <p:cNvPr id="27659" name="TextBox 58"/>
          <p:cNvSpPr txBox="1">
            <a:spLocks noChangeArrowheads="1"/>
          </p:cNvSpPr>
          <p:nvPr/>
        </p:nvSpPr>
        <p:spPr bwMode="auto">
          <a:xfrm>
            <a:off x="4008439" y="2133600"/>
            <a:ext cx="3127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4</a:t>
            </a:r>
          </a:p>
        </p:txBody>
      </p:sp>
      <p:sp>
        <p:nvSpPr>
          <p:cNvPr id="27660" name="Text Box 22"/>
          <p:cNvSpPr txBox="1">
            <a:spLocks noChangeArrowheads="1"/>
          </p:cNvSpPr>
          <p:nvPr/>
        </p:nvSpPr>
        <p:spPr bwMode="auto">
          <a:xfrm>
            <a:off x="4110038" y="2792413"/>
            <a:ext cx="762000"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buClr>
                <a:srgbClr val="FF0000"/>
              </a:buClr>
            </a:pPr>
            <a:r>
              <a:rPr lang="en-GB" sz="1200">
                <a:solidFill>
                  <a:srgbClr val="FF0000"/>
                </a:solidFill>
              </a:rPr>
              <a:t>Front</a:t>
            </a:r>
          </a:p>
        </p:txBody>
      </p:sp>
      <p:sp>
        <p:nvSpPr>
          <p:cNvPr id="27661" name="Text Box 17"/>
          <p:cNvSpPr txBox="1">
            <a:spLocks noChangeArrowheads="1"/>
          </p:cNvSpPr>
          <p:nvPr/>
        </p:nvSpPr>
        <p:spPr bwMode="auto">
          <a:xfrm>
            <a:off x="4038600" y="3933825"/>
            <a:ext cx="762000"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buClr>
                <a:srgbClr val="FF0000"/>
              </a:buClr>
            </a:pPr>
            <a:r>
              <a:rPr lang="en-GB" sz="1200">
                <a:solidFill>
                  <a:srgbClr val="FF0000"/>
                </a:solidFill>
              </a:rPr>
              <a:t>Rear</a:t>
            </a:r>
          </a:p>
        </p:txBody>
      </p:sp>
      <p:sp>
        <p:nvSpPr>
          <p:cNvPr id="27662" name="TextBox 61"/>
          <p:cNvSpPr txBox="1">
            <a:spLocks noChangeArrowheads="1"/>
          </p:cNvSpPr>
          <p:nvPr/>
        </p:nvSpPr>
        <p:spPr bwMode="auto">
          <a:xfrm>
            <a:off x="4630739" y="4005264"/>
            <a:ext cx="312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t>4</a:t>
            </a:r>
          </a:p>
        </p:txBody>
      </p:sp>
      <p:sp>
        <p:nvSpPr>
          <p:cNvPr id="15" name="TextBox 14"/>
          <p:cNvSpPr txBox="1">
            <a:spLocks noChangeArrowheads="1"/>
          </p:cNvSpPr>
          <p:nvPr/>
        </p:nvSpPr>
        <p:spPr bwMode="auto">
          <a:xfrm>
            <a:off x="3575051" y="4652964"/>
            <a:ext cx="581501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r>
              <a:rPr lang="en-GB">
                <a:solidFill>
                  <a:srgbClr val="000000"/>
                </a:solidFill>
              </a:rPr>
              <a:t> </a:t>
            </a:r>
            <a:r>
              <a:rPr lang="en-GB">
                <a:solidFill>
                  <a:schemeClr val="tx2"/>
                </a:solidFill>
              </a:rPr>
              <a:t>as Queue is not empty and contains only one element </a:t>
            </a:r>
          </a:p>
          <a:p>
            <a:pPr eaLnBrk="1" hangingPunct="1"/>
            <a:r>
              <a:rPr lang="en-GB">
                <a:solidFill>
                  <a:schemeClr val="tx2"/>
                </a:solidFill>
              </a:rPr>
              <a:t> So  updated Rear = -1, Front = -1</a:t>
            </a:r>
          </a:p>
          <a:p>
            <a:pPr eaLnBrk="1" hangingPunct="1"/>
            <a:endParaRPr lang="en-US"/>
          </a:p>
        </p:txBody>
      </p:sp>
      <p:sp>
        <p:nvSpPr>
          <p:cNvPr id="16" name="TextBox 15"/>
          <p:cNvSpPr txBox="1">
            <a:spLocks noChangeArrowheads="1"/>
          </p:cNvSpPr>
          <p:nvPr/>
        </p:nvSpPr>
        <p:spPr bwMode="auto">
          <a:xfrm>
            <a:off x="7227889" y="4941888"/>
            <a:ext cx="21812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solidFill>
                  <a:schemeClr val="tx2"/>
                </a:solidFill>
              </a:rPr>
              <a:t> </a:t>
            </a:r>
            <a:r>
              <a:rPr lang="en-GB">
                <a:solidFill>
                  <a:schemeClr val="tx2"/>
                </a:solidFill>
                <a:sym typeface="Wingdings" panose="05000000000000000000" pitchFamily="2" charset="2"/>
              </a:rPr>
              <a:t> Queue is Empty</a:t>
            </a:r>
            <a:endParaRPr lang="en-US"/>
          </a:p>
        </p:txBody>
      </p:sp>
      <p:sp>
        <p:nvSpPr>
          <p:cNvPr id="25617" name="Text Box 4"/>
          <p:cNvSpPr txBox="1">
            <a:spLocks noChangeArrowheads="1"/>
          </p:cNvSpPr>
          <p:nvPr/>
        </p:nvSpPr>
        <p:spPr bwMode="auto">
          <a:xfrm>
            <a:off x="1631950" y="620713"/>
            <a:ext cx="8534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r>
              <a:rPr lang="en-GB">
                <a:solidFill>
                  <a:srgbClr val="000000"/>
                </a:solidFill>
              </a:rPr>
              <a:t>Example: circular queue with N = 5.    Contd….</a:t>
            </a:r>
          </a:p>
        </p:txBody>
      </p:sp>
      <p:sp>
        <p:nvSpPr>
          <p:cNvPr id="18" name="Date Placeholder 17"/>
          <p:cNvSpPr>
            <a:spLocks noGrp="1"/>
          </p:cNvSpPr>
          <p:nvPr>
            <p:ph type="dt" sz="quarter" idx="10"/>
          </p:nvPr>
        </p:nvSpPr>
        <p:spPr/>
        <p:txBody>
          <a:bodyPr/>
          <a:lstStyle/>
          <a:p>
            <a:pPr>
              <a:defRPr/>
            </a:pPr>
            <a:fld id="{6EC79DD1-E9A0-475C-BE25-86D259BB66E2}" type="datetime1">
              <a:rPr lang="en-US" smtClean="0"/>
              <a:pPr>
                <a:defRPr/>
              </a:pPr>
              <a:t>9/30/2024</a:t>
            </a:fld>
            <a:endParaRPr lang="en-IN"/>
          </a:p>
        </p:txBody>
      </p:sp>
      <p:sp>
        <p:nvSpPr>
          <p:cNvPr id="19" name="Slide Number Placeholder 18"/>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EF9B4C0-65DB-40FC-892F-ADC14DD0DD87}" type="slidenum">
              <a:rPr lang="en-IN">
                <a:solidFill>
                  <a:srgbClr val="045C75"/>
                </a:solidFill>
                <a:latin typeface="Constantia" panose="02030602050306030303" pitchFamily="18" charset="0"/>
              </a:rPr>
              <a:pPr eaLnBrk="1" hangingPunct="1"/>
              <a:t>59</a:t>
            </a:fld>
            <a:endParaRPr lang="en-IN">
              <a:solidFill>
                <a:srgbClr val="045C75"/>
              </a:solidFill>
              <a:latin typeface="Constantia" panose="02030602050306030303" pitchFamily="18" charset="0"/>
            </a:endParaRPr>
          </a:p>
        </p:txBody>
      </p:sp>
      <p:sp>
        <p:nvSpPr>
          <p:cNvPr id="20" name="Footer Placeholder 19"/>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17140673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27653"/>
                                        </p:tgtEl>
                                        <p:attrNameLst>
                                          <p:attrName>style.visibility</p:attrName>
                                        </p:attrNameLst>
                                      </p:cBhvr>
                                      <p:to>
                                        <p:strVal val="visible"/>
                                      </p:to>
                                    </p:set>
                                    <p:anim from="(-#ppt_w/2)" to="(#ppt_x)" calcmode="lin" valueType="num">
                                      <p:cBhvr>
                                        <p:cTn id="7" dur="600" fill="hold">
                                          <p:stCondLst>
                                            <p:cond delay="0"/>
                                          </p:stCondLst>
                                        </p:cTn>
                                        <p:tgtEl>
                                          <p:spTgt spid="27653"/>
                                        </p:tgtEl>
                                        <p:attrNameLst>
                                          <p:attrName>ppt_x</p:attrName>
                                        </p:attrNameLst>
                                      </p:cBhvr>
                                    </p:anim>
                                    <p:anim from="0" to="-1.0" calcmode="lin" valueType="num">
                                      <p:cBhvr>
                                        <p:cTn id="8" dur="200" decel="50000" autoRev="1" fill="hold">
                                          <p:stCondLst>
                                            <p:cond delay="600"/>
                                          </p:stCondLst>
                                        </p:cTn>
                                        <p:tgtEl>
                                          <p:spTgt spid="27653"/>
                                        </p:tgtEl>
                                        <p:attrNameLst>
                                          <p:attrName>xshear</p:attrName>
                                        </p:attrNameLst>
                                      </p:cBhvr>
                                    </p:anim>
                                    <p:animScale>
                                      <p:cBhvr>
                                        <p:cTn id="9" dur="200" decel="100000" autoRev="1" fill="hold">
                                          <p:stCondLst>
                                            <p:cond delay="600"/>
                                          </p:stCondLst>
                                        </p:cTn>
                                        <p:tgtEl>
                                          <p:spTgt spid="27653"/>
                                        </p:tgtEl>
                                      </p:cBhvr>
                                      <p:from x="100000" y="100000"/>
                                      <p:to x="80000" y="100000"/>
                                    </p:animScale>
                                    <p:anim by="(#ppt_h/3+#ppt_w*0.1)" calcmode="lin" valueType="num">
                                      <p:cBhvr additive="sum">
                                        <p:cTn id="10" dur="200" decel="100000" autoRev="1" fill="hold">
                                          <p:stCondLst>
                                            <p:cond delay="600"/>
                                          </p:stCondLst>
                                        </p:cTn>
                                        <p:tgtEl>
                                          <p:spTgt spid="27653"/>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4" presetClass="entr" presetSubtype="0" fill="hold" nodeType="clickEffect">
                                  <p:stCondLst>
                                    <p:cond delay="0"/>
                                  </p:stCondLst>
                                  <p:childTnLst>
                                    <p:set>
                                      <p:cBhvr>
                                        <p:cTn id="14" dur="1" fill="hold">
                                          <p:stCondLst>
                                            <p:cond delay="0"/>
                                          </p:stCondLst>
                                        </p:cTn>
                                        <p:tgtEl>
                                          <p:spTgt spid="27650"/>
                                        </p:tgtEl>
                                        <p:attrNameLst>
                                          <p:attrName>style.visibility</p:attrName>
                                        </p:attrNameLst>
                                      </p:cBhvr>
                                      <p:to>
                                        <p:strVal val="visible"/>
                                      </p:to>
                                    </p:set>
                                    <p:anim from="(-#ppt_w/2)" to="(#ppt_x)" calcmode="lin" valueType="num">
                                      <p:cBhvr>
                                        <p:cTn id="15" dur="600" fill="hold">
                                          <p:stCondLst>
                                            <p:cond delay="0"/>
                                          </p:stCondLst>
                                        </p:cTn>
                                        <p:tgtEl>
                                          <p:spTgt spid="27650"/>
                                        </p:tgtEl>
                                        <p:attrNameLst>
                                          <p:attrName>ppt_x</p:attrName>
                                        </p:attrNameLst>
                                      </p:cBhvr>
                                    </p:anim>
                                    <p:anim from="0" to="-1.0" calcmode="lin" valueType="num">
                                      <p:cBhvr>
                                        <p:cTn id="16" dur="200" decel="50000" autoRev="1" fill="hold">
                                          <p:stCondLst>
                                            <p:cond delay="600"/>
                                          </p:stCondLst>
                                        </p:cTn>
                                        <p:tgtEl>
                                          <p:spTgt spid="27650"/>
                                        </p:tgtEl>
                                        <p:attrNameLst>
                                          <p:attrName>xshear</p:attrName>
                                        </p:attrNameLst>
                                      </p:cBhvr>
                                    </p:anim>
                                    <p:animScale>
                                      <p:cBhvr>
                                        <p:cTn id="17" dur="200" decel="100000" autoRev="1" fill="hold">
                                          <p:stCondLst>
                                            <p:cond delay="600"/>
                                          </p:stCondLst>
                                        </p:cTn>
                                        <p:tgtEl>
                                          <p:spTgt spid="27650"/>
                                        </p:tgtEl>
                                      </p:cBhvr>
                                      <p:from x="100000" y="100000"/>
                                      <p:to x="80000" y="100000"/>
                                    </p:animScale>
                                    <p:anim by="(#ppt_h/3+#ppt_w*0.1)" calcmode="lin" valueType="num">
                                      <p:cBhvr additive="sum">
                                        <p:cTn id="18" dur="200" decel="100000" autoRev="1" fill="hold">
                                          <p:stCondLst>
                                            <p:cond delay="600"/>
                                          </p:stCondLst>
                                        </p:cTn>
                                        <p:tgtEl>
                                          <p:spTgt spid="27650"/>
                                        </p:tgtEl>
                                        <p:attrNameLst>
                                          <p:attrName>ppt_x</p:attrName>
                                        </p:attrNameLst>
                                      </p:cBhvr>
                                    </p:anim>
                                  </p:childTnLst>
                                </p:cTn>
                              </p:par>
                              <p:par>
                                <p:cTn id="19" presetID="34" presetClass="entr" presetSubtype="0" fill="hold" grpId="0" nodeType="withEffect">
                                  <p:stCondLst>
                                    <p:cond delay="0"/>
                                  </p:stCondLst>
                                  <p:childTnLst>
                                    <p:set>
                                      <p:cBhvr>
                                        <p:cTn id="20" dur="1" fill="hold">
                                          <p:stCondLst>
                                            <p:cond delay="0"/>
                                          </p:stCondLst>
                                        </p:cTn>
                                        <p:tgtEl>
                                          <p:spTgt spid="27659"/>
                                        </p:tgtEl>
                                        <p:attrNameLst>
                                          <p:attrName>style.visibility</p:attrName>
                                        </p:attrNameLst>
                                      </p:cBhvr>
                                      <p:to>
                                        <p:strVal val="visible"/>
                                      </p:to>
                                    </p:set>
                                    <p:anim from="(-#ppt_w/2)" to="(#ppt_x)" calcmode="lin" valueType="num">
                                      <p:cBhvr>
                                        <p:cTn id="21" dur="600" fill="hold">
                                          <p:stCondLst>
                                            <p:cond delay="0"/>
                                          </p:stCondLst>
                                        </p:cTn>
                                        <p:tgtEl>
                                          <p:spTgt spid="27659"/>
                                        </p:tgtEl>
                                        <p:attrNameLst>
                                          <p:attrName>ppt_x</p:attrName>
                                        </p:attrNameLst>
                                      </p:cBhvr>
                                    </p:anim>
                                    <p:anim from="0" to="-1.0" calcmode="lin" valueType="num">
                                      <p:cBhvr>
                                        <p:cTn id="22" dur="200" decel="50000" autoRev="1" fill="hold">
                                          <p:stCondLst>
                                            <p:cond delay="600"/>
                                          </p:stCondLst>
                                        </p:cTn>
                                        <p:tgtEl>
                                          <p:spTgt spid="27659"/>
                                        </p:tgtEl>
                                        <p:attrNameLst>
                                          <p:attrName>xshear</p:attrName>
                                        </p:attrNameLst>
                                      </p:cBhvr>
                                    </p:anim>
                                    <p:animScale>
                                      <p:cBhvr>
                                        <p:cTn id="23" dur="200" decel="100000" autoRev="1" fill="hold">
                                          <p:stCondLst>
                                            <p:cond delay="600"/>
                                          </p:stCondLst>
                                        </p:cTn>
                                        <p:tgtEl>
                                          <p:spTgt spid="27659"/>
                                        </p:tgtEl>
                                      </p:cBhvr>
                                      <p:from x="100000" y="100000"/>
                                      <p:to x="80000" y="100000"/>
                                    </p:animScale>
                                    <p:anim by="(#ppt_h/3+#ppt_w*0.1)" calcmode="lin" valueType="num">
                                      <p:cBhvr additive="sum">
                                        <p:cTn id="24" dur="200" decel="100000" autoRev="1" fill="hold">
                                          <p:stCondLst>
                                            <p:cond delay="600"/>
                                          </p:stCondLst>
                                        </p:cTn>
                                        <p:tgtEl>
                                          <p:spTgt spid="27659"/>
                                        </p:tgtEl>
                                        <p:attrNameLst>
                                          <p:attrName>ppt_x</p:attrName>
                                        </p:attrNameLst>
                                      </p:cBhvr>
                                    </p:anim>
                                  </p:childTnLst>
                                </p:cTn>
                              </p:par>
                              <p:par>
                                <p:cTn id="25" presetID="34" presetClass="entr" presetSubtype="0" fill="hold" grpId="0" nodeType="withEffect">
                                  <p:stCondLst>
                                    <p:cond delay="0"/>
                                  </p:stCondLst>
                                  <p:childTnLst>
                                    <p:set>
                                      <p:cBhvr>
                                        <p:cTn id="26" dur="1" fill="hold">
                                          <p:stCondLst>
                                            <p:cond delay="0"/>
                                          </p:stCondLst>
                                        </p:cTn>
                                        <p:tgtEl>
                                          <p:spTgt spid="27658"/>
                                        </p:tgtEl>
                                        <p:attrNameLst>
                                          <p:attrName>style.visibility</p:attrName>
                                        </p:attrNameLst>
                                      </p:cBhvr>
                                      <p:to>
                                        <p:strVal val="visible"/>
                                      </p:to>
                                    </p:set>
                                    <p:anim from="(-#ppt_w/2)" to="(#ppt_x)" calcmode="lin" valueType="num">
                                      <p:cBhvr>
                                        <p:cTn id="27" dur="600" fill="hold">
                                          <p:stCondLst>
                                            <p:cond delay="0"/>
                                          </p:stCondLst>
                                        </p:cTn>
                                        <p:tgtEl>
                                          <p:spTgt spid="27658"/>
                                        </p:tgtEl>
                                        <p:attrNameLst>
                                          <p:attrName>ppt_x</p:attrName>
                                        </p:attrNameLst>
                                      </p:cBhvr>
                                    </p:anim>
                                    <p:anim from="0" to="-1.0" calcmode="lin" valueType="num">
                                      <p:cBhvr>
                                        <p:cTn id="28" dur="200" decel="50000" autoRev="1" fill="hold">
                                          <p:stCondLst>
                                            <p:cond delay="600"/>
                                          </p:stCondLst>
                                        </p:cTn>
                                        <p:tgtEl>
                                          <p:spTgt spid="27658"/>
                                        </p:tgtEl>
                                        <p:attrNameLst>
                                          <p:attrName>xshear</p:attrName>
                                        </p:attrNameLst>
                                      </p:cBhvr>
                                    </p:anim>
                                    <p:animScale>
                                      <p:cBhvr>
                                        <p:cTn id="29" dur="200" decel="100000" autoRev="1" fill="hold">
                                          <p:stCondLst>
                                            <p:cond delay="600"/>
                                          </p:stCondLst>
                                        </p:cTn>
                                        <p:tgtEl>
                                          <p:spTgt spid="27658"/>
                                        </p:tgtEl>
                                      </p:cBhvr>
                                      <p:from x="100000" y="100000"/>
                                      <p:to x="80000" y="100000"/>
                                    </p:animScale>
                                    <p:anim by="(#ppt_h/3+#ppt_w*0.1)" calcmode="lin" valueType="num">
                                      <p:cBhvr additive="sum">
                                        <p:cTn id="30" dur="200" decel="100000" autoRev="1" fill="hold">
                                          <p:stCondLst>
                                            <p:cond delay="600"/>
                                          </p:stCondLst>
                                        </p:cTn>
                                        <p:tgtEl>
                                          <p:spTgt spid="27658"/>
                                        </p:tgtEl>
                                        <p:attrNameLst>
                                          <p:attrName>ppt_x</p:attrName>
                                        </p:attrNameLst>
                                      </p:cBhvr>
                                    </p:anim>
                                  </p:childTnLst>
                                </p:cTn>
                              </p:par>
                              <p:par>
                                <p:cTn id="31" presetID="34" presetClass="entr" presetSubtype="0" fill="hold" grpId="0" nodeType="withEffect">
                                  <p:stCondLst>
                                    <p:cond delay="0"/>
                                  </p:stCondLst>
                                  <p:childTnLst>
                                    <p:set>
                                      <p:cBhvr>
                                        <p:cTn id="32" dur="1" fill="hold">
                                          <p:stCondLst>
                                            <p:cond delay="0"/>
                                          </p:stCondLst>
                                        </p:cTn>
                                        <p:tgtEl>
                                          <p:spTgt spid="27660"/>
                                        </p:tgtEl>
                                        <p:attrNameLst>
                                          <p:attrName>style.visibility</p:attrName>
                                        </p:attrNameLst>
                                      </p:cBhvr>
                                      <p:to>
                                        <p:strVal val="visible"/>
                                      </p:to>
                                    </p:set>
                                    <p:anim from="(-#ppt_w/2)" to="(#ppt_x)" calcmode="lin" valueType="num">
                                      <p:cBhvr>
                                        <p:cTn id="33" dur="600" fill="hold">
                                          <p:stCondLst>
                                            <p:cond delay="0"/>
                                          </p:stCondLst>
                                        </p:cTn>
                                        <p:tgtEl>
                                          <p:spTgt spid="27660"/>
                                        </p:tgtEl>
                                        <p:attrNameLst>
                                          <p:attrName>ppt_x</p:attrName>
                                        </p:attrNameLst>
                                      </p:cBhvr>
                                    </p:anim>
                                    <p:anim from="0" to="-1.0" calcmode="lin" valueType="num">
                                      <p:cBhvr>
                                        <p:cTn id="34" dur="200" decel="50000" autoRev="1" fill="hold">
                                          <p:stCondLst>
                                            <p:cond delay="600"/>
                                          </p:stCondLst>
                                        </p:cTn>
                                        <p:tgtEl>
                                          <p:spTgt spid="27660"/>
                                        </p:tgtEl>
                                        <p:attrNameLst>
                                          <p:attrName>xshear</p:attrName>
                                        </p:attrNameLst>
                                      </p:cBhvr>
                                    </p:anim>
                                    <p:animScale>
                                      <p:cBhvr>
                                        <p:cTn id="35" dur="200" decel="100000" autoRev="1" fill="hold">
                                          <p:stCondLst>
                                            <p:cond delay="600"/>
                                          </p:stCondLst>
                                        </p:cTn>
                                        <p:tgtEl>
                                          <p:spTgt spid="27660"/>
                                        </p:tgtEl>
                                      </p:cBhvr>
                                      <p:from x="100000" y="100000"/>
                                      <p:to x="80000" y="100000"/>
                                    </p:animScale>
                                    <p:anim by="(#ppt_h/3+#ppt_w*0.1)" calcmode="lin" valueType="num">
                                      <p:cBhvr additive="sum">
                                        <p:cTn id="36" dur="200" decel="100000" autoRev="1" fill="hold">
                                          <p:stCondLst>
                                            <p:cond delay="600"/>
                                          </p:stCondLst>
                                        </p:cTn>
                                        <p:tgtEl>
                                          <p:spTgt spid="27660"/>
                                        </p:tgtEl>
                                        <p:attrNameLst>
                                          <p:attrName>ppt_x</p:attrName>
                                        </p:attrNameLst>
                                      </p:cBhvr>
                                    </p:anim>
                                  </p:childTnLst>
                                </p:cTn>
                              </p:par>
                              <p:par>
                                <p:cTn id="37" presetID="34" presetClass="entr" presetSubtype="0" fill="hold" grpId="0" nodeType="withEffect">
                                  <p:stCondLst>
                                    <p:cond delay="0"/>
                                  </p:stCondLst>
                                  <p:childTnLst>
                                    <p:set>
                                      <p:cBhvr>
                                        <p:cTn id="38" dur="1" fill="hold">
                                          <p:stCondLst>
                                            <p:cond delay="0"/>
                                          </p:stCondLst>
                                        </p:cTn>
                                        <p:tgtEl>
                                          <p:spTgt spid="27656"/>
                                        </p:tgtEl>
                                        <p:attrNameLst>
                                          <p:attrName>style.visibility</p:attrName>
                                        </p:attrNameLst>
                                      </p:cBhvr>
                                      <p:to>
                                        <p:strVal val="visible"/>
                                      </p:to>
                                    </p:set>
                                    <p:anim from="(-#ppt_w/2)" to="(#ppt_x)" calcmode="lin" valueType="num">
                                      <p:cBhvr>
                                        <p:cTn id="39" dur="600" fill="hold">
                                          <p:stCondLst>
                                            <p:cond delay="0"/>
                                          </p:stCondLst>
                                        </p:cTn>
                                        <p:tgtEl>
                                          <p:spTgt spid="27656"/>
                                        </p:tgtEl>
                                        <p:attrNameLst>
                                          <p:attrName>ppt_x</p:attrName>
                                        </p:attrNameLst>
                                      </p:cBhvr>
                                    </p:anim>
                                    <p:anim from="0" to="-1.0" calcmode="lin" valueType="num">
                                      <p:cBhvr>
                                        <p:cTn id="40" dur="200" decel="50000" autoRev="1" fill="hold">
                                          <p:stCondLst>
                                            <p:cond delay="600"/>
                                          </p:stCondLst>
                                        </p:cTn>
                                        <p:tgtEl>
                                          <p:spTgt spid="27656"/>
                                        </p:tgtEl>
                                        <p:attrNameLst>
                                          <p:attrName>xshear</p:attrName>
                                        </p:attrNameLst>
                                      </p:cBhvr>
                                    </p:anim>
                                    <p:animScale>
                                      <p:cBhvr>
                                        <p:cTn id="41" dur="200" decel="100000" autoRev="1" fill="hold">
                                          <p:stCondLst>
                                            <p:cond delay="600"/>
                                          </p:stCondLst>
                                        </p:cTn>
                                        <p:tgtEl>
                                          <p:spTgt spid="27656"/>
                                        </p:tgtEl>
                                      </p:cBhvr>
                                      <p:from x="100000" y="100000"/>
                                      <p:to x="80000" y="100000"/>
                                    </p:animScale>
                                    <p:anim by="(#ppt_h/3+#ppt_w*0.1)" calcmode="lin" valueType="num">
                                      <p:cBhvr additive="sum">
                                        <p:cTn id="42" dur="200" decel="100000" autoRev="1" fill="hold">
                                          <p:stCondLst>
                                            <p:cond delay="600"/>
                                          </p:stCondLst>
                                        </p:cTn>
                                        <p:tgtEl>
                                          <p:spTgt spid="27656"/>
                                        </p:tgtEl>
                                        <p:attrNameLst>
                                          <p:attrName>ppt_x</p:attrName>
                                        </p:attrNameLst>
                                      </p:cBhvr>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34" presetClass="entr" presetSubtype="0" fill="hold" grpId="0" nodeType="clickEffect">
                                  <p:stCondLst>
                                    <p:cond delay="0"/>
                                  </p:stCondLst>
                                  <p:childTnLst>
                                    <p:set>
                                      <p:cBhvr>
                                        <p:cTn id="46" dur="1" fill="hold">
                                          <p:stCondLst>
                                            <p:cond delay="0"/>
                                          </p:stCondLst>
                                        </p:cTn>
                                        <p:tgtEl>
                                          <p:spTgt spid="27654"/>
                                        </p:tgtEl>
                                        <p:attrNameLst>
                                          <p:attrName>style.visibility</p:attrName>
                                        </p:attrNameLst>
                                      </p:cBhvr>
                                      <p:to>
                                        <p:strVal val="visible"/>
                                      </p:to>
                                    </p:set>
                                    <p:anim from="(-#ppt_w/2)" to="(#ppt_x)" calcmode="lin" valueType="num">
                                      <p:cBhvr>
                                        <p:cTn id="47" dur="600" fill="hold">
                                          <p:stCondLst>
                                            <p:cond delay="0"/>
                                          </p:stCondLst>
                                        </p:cTn>
                                        <p:tgtEl>
                                          <p:spTgt spid="27654"/>
                                        </p:tgtEl>
                                        <p:attrNameLst>
                                          <p:attrName>ppt_x</p:attrName>
                                        </p:attrNameLst>
                                      </p:cBhvr>
                                    </p:anim>
                                    <p:anim from="0" to="-1.0" calcmode="lin" valueType="num">
                                      <p:cBhvr>
                                        <p:cTn id="48" dur="200" decel="50000" autoRev="1" fill="hold">
                                          <p:stCondLst>
                                            <p:cond delay="600"/>
                                          </p:stCondLst>
                                        </p:cTn>
                                        <p:tgtEl>
                                          <p:spTgt spid="27654"/>
                                        </p:tgtEl>
                                        <p:attrNameLst>
                                          <p:attrName>xshear</p:attrName>
                                        </p:attrNameLst>
                                      </p:cBhvr>
                                    </p:anim>
                                    <p:animScale>
                                      <p:cBhvr>
                                        <p:cTn id="49" dur="200" decel="100000" autoRev="1" fill="hold">
                                          <p:stCondLst>
                                            <p:cond delay="600"/>
                                          </p:stCondLst>
                                        </p:cTn>
                                        <p:tgtEl>
                                          <p:spTgt spid="27654"/>
                                        </p:tgtEl>
                                      </p:cBhvr>
                                      <p:from x="100000" y="100000"/>
                                      <p:to x="80000" y="100000"/>
                                    </p:animScale>
                                    <p:anim by="(#ppt_h/3+#ppt_w*0.1)" calcmode="lin" valueType="num">
                                      <p:cBhvr additive="sum">
                                        <p:cTn id="50" dur="200" decel="100000" autoRev="1" fill="hold">
                                          <p:stCondLst>
                                            <p:cond delay="600"/>
                                          </p:stCondLst>
                                        </p:cTn>
                                        <p:tgtEl>
                                          <p:spTgt spid="27654"/>
                                        </p:tgtEl>
                                        <p:attrNameLst>
                                          <p:attrName>ppt_x</p:attrName>
                                        </p:attrNameLst>
                                      </p:cBhvr>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34" presetClass="entr" presetSubtype="0" fill="hold" nodeType="clickEffect">
                                  <p:stCondLst>
                                    <p:cond delay="0"/>
                                  </p:stCondLst>
                                  <p:childTnLst>
                                    <p:set>
                                      <p:cBhvr>
                                        <p:cTn id="54" dur="1" fill="hold">
                                          <p:stCondLst>
                                            <p:cond delay="0"/>
                                          </p:stCondLst>
                                        </p:cTn>
                                        <p:tgtEl>
                                          <p:spTgt spid="27652"/>
                                        </p:tgtEl>
                                        <p:attrNameLst>
                                          <p:attrName>style.visibility</p:attrName>
                                        </p:attrNameLst>
                                      </p:cBhvr>
                                      <p:to>
                                        <p:strVal val="visible"/>
                                      </p:to>
                                    </p:set>
                                    <p:anim from="(-#ppt_w/2)" to="(#ppt_x)" calcmode="lin" valueType="num">
                                      <p:cBhvr>
                                        <p:cTn id="55" dur="600" fill="hold">
                                          <p:stCondLst>
                                            <p:cond delay="0"/>
                                          </p:stCondLst>
                                        </p:cTn>
                                        <p:tgtEl>
                                          <p:spTgt spid="27652"/>
                                        </p:tgtEl>
                                        <p:attrNameLst>
                                          <p:attrName>ppt_x</p:attrName>
                                        </p:attrNameLst>
                                      </p:cBhvr>
                                    </p:anim>
                                    <p:anim from="0" to="-1.0" calcmode="lin" valueType="num">
                                      <p:cBhvr>
                                        <p:cTn id="56" dur="200" decel="50000" autoRev="1" fill="hold">
                                          <p:stCondLst>
                                            <p:cond delay="600"/>
                                          </p:stCondLst>
                                        </p:cTn>
                                        <p:tgtEl>
                                          <p:spTgt spid="27652"/>
                                        </p:tgtEl>
                                        <p:attrNameLst>
                                          <p:attrName>xshear</p:attrName>
                                        </p:attrNameLst>
                                      </p:cBhvr>
                                    </p:anim>
                                    <p:animScale>
                                      <p:cBhvr>
                                        <p:cTn id="57" dur="200" decel="100000" autoRev="1" fill="hold">
                                          <p:stCondLst>
                                            <p:cond delay="600"/>
                                          </p:stCondLst>
                                        </p:cTn>
                                        <p:tgtEl>
                                          <p:spTgt spid="27652"/>
                                        </p:tgtEl>
                                      </p:cBhvr>
                                      <p:from x="100000" y="100000"/>
                                      <p:to x="80000" y="100000"/>
                                    </p:animScale>
                                    <p:anim by="(#ppt_h/3+#ppt_w*0.1)" calcmode="lin" valueType="num">
                                      <p:cBhvr additive="sum">
                                        <p:cTn id="58" dur="200" decel="100000" autoRev="1" fill="hold">
                                          <p:stCondLst>
                                            <p:cond delay="600"/>
                                          </p:stCondLst>
                                        </p:cTn>
                                        <p:tgtEl>
                                          <p:spTgt spid="27652"/>
                                        </p:tgtEl>
                                        <p:attrNameLst>
                                          <p:attrName>ppt_x</p:attrName>
                                        </p:attrNameLst>
                                      </p:cBhvr>
                                    </p:anim>
                                  </p:childTnLst>
                                </p:cTn>
                              </p:par>
                              <p:par>
                                <p:cTn id="59" presetID="34" presetClass="entr" presetSubtype="0" fill="hold" grpId="0" nodeType="withEffect">
                                  <p:stCondLst>
                                    <p:cond delay="0"/>
                                  </p:stCondLst>
                                  <p:childTnLst>
                                    <p:set>
                                      <p:cBhvr>
                                        <p:cTn id="60" dur="1" fill="hold">
                                          <p:stCondLst>
                                            <p:cond delay="0"/>
                                          </p:stCondLst>
                                        </p:cTn>
                                        <p:tgtEl>
                                          <p:spTgt spid="27662"/>
                                        </p:tgtEl>
                                        <p:attrNameLst>
                                          <p:attrName>style.visibility</p:attrName>
                                        </p:attrNameLst>
                                      </p:cBhvr>
                                      <p:to>
                                        <p:strVal val="visible"/>
                                      </p:to>
                                    </p:set>
                                    <p:anim from="(-#ppt_w/2)" to="(#ppt_x)" calcmode="lin" valueType="num">
                                      <p:cBhvr>
                                        <p:cTn id="61" dur="600" fill="hold">
                                          <p:stCondLst>
                                            <p:cond delay="0"/>
                                          </p:stCondLst>
                                        </p:cTn>
                                        <p:tgtEl>
                                          <p:spTgt spid="27662"/>
                                        </p:tgtEl>
                                        <p:attrNameLst>
                                          <p:attrName>ppt_x</p:attrName>
                                        </p:attrNameLst>
                                      </p:cBhvr>
                                    </p:anim>
                                    <p:anim from="0" to="-1.0" calcmode="lin" valueType="num">
                                      <p:cBhvr>
                                        <p:cTn id="62" dur="200" decel="50000" autoRev="1" fill="hold">
                                          <p:stCondLst>
                                            <p:cond delay="600"/>
                                          </p:stCondLst>
                                        </p:cTn>
                                        <p:tgtEl>
                                          <p:spTgt spid="27662"/>
                                        </p:tgtEl>
                                        <p:attrNameLst>
                                          <p:attrName>xshear</p:attrName>
                                        </p:attrNameLst>
                                      </p:cBhvr>
                                    </p:anim>
                                    <p:animScale>
                                      <p:cBhvr>
                                        <p:cTn id="63" dur="200" decel="100000" autoRev="1" fill="hold">
                                          <p:stCondLst>
                                            <p:cond delay="600"/>
                                          </p:stCondLst>
                                        </p:cTn>
                                        <p:tgtEl>
                                          <p:spTgt spid="27662"/>
                                        </p:tgtEl>
                                      </p:cBhvr>
                                      <p:from x="100000" y="100000"/>
                                      <p:to x="80000" y="100000"/>
                                    </p:animScale>
                                    <p:anim by="(#ppt_h/3+#ppt_w*0.1)" calcmode="lin" valueType="num">
                                      <p:cBhvr additive="sum">
                                        <p:cTn id="64" dur="200" decel="100000" autoRev="1" fill="hold">
                                          <p:stCondLst>
                                            <p:cond delay="600"/>
                                          </p:stCondLst>
                                        </p:cTn>
                                        <p:tgtEl>
                                          <p:spTgt spid="27662"/>
                                        </p:tgtEl>
                                        <p:attrNameLst>
                                          <p:attrName>ppt_x</p:attrName>
                                        </p:attrNameLst>
                                      </p:cBhvr>
                                    </p:anim>
                                  </p:childTnLst>
                                </p:cTn>
                              </p:par>
                              <p:par>
                                <p:cTn id="65" presetID="34" presetClass="entr" presetSubtype="0" fill="hold" grpId="0" nodeType="withEffect">
                                  <p:stCondLst>
                                    <p:cond delay="0"/>
                                  </p:stCondLst>
                                  <p:childTnLst>
                                    <p:set>
                                      <p:cBhvr>
                                        <p:cTn id="66" dur="1" fill="hold">
                                          <p:stCondLst>
                                            <p:cond delay="0"/>
                                          </p:stCondLst>
                                        </p:cTn>
                                        <p:tgtEl>
                                          <p:spTgt spid="27661"/>
                                        </p:tgtEl>
                                        <p:attrNameLst>
                                          <p:attrName>style.visibility</p:attrName>
                                        </p:attrNameLst>
                                      </p:cBhvr>
                                      <p:to>
                                        <p:strVal val="visible"/>
                                      </p:to>
                                    </p:set>
                                    <p:anim from="(-#ppt_w/2)" to="(#ppt_x)" calcmode="lin" valueType="num">
                                      <p:cBhvr>
                                        <p:cTn id="67" dur="600" fill="hold">
                                          <p:stCondLst>
                                            <p:cond delay="0"/>
                                          </p:stCondLst>
                                        </p:cTn>
                                        <p:tgtEl>
                                          <p:spTgt spid="27661"/>
                                        </p:tgtEl>
                                        <p:attrNameLst>
                                          <p:attrName>ppt_x</p:attrName>
                                        </p:attrNameLst>
                                      </p:cBhvr>
                                    </p:anim>
                                    <p:anim from="0" to="-1.0" calcmode="lin" valueType="num">
                                      <p:cBhvr>
                                        <p:cTn id="68" dur="200" decel="50000" autoRev="1" fill="hold">
                                          <p:stCondLst>
                                            <p:cond delay="600"/>
                                          </p:stCondLst>
                                        </p:cTn>
                                        <p:tgtEl>
                                          <p:spTgt spid="27661"/>
                                        </p:tgtEl>
                                        <p:attrNameLst>
                                          <p:attrName>xshear</p:attrName>
                                        </p:attrNameLst>
                                      </p:cBhvr>
                                    </p:anim>
                                    <p:animScale>
                                      <p:cBhvr>
                                        <p:cTn id="69" dur="200" decel="100000" autoRev="1" fill="hold">
                                          <p:stCondLst>
                                            <p:cond delay="600"/>
                                          </p:stCondLst>
                                        </p:cTn>
                                        <p:tgtEl>
                                          <p:spTgt spid="27661"/>
                                        </p:tgtEl>
                                      </p:cBhvr>
                                      <p:from x="100000" y="100000"/>
                                      <p:to x="80000" y="100000"/>
                                    </p:animScale>
                                    <p:anim by="(#ppt_h/3+#ppt_w*0.1)" calcmode="lin" valueType="num">
                                      <p:cBhvr additive="sum">
                                        <p:cTn id="70" dur="200" decel="100000" autoRev="1" fill="hold">
                                          <p:stCondLst>
                                            <p:cond delay="600"/>
                                          </p:stCondLst>
                                        </p:cTn>
                                        <p:tgtEl>
                                          <p:spTgt spid="27661"/>
                                        </p:tgtEl>
                                        <p:attrNameLst>
                                          <p:attrName>ppt_x</p:attrName>
                                        </p:attrNameLst>
                                      </p:cBhvr>
                                    </p:anim>
                                  </p:childTnLst>
                                </p:cTn>
                              </p:par>
                              <p:par>
                                <p:cTn id="71" presetID="34" presetClass="entr" presetSubtype="0" fill="hold" grpId="0" nodeType="withEffect">
                                  <p:stCondLst>
                                    <p:cond delay="0"/>
                                  </p:stCondLst>
                                  <p:childTnLst>
                                    <p:set>
                                      <p:cBhvr>
                                        <p:cTn id="72" dur="1" fill="hold">
                                          <p:stCondLst>
                                            <p:cond delay="0"/>
                                          </p:stCondLst>
                                        </p:cTn>
                                        <p:tgtEl>
                                          <p:spTgt spid="27657"/>
                                        </p:tgtEl>
                                        <p:attrNameLst>
                                          <p:attrName>style.visibility</p:attrName>
                                        </p:attrNameLst>
                                      </p:cBhvr>
                                      <p:to>
                                        <p:strVal val="visible"/>
                                      </p:to>
                                    </p:set>
                                    <p:anim from="(-#ppt_w/2)" to="(#ppt_x)" calcmode="lin" valueType="num">
                                      <p:cBhvr>
                                        <p:cTn id="73" dur="600" fill="hold">
                                          <p:stCondLst>
                                            <p:cond delay="0"/>
                                          </p:stCondLst>
                                        </p:cTn>
                                        <p:tgtEl>
                                          <p:spTgt spid="27657"/>
                                        </p:tgtEl>
                                        <p:attrNameLst>
                                          <p:attrName>ppt_x</p:attrName>
                                        </p:attrNameLst>
                                      </p:cBhvr>
                                    </p:anim>
                                    <p:anim from="0" to="-1.0" calcmode="lin" valueType="num">
                                      <p:cBhvr>
                                        <p:cTn id="74" dur="200" decel="50000" autoRev="1" fill="hold">
                                          <p:stCondLst>
                                            <p:cond delay="600"/>
                                          </p:stCondLst>
                                        </p:cTn>
                                        <p:tgtEl>
                                          <p:spTgt spid="27657"/>
                                        </p:tgtEl>
                                        <p:attrNameLst>
                                          <p:attrName>xshear</p:attrName>
                                        </p:attrNameLst>
                                      </p:cBhvr>
                                    </p:anim>
                                    <p:animScale>
                                      <p:cBhvr>
                                        <p:cTn id="75" dur="200" decel="100000" autoRev="1" fill="hold">
                                          <p:stCondLst>
                                            <p:cond delay="600"/>
                                          </p:stCondLst>
                                        </p:cTn>
                                        <p:tgtEl>
                                          <p:spTgt spid="27657"/>
                                        </p:tgtEl>
                                      </p:cBhvr>
                                      <p:from x="100000" y="100000"/>
                                      <p:to x="80000" y="100000"/>
                                    </p:animScale>
                                    <p:anim by="(#ppt_h/3+#ppt_w*0.1)" calcmode="lin" valueType="num">
                                      <p:cBhvr additive="sum">
                                        <p:cTn id="76" dur="200" decel="100000" autoRev="1" fill="hold">
                                          <p:stCondLst>
                                            <p:cond delay="600"/>
                                          </p:stCondLst>
                                        </p:cTn>
                                        <p:tgtEl>
                                          <p:spTgt spid="27657"/>
                                        </p:tgtEl>
                                        <p:attrNameLst>
                                          <p:attrName>ppt_x</p:attrName>
                                        </p:attrNameLst>
                                      </p:cBhvr>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34" presetClass="entr" presetSubtype="0" fill="hold" grpId="0" nodeType="clickEffect">
                                  <p:stCondLst>
                                    <p:cond delay="0"/>
                                  </p:stCondLst>
                                  <p:childTnLst>
                                    <p:set>
                                      <p:cBhvr>
                                        <p:cTn id="80" dur="1" fill="hold">
                                          <p:stCondLst>
                                            <p:cond delay="0"/>
                                          </p:stCondLst>
                                        </p:cTn>
                                        <p:tgtEl>
                                          <p:spTgt spid="27655"/>
                                        </p:tgtEl>
                                        <p:attrNameLst>
                                          <p:attrName>style.visibility</p:attrName>
                                        </p:attrNameLst>
                                      </p:cBhvr>
                                      <p:to>
                                        <p:strVal val="visible"/>
                                      </p:to>
                                    </p:set>
                                    <p:anim from="(-#ppt_w/2)" to="(#ppt_x)" calcmode="lin" valueType="num">
                                      <p:cBhvr>
                                        <p:cTn id="81" dur="600" fill="hold">
                                          <p:stCondLst>
                                            <p:cond delay="0"/>
                                          </p:stCondLst>
                                        </p:cTn>
                                        <p:tgtEl>
                                          <p:spTgt spid="27655"/>
                                        </p:tgtEl>
                                        <p:attrNameLst>
                                          <p:attrName>ppt_x</p:attrName>
                                        </p:attrNameLst>
                                      </p:cBhvr>
                                    </p:anim>
                                    <p:anim from="0" to="-1.0" calcmode="lin" valueType="num">
                                      <p:cBhvr>
                                        <p:cTn id="82" dur="200" decel="50000" autoRev="1" fill="hold">
                                          <p:stCondLst>
                                            <p:cond delay="600"/>
                                          </p:stCondLst>
                                        </p:cTn>
                                        <p:tgtEl>
                                          <p:spTgt spid="27655"/>
                                        </p:tgtEl>
                                        <p:attrNameLst>
                                          <p:attrName>xshear</p:attrName>
                                        </p:attrNameLst>
                                      </p:cBhvr>
                                    </p:anim>
                                    <p:animScale>
                                      <p:cBhvr>
                                        <p:cTn id="83" dur="200" decel="100000" autoRev="1" fill="hold">
                                          <p:stCondLst>
                                            <p:cond delay="600"/>
                                          </p:stCondLst>
                                        </p:cTn>
                                        <p:tgtEl>
                                          <p:spTgt spid="27655"/>
                                        </p:tgtEl>
                                      </p:cBhvr>
                                      <p:from x="100000" y="100000"/>
                                      <p:to x="80000" y="100000"/>
                                    </p:animScale>
                                    <p:anim by="(#ppt_h/3+#ppt_w*0.1)" calcmode="lin" valueType="num">
                                      <p:cBhvr additive="sum">
                                        <p:cTn id="84" dur="200" decel="100000" autoRev="1" fill="hold">
                                          <p:stCondLst>
                                            <p:cond delay="600"/>
                                          </p:stCondLst>
                                        </p:cTn>
                                        <p:tgtEl>
                                          <p:spTgt spid="27655"/>
                                        </p:tgtEl>
                                        <p:attrNameLst>
                                          <p:attrName>ppt_x</p:attrName>
                                        </p:attrNameLst>
                                      </p:cBhvr>
                                    </p:anim>
                                  </p:childTnLst>
                                </p:cTn>
                              </p:par>
                            </p:childTnLst>
                          </p:cTn>
                        </p:par>
                      </p:childTnLst>
                    </p:cTn>
                  </p:par>
                  <p:par>
                    <p:cTn id="85" fill="hold" nodeType="clickPar">
                      <p:stCondLst>
                        <p:cond delay="indefinite"/>
                      </p:stCondLst>
                      <p:childTnLst>
                        <p:par>
                          <p:cTn id="86" fill="hold" nodeType="withGroup">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15"/>
                                        </p:tgtEl>
                                        <p:attrNameLst>
                                          <p:attrName>style.visibility</p:attrName>
                                        </p:attrNameLst>
                                      </p:cBhvr>
                                      <p:to>
                                        <p:strVal val="visible"/>
                                      </p:to>
                                    </p:set>
                                    <p:anim calcmode="lin" valueType="num">
                                      <p:cBhvr additive="base">
                                        <p:cTn id="89" dur="500" fill="hold"/>
                                        <p:tgtEl>
                                          <p:spTgt spid="15"/>
                                        </p:tgtEl>
                                        <p:attrNameLst>
                                          <p:attrName>ppt_x</p:attrName>
                                        </p:attrNameLst>
                                      </p:cBhvr>
                                      <p:tavLst>
                                        <p:tav tm="0">
                                          <p:val>
                                            <p:strVal val="#ppt_x"/>
                                          </p:val>
                                        </p:tav>
                                        <p:tav tm="100000">
                                          <p:val>
                                            <p:strVal val="#ppt_x"/>
                                          </p:val>
                                        </p:tav>
                                      </p:tavLst>
                                    </p:anim>
                                    <p:anim calcmode="lin" valueType="num">
                                      <p:cBhvr additive="base">
                                        <p:cTn id="9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1" fill="hold" nodeType="clickPar">
                      <p:stCondLst>
                        <p:cond delay="indefinite"/>
                      </p:stCondLst>
                      <p:childTnLst>
                        <p:par>
                          <p:cTn id="92" fill="hold" nodeType="withGroup">
                            <p:stCondLst>
                              <p:cond delay="0"/>
                            </p:stCondLst>
                            <p:childTnLst>
                              <p:par>
                                <p:cTn id="93" presetID="34" presetClass="entr" presetSubtype="0" fill="hold" grpId="0" nodeType="clickEffect">
                                  <p:stCondLst>
                                    <p:cond delay="0"/>
                                  </p:stCondLst>
                                  <p:childTnLst>
                                    <p:set>
                                      <p:cBhvr>
                                        <p:cTn id="94" dur="1" fill="hold">
                                          <p:stCondLst>
                                            <p:cond delay="0"/>
                                          </p:stCondLst>
                                        </p:cTn>
                                        <p:tgtEl>
                                          <p:spTgt spid="16"/>
                                        </p:tgtEl>
                                        <p:attrNameLst>
                                          <p:attrName>style.visibility</p:attrName>
                                        </p:attrNameLst>
                                      </p:cBhvr>
                                      <p:to>
                                        <p:strVal val="visible"/>
                                      </p:to>
                                    </p:set>
                                    <p:anim from="(-#ppt_w/2)" to="(#ppt_x)" calcmode="lin" valueType="num">
                                      <p:cBhvr>
                                        <p:cTn id="95" dur="600" fill="hold">
                                          <p:stCondLst>
                                            <p:cond delay="0"/>
                                          </p:stCondLst>
                                        </p:cTn>
                                        <p:tgtEl>
                                          <p:spTgt spid="16"/>
                                        </p:tgtEl>
                                        <p:attrNameLst>
                                          <p:attrName>ppt_x</p:attrName>
                                        </p:attrNameLst>
                                      </p:cBhvr>
                                    </p:anim>
                                    <p:anim from="0" to="-1.0" calcmode="lin" valueType="num">
                                      <p:cBhvr>
                                        <p:cTn id="96" dur="200" decel="50000" autoRev="1" fill="hold">
                                          <p:stCondLst>
                                            <p:cond delay="600"/>
                                          </p:stCondLst>
                                        </p:cTn>
                                        <p:tgtEl>
                                          <p:spTgt spid="16"/>
                                        </p:tgtEl>
                                        <p:attrNameLst>
                                          <p:attrName>xshear</p:attrName>
                                        </p:attrNameLst>
                                      </p:cBhvr>
                                    </p:anim>
                                    <p:animScale>
                                      <p:cBhvr>
                                        <p:cTn id="97" dur="200" decel="100000" autoRev="1" fill="hold">
                                          <p:stCondLst>
                                            <p:cond delay="600"/>
                                          </p:stCondLst>
                                        </p:cTn>
                                        <p:tgtEl>
                                          <p:spTgt spid="16"/>
                                        </p:tgtEl>
                                      </p:cBhvr>
                                      <p:from x="100000" y="100000"/>
                                      <p:to x="80000" y="100000"/>
                                    </p:animScale>
                                    <p:anim by="(#ppt_h/3+#ppt_w*0.1)" calcmode="lin" valueType="num">
                                      <p:cBhvr additive="sum">
                                        <p:cTn id="98" dur="200" decel="100000" autoRev="1" fill="hold">
                                          <p:stCondLst>
                                            <p:cond delay="600"/>
                                          </p:stCondLst>
                                        </p:cTn>
                                        <p:tgtEl>
                                          <p:spTgt spid="16"/>
                                        </p:tgtEl>
                                        <p:attrNameLst>
                                          <p:attrName>ppt_x</p:attrName>
                                        </p:attrNameLst>
                                      </p:cBhvr>
                                    </p:anim>
                                  </p:childTnLst>
                                </p:cTn>
                              </p:par>
                            </p:childTnLst>
                          </p:cTn>
                        </p:par>
                      </p:childTnLst>
                    </p:cTn>
                  </p:par>
                  <p:par>
                    <p:cTn id="99" fill="hold" nodeType="clickPar">
                      <p:stCondLst>
                        <p:cond delay="indefinite"/>
                      </p:stCondLst>
                      <p:childTnLst>
                        <p:par>
                          <p:cTn id="100" fill="hold" nodeType="withGroup">
                            <p:stCondLst>
                              <p:cond delay="0"/>
                            </p:stCondLst>
                            <p:childTnLst>
                              <p:par>
                                <p:cTn id="101" presetID="34" presetClass="exit" presetSubtype="0" fill="hold" grpId="1" nodeType="clickEffect">
                                  <p:stCondLst>
                                    <p:cond delay="0"/>
                                  </p:stCondLst>
                                  <p:childTnLst>
                                    <p:anim from="(ppt_x)" to="(ppt_x+1)" calcmode="lin" valueType="num">
                                      <p:cBhvr>
                                        <p:cTn id="102" dur="1000">
                                          <p:stCondLst>
                                            <p:cond delay="0"/>
                                          </p:stCondLst>
                                        </p:cTn>
                                        <p:tgtEl>
                                          <p:spTgt spid="27662"/>
                                        </p:tgtEl>
                                        <p:attrNameLst>
                                          <p:attrName>ppt_x</p:attrName>
                                        </p:attrNameLst>
                                      </p:cBhvr>
                                    </p:anim>
                                    <p:anim from="0" to="-1.0" calcmode="lin" valueType="num">
                                      <p:cBhvr>
                                        <p:cTn id="103" dur="200" accel="50000">
                                          <p:stCondLst>
                                            <p:cond delay="0"/>
                                          </p:stCondLst>
                                        </p:cTn>
                                        <p:tgtEl>
                                          <p:spTgt spid="27662"/>
                                        </p:tgtEl>
                                        <p:attrNameLst>
                                          <p:attrName>xshear</p:attrName>
                                        </p:attrNameLst>
                                      </p:cBhvr>
                                    </p:anim>
                                    <p:set>
                                      <p:cBhvr>
                                        <p:cTn id="104" dur="800">
                                          <p:stCondLst>
                                            <p:cond delay="200"/>
                                          </p:stCondLst>
                                        </p:cTn>
                                        <p:tgtEl>
                                          <p:spTgt spid="27662"/>
                                        </p:tgtEl>
                                        <p:attrNameLst>
                                          <p:attrName>xshear</p:attrName>
                                        </p:attrNameLst>
                                      </p:cBhvr>
                                      <p:to>
                                        <p:strVal val="-1.0"/>
                                      </p:to>
                                    </p:set>
                                    <p:set>
                                      <p:cBhvr>
                                        <p:cTn id="105" dur="1" fill="hold">
                                          <p:stCondLst>
                                            <p:cond delay="999"/>
                                          </p:stCondLst>
                                        </p:cTn>
                                        <p:tgtEl>
                                          <p:spTgt spid="27662"/>
                                        </p:tgtEl>
                                        <p:attrNameLst>
                                          <p:attrName>style.visibility</p:attrName>
                                        </p:attrNameLst>
                                      </p:cBhvr>
                                      <p:to>
                                        <p:strVal val="hidden"/>
                                      </p:to>
                                    </p:se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34" presetClass="exit" presetSubtype="0" fill="hold" grpId="1" nodeType="clickEffect">
                                  <p:stCondLst>
                                    <p:cond delay="0"/>
                                  </p:stCondLst>
                                  <p:childTnLst>
                                    <p:anim from="(ppt_x)" to="(ppt_x+1)" calcmode="lin" valueType="num">
                                      <p:cBhvr>
                                        <p:cTn id="109" dur="1000">
                                          <p:stCondLst>
                                            <p:cond delay="0"/>
                                          </p:stCondLst>
                                        </p:cTn>
                                        <p:tgtEl>
                                          <p:spTgt spid="27657"/>
                                        </p:tgtEl>
                                        <p:attrNameLst>
                                          <p:attrName>ppt_x</p:attrName>
                                        </p:attrNameLst>
                                      </p:cBhvr>
                                    </p:anim>
                                    <p:anim from="0" to="-1.0" calcmode="lin" valueType="num">
                                      <p:cBhvr>
                                        <p:cTn id="110" dur="200" accel="50000">
                                          <p:stCondLst>
                                            <p:cond delay="0"/>
                                          </p:stCondLst>
                                        </p:cTn>
                                        <p:tgtEl>
                                          <p:spTgt spid="27657"/>
                                        </p:tgtEl>
                                        <p:attrNameLst>
                                          <p:attrName>xshear</p:attrName>
                                        </p:attrNameLst>
                                      </p:cBhvr>
                                    </p:anim>
                                    <p:set>
                                      <p:cBhvr>
                                        <p:cTn id="111" dur="800">
                                          <p:stCondLst>
                                            <p:cond delay="200"/>
                                          </p:stCondLst>
                                        </p:cTn>
                                        <p:tgtEl>
                                          <p:spTgt spid="27657"/>
                                        </p:tgtEl>
                                        <p:attrNameLst>
                                          <p:attrName>xshear</p:attrName>
                                        </p:attrNameLst>
                                      </p:cBhvr>
                                      <p:to>
                                        <p:strVal val="-1.0"/>
                                      </p:to>
                                    </p:set>
                                    <p:set>
                                      <p:cBhvr>
                                        <p:cTn id="112" dur="1" fill="hold">
                                          <p:stCondLst>
                                            <p:cond delay="999"/>
                                          </p:stCondLst>
                                        </p:cTn>
                                        <p:tgtEl>
                                          <p:spTgt spid="27657"/>
                                        </p:tgtEl>
                                        <p:attrNameLst>
                                          <p:attrName>style.visibility</p:attrName>
                                        </p:attrNameLst>
                                      </p:cBhvr>
                                      <p:to>
                                        <p:strVal val="hidden"/>
                                      </p:to>
                                    </p:set>
                                  </p:childTnLst>
                                </p:cTn>
                              </p:par>
                              <p:par>
                                <p:cTn id="113" presetID="34" presetClass="exit" presetSubtype="0" fill="hold" grpId="1" nodeType="withEffect">
                                  <p:stCondLst>
                                    <p:cond delay="0"/>
                                  </p:stCondLst>
                                  <p:childTnLst>
                                    <p:anim from="(ppt_x)" to="(ppt_x+1)" calcmode="lin" valueType="num">
                                      <p:cBhvr>
                                        <p:cTn id="114" dur="1000">
                                          <p:stCondLst>
                                            <p:cond delay="0"/>
                                          </p:stCondLst>
                                        </p:cTn>
                                        <p:tgtEl>
                                          <p:spTgt spid="27661"/>
                                        </p:tgtEl>
                                        <p:attrNameLst>
                                          <p:attrName>ppt_x</p:attrName>
                                        </p:attrNameLst>
                                      </p:cBhvr>
                                    </p:anim>
                                    <p:anim from="0" to="-1.0" calcmode="lin" valueType="num">
                                      <p:cBhvr>
                                        <p:cTn id="115" dur="200" accel="50000">
                                          <p:stCondLst>
                                            <p:cond delay="0"/>
                                          </p:stCondLst>
                                        </p:cTn>
                                        <p:tgtEl>
                                          <p:spTgt spid="27661"/>
                                        </p:tgtEl>
                                        <p:attrNameLst>
                                          <p:attrName>xshear</p:attrName>
                                        </p:attrNameLst>
                                      </p:cBhvr>
                                    </p:anim>
                                    <p:set>
                                      <p:cBhvr>
                                        <p:cTn id="116" dur="800">
                                          <p:stCondLst>
                                            <p:cond delay="200"/>
                                          </p:stCondLst>
                                        </p:cTn>
                                        <p:tgtEl>
                                          <p:spTgt spid="27661"/>
                                        </p:tgtEl>
                                        <p:attrNameLst>
                                          <p:attrName>xshear</p:attrName>
                                        </p:attrNameLst>
                                      </p:cBhvr>
                                      <p:to>
                                        <p:strVal val="-1.0"/>
                                      </p:to>
                                    </p:set>
                                    <p:set>
                                      <p:cBhvr>
                                        <p:cTn id="117" dur="1" fill="hold">
                                          <p:stCondLst>
                                            <p:cond delay="999"/>
                                          </p:stCondLst>
                                        </p:cTn>
                                        <p:tgtEl>
                                          <p:spTgt spid="27661"/>
                                        </p:tgtEl>
                                        <p:attrNameLst>
                                          <p:attrName>style.visibility</p:attrName>
                                        </p:attrNameLst>
                                      </p:cBhvr>
                                      <p:to>
                                        <p:strVal val="hidden"/>
                                      </p:to>
                                    </p:se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34" presetClass="entr" presetSubtype="0" fill="hold" grpId="2" nodeType="clickEffect">
                                  <p:stCondLst>
                                    <p:cond delay="0"/>
                                  </p:stCondLst>
                                  <p:childTnLst>
                                    <p:set>
                                      <p:cBhvr>
                                        <p:cTn id="121" dur="1" fill="hold">
                                          <p:stCondLst>
                                            <p:cond delay="0"/>
                                          </p:stCondLst>
                                        </p:cTn>
                                        <p:tgtEl>
                                          <p:spTgt spid="27662"/>
                                        </p:tgtEl>
                                        <p:attrNameLst>
                                          <p:attrName>style.visibility</p:attrName>
                                        </p:attrNameLst>
                                      </p:cBhvr>
                                      <p:to>
                                        <p:strVal val="visible"/>
                                      </p:to>
                                    </p:set>
                                    <p:anim from="(-#ppt_w/2)" to="(#ppt_x)" calcmode="lin" valueType="num">
                                      <p:cBhvr>
                                        <p:cTn id="122" dur="600" fill="hold">
                                          <p:stCondLst>
                                            <p:cond delay="0"/>
                                          </p:stCondLst>
                                        </p:cTn>
                                        <p:tgtEl>
                                          <p:spTgt spid="27662"/>
                                        </p:tgtEl>
                                        <p:attrNameLst>
                                          <p:attrName>ppt_x</p:attrName>
                                        </p:attrNameLst>
                                      </p:cBhvr>
                                    </p:anim>
                                    <p:anim from="0" to="-1.0" calcmode="lin" valueType="num">
                                      <p:cBhvr>
                                        <p:cTn id="123" dur="200" decel="50000" autoRev="1" fill="hold">
                                          <p:stCondLst>
                                            <p:cond delay="600"/>
                                          </p:stCondLst>
                                        </p:cTn>
                                        <p:tgtEl>
                                          <p:spTgt spid="27662"/>
                                        </p:tgtEl>
                                        <p:attrNameLst>
                                          <p:attrName>xshear</p:attrName>
                                        </p:attrNameLst>
                                      </p:cBhvr>
                                    </p:anim>
                                    <p:animScale>
                                      <p:cBhvr>
                                        <p:cTn id="124" dur="200" decel="100000" autoRev="1" fill="hold">
                                          <p:stCondLst>
                                            <p:cond delay="600"/>
                                          </p:stCondLst>
                                        </p:cTn>
                                        <p:tgtEl>
                                          <p:spTgt spid="27662"/>
                                        </p:tgtEl>
                                      </p:cBhvr>
                                      <p:from x="100000" y="100000"/>
                                      <p:to x="80000" y="100000"/>
                                    </p:animScale>
                                    <p:anim by="(#ppt_h/3+#ppt_w*0.1)" calcmode="lin" valueType="num">
                                      <p:cBhvr additive="sum">
                                        <p:cTn id="125" dur="200" decel="100000" autoRev="1" fill="hold">
                                          <p:stCondLst>
                                            <p:cond delay="600"/>
                                          </p:stCondLst>
                                        </p:cTn>
                                        <p:tgtEl>
                                          <p:spTgt spid="27662"/>
                                        </p:tgtEl>
                                        <p:attrNameLst>
                                          <p:attrName>ppt_x</p:attrName>
                                        </p:attrNameLst>
                                      </p:cBhvr>
                                    </p:anim>
                                  </p:childTnLst>
                                </p:cTn>
                              </p:par>
                              <p:par>
                                <p:cTn id="126" presetID="34" presetClass="entr" presetSubtype="0" fill="hold" grpId="2" nodeType="withEffect">
                                  <p:stCondLst>
                                    <p:cond delay="0"/>
                                  </p:stCondLst>
                                  <p:childTnLst>
                                    <p:set>
                                      <p:cBhvr>
                                        <p:cTn id="127" dur="1" fill="hold">
                                          <p:stCondLst>
                                            <p:cond delay="0"/>
                                          </p:stCondLst>
                                        </p:cTn>
                                        <p:tgtEl>
                                          <p:spTgt spid="27661"/>
                                        </p:tgtEl>
                                        <p:attrNameLst>
                                          <p:attrName>style.visibility</p:attrName>
                                        </p:attrNameLst>
                                      </p:cBhvr>
                                      <p:to>
                                        <p:strVal val="visible"/>
                                      </p:to>
                                    </p:set>
                                    <p:anim from="(-#ppt_w/2)" to="(#ppt_x)" calcmode="lin" valueType="num">
                                      <p:cBhvr>
                                        <p:cTn id="128" dur="600" fill="hold">
                                          <p:stCondLst>
                                            <p:cond delay="0"/>
                                          </p:stCondLst>
                                        </p:cTn>
                                        <p:tgtEl>
                                          <p:spTgt spid="27661"/>
                                        </p:tgtEl>
                                        <p:attrNameLst>
                                          <p:attrName>ppt_x</p:attrName>
                                        </p:attrNameLst>
                                      </p:cBhvr>
                                    </p:anim>
                                    <p:anim from="0" to="-1.0" calcmode="lin" valueType="num">
                                      <p:cBhvr>
                                        <p:cTn id="129" dur="200" decel="50000" autoRev="1" fill="hold">
                                          <p:stCondLst>
                                            <p:cond delay="600"/>
                                          </p:stCondLst>
                                        </p:cTn>
                                        <p:tgtEl>
                                          <p:spTgt spid="27661"/>
                                        </p:tgtEl>
                                        <p:attrNameLst>
                                          <p:attrName>xshear</p:attrName>
                                        </p:attrNameLst>
                                      </p:cBhvr>
                                    </p:anim>
                                    <p:animScale>
                                      <p:cBhvr>
                                        <p:cTn id="130" dur="200" decel="100000" autoRev="1" fill="hold">
                                          <p:stCondLst>
                                            <p:cond delay="600"/>
                                          </p:stCondLst>
                                        </p:cTn>
                                        <p:tgtEl>
                                          <p:spTgt spid="27661"/>
                                        </p:tgtEl>
                                      </p:cBhvr>
                                      <p:from x="100000" y="100000"/>
                                      <p:to x="80000" y="100000"/>
                                    </p:animScale>
                                    <p:anim by="(#ppt_h/3+#ppt_w*0.1)" calcmode="lin" valueType="num">
                                      <p:cBhvr additive="sum">
                                        <p:cTn id="131" dur="200" decel="100000" autoRev="1" fill="hold">
                                          <p:stCondLst>
                                            <p:cond delay="600"/>
                                          </p:stCondLst>
                                        </p:cTn>
                                        <p:tgtEl>
                                          <p:spTgt spid="27661"/>
                                        </p:tgtEl>
                                        <p:attrNameLst>
                                          <p:attrName>ppt_x</p:attrName>
                                        </p:attrNameLst>
                                      </p:cBhvr>
                                    </p:anim>
                                  </p:childTnLst>
                                </p:cTn>
                              </p:par>
                              <p:par>
                                <p:cTn id="132" presetID="34" presetClass="entr" presetSubtype="0" fill="hold" grpId="2" nodeType="withEffect">
                                  <p:stCondLst>
                                    <p:cond delay="0"/>
                                  </p:stCondLst>
                                  <p:childTnLst>
                                    <p:set>
                                      <p:cBhvr>
                                        <p:cTn id="133" dur="1" fill="hold">
                                          <p:stCondLst>
                                            <p:cond delay="0"/>
                                          </p:stCondLst>
                                        </p:cTn>
                                        <p:tgtEl>
                                          <p:spTgt spid="27657"/>
                                        </p:tgtEl>
                                        <p:attrNameLst>
                                          <p:attrName>style.visibility</p:attrName>
                                        </p:attrNameLst>
                                      </p:cBhvr>
                                      <p:to>
                                        <p:strVal val="visible"/>
                                      </p:to>
                                    </p:set>
                                    <p:anim from="(-#ppt_w/2)" to="(#ppt_x)" calcmode="lin" valueType="num">
                                      <p:cBhvr>
                                        <p:cTn id="134" dur="600" fill="hold">
                                          <p:stCondLst>
                                            <p:cond delay="0"/>
                                          </p:stCondLst>
                                        </p:cTn>
                                        <p:tgtEl>
                                          <p:spTgt spid="27657"/>
                                        </p:tgtEl>
                                        <p:attrNameLst>
                                          <p:attrName>ppt_x</p:attrName>
                                        </p:attrNameLst>
                                      </p:cBhvr>
                                    </p:anim>
                                    <p:anim from="0" to="-1.0" calcmode="lin" valueType="num">
                                      <p:cBhvr>
                                        <p:cTn id="135" dur="200" decel="50000" autoRev="1" fill="hold">
                                          <p:stCondLst>
                                            <p:cond delay="600"/>
                                          </p:stCondLst>
                                        </p:cTn>
                                        <p:tgtEl>
                                          <p:spTgt spid="27657"/>
                                        </p:tgtEl>
                                        <p:attrNameLst>
                                          <p:attrName>xshear</p:attrName>
                                        </p:attrNameLst>
                                      </p:cBhvr>
                                    </p:anim>
                                    <p:animScale>
                                      <p:cBhvr>
                                        <p:cTn id="136" dur="200" decel="100000" autoRev="1" fill="hold">
                                          <p:stCondLst>
                                            <p:cond delay="600"/>
                                          </p:stCondLst>
                                        </p:cTn>
                                        <p:tgtEl>
                                          <p:spTgt spid="27657"/>
                                        </p:tgtEl>
                                      </p:cBhvr>
                                      <p:from x="100000" y="100000"/>
                                      <p:to x="80000" y="100000"/>
                                    </p:animScale>
                                    <p:anim by="(#ppt_h/3+#ppt_w*0.1)" calcmode="lin" valueType="num">
                                      <p:cBhvr additive="sum">
                                        <p:cTn id="137" dur="200" decel="100000" autoRev="1" fill="hold">
                                          <p:stCondLst>
                                            <p:cond delay="600"/>
                                          </p:stCondLst>
                                        </p:cTn>
                                        <p:tgtEl>
                                          <p:spTgt spid="27657"/>
                                        </p:tgtEl>
                                        <p:attrNameLst>
                                          <p:attrName>ppt_x</p:attrName>
                                        </p:attrNameLst>
                                      </p:cBhvr>
                                    </p:anim>
                                  </p:childTnLst>
                                </p:cTn>
                              </p:par>
                              <p:par>
                                <p:cTn id="138" presetID="34" presetClass="entr" presetSubtype="0" fill="hold" nodeType="withEffect">
                                  <p:stCondLst>
                                    <p:cond delay="0"/>
                                  </p:stCondLst>
                                  <p:childTnLst>
                                    <p:set>
                                      <p:cBhvr>
                                        <p:cTn id="139" dur="1" fill="hold">
                                          <p:stCondLst>
                                            <p:cond delay="0"/>
                                          </p:stCondLst>
                                        </p:cTn>
                                        <p:tgtEl>
                                          <p:spTgt spid="27651"/>
                                        </p:tgtEl>
                                        <p:attrNameLst>
                                          <p:attrName>style.visibility</p:attrName>
                                        </p:attrNameLst>
                                      </p:cBhvr>
                                      <p:to>
                                        <p:strVal val="visible"/>
                                      </p:to>
                                    </p:set>
                                    <p:anim from="(-#ppt_w/2)" to="(#ppt_x)" calcmode="lin" valueType="num">
                                      <p:cBhvr>
                                        <p:cTn id="140" dur="600" fill="hold">
                                          <p:stCondLst>
                                            <p:cond delay="0"/>
                                          </p:stCondLst>
                                        </p:cTn>
                                        <p:tgtEl>
                                          <p:spTgt spid="27651"/>
                                        </p:tgtEl>
                                        <p:attrNameLst>
                                          <p:attrName>ppt_x</p:attrName>
                                        </p:attrNameLst>
                                      </p:cBhvr>
                                    </p:anim>
                                    <p:anim from="0" to="-1.0" calcmode="lin" valueType="num">
                                      <p:cBhvr>
                                        <p:cTn id="141" dur="200" decel="50000" autoRev="1" fill="hold">
                                          <p:stCondLst>
                                            <p:cond delay="600"/>
                                          </p:stCondLst>
                                        </p:cTn>
                                        <p:tgtEl>
                                          <p:spTgt spid="27651"/>
                                        </p:tgtEl>
                                        <p:attrNameLst>
                                          <p:attrName>xshear</p:attrName>
                                        </p:attrNameLst>
                                      </p:cBhvr>
                                    </p:anim>
                                    <p:animScale>
                                      <p:cBhvr>
                                        <p:cTn id="142" dur="200" decel="100000" autoRev="1" fill="hold">
                                          <p:stCondLst>
                                            <p:cond delay="600"/>
                                          </p:stCondLst>
                                        </p:cTn>
                                        <p:tgtEl>
                                          <p:spTgt spid="27651"/>
                                        </p:tgtEl>
                                      </p:cBhvr>
                                      <p:from x="100000" y="100000"/>
                                      <p:to x="80000" y="100000"/>
                                    </p:animScale>
                                    <p:anim by="(#ppt_h/3+#ppt_w*0.1)" calcmode="lin" valueType="num">
                                      <p:cBhvr additive="sum">
                                        <p:cTn id="143" dur="200" decel="100000" autoRev="1" fill="hold">
                                          <p:stCondLst>
                                            <p:cond delay="600"/>
                                          </p:stCondLst>
                                        </p:cTn>
                                        <p:tgtEl>
                                          <p:spTgt spid="27651"/>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3" grpId="0"/>
      <p:bldP spid="27654" grpId="0"/>
      <p:bldP spid="27655" grpId="0"/>
      <p:bldP spid="27656" grpId="0"/>
      <p:bldP spid="27657" grpId="0"/>
      <p:bldP spid="27657" grpId="1"/>
      <p:bldP spid="27657" grpId="2"/>
      <p:bldP spid="27658" grpId="0"/>
      <p:bldP spid="27659" grpId="0"/>
      <p:bldP spid="27660" grpId="0"/>
      <p:bldP spid="27661" grpId="0"/>
      <p:bldP spid="27661" grpId="1"/>
      <p:bldP spid="27661" grpId="2"/>
      <p:bldP spid="27662" grpId="0"/>
      <p:bldP spid="27662" grpId="1"/>
      <p:bldP spid="27662" grpId="2"/>
      <p:bldP spid="15" grpId="0"/>
      <p:bldP spid="16"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pPr algn="ctr"/>
            <a:r>
              <a:rPr lang="en-US"/>
              <a:t>Operations in Circular Queue</a:t>
            </a:r>
          </a:p>
        </p:txBody>
      </p:sp>
      <p:sp>
        <p:nvSpPr>
          <p:cNvPr id="28675" name="Content Placeholder 2"/>
          <p:cNvSpPr>
            <a:spLocks noGrp="1"/>
          </p:cNvSpPr>
          <p:nvPr>
            <p:ph idx="1"/>
          </p:nvPr>
        </p:nvSpPr>
        <p:spPr/>
        <p:txBody>
          <a:bodyPr/>
          <a:lstStyle/>
          <a:p>
            <a:pPr algn="ctr">
              <a:buFont typeface="Wingdings 2" panose="05020102010507070707" pitchFamily="18" charset="2"/>
              <a:buNone/>
            </a:pPr>
            <a:r>
              <a:rPr lang="en-US" b="1"/>
              <a:t>Algorithm IsEmpty()</a:t>
            </a:r>
          </a:p>
          <a:p>
            <a:pPr eaLnBrk="1" hangingPunct="1">
              <a:buFont typeface="Wingdings 2" panose="05020102010507070707" pitchFamily="18" charset="2"/>
              <a:buNone/>
            </a:pPr>
            <a:r>
              <a:rPr lang="en-US">
                <a:latin typeface="Times New Roman" panose="02020603050405020304" pitchFamily="18" charset="0"/>
                <a:cs typeface="Times New Roman" panose="02020603050405020304" pitchFamily="18" charset="0"/>
              </a:rPr>
              <a:t>step1. Start</a:t>
            </a:r>
          </a:p>
          <a:p>
            <a:pPr eaLnBrk="1" hangingPunct="1">
              <a:buFont typeface="Wingdings 2" panose="05020102010507070707" pitchFamily="18" charset="2"/>
              <a:buNone/>
            </a:pPr>
            <a:r>
              <a:rPr lang="en-US">
                <a:latin typeface="Times New Roman" panose="02020603050405020304" pitchFamily="18" charset="0"/>
                <a:cs typeface="Times New Roman" panose="02020603050405020304" pitchFamily="18" charset="0"/>
              </a:rPr>
              <a:t>step2. if  (F=-1 and R = -1) return True </a:t>
            </a:r>
            <a:r>
              <a:rPr lang="en-US">
                <a:solidFill>
                  <a:schemeClr val="accent1"/>
                </a:solidFill>
                <a:latin typeface="Times New Roman" panose="02020603050405020304" pitchFamily="18" charset="0"/>
                <a:cs typeface="Times New Roman" panose="02020603050405020304" pitchFamily="18" charset="0"/>
              </a:rPr>
              <a:t> </a:t>
            </a:r>
            <a:r>
              <a:rPr lang="en-US">
                <a:solidFill>
                  <a:schemeClr val="accent1"/>
                </a:solidFill>
                <a:latin typeface="Times New Roman" panose="02020603050405020304" pitchFamily="18" charset="0"/>
                <a:cs typeface="Times New Roman" panose="02020603050405020304" pitchFamily="18" charset="0"/>
                <a:sym typeface="Wingdings" panose="05000000000000000000" pitchFamily="2" charset="2"/>
              </a:rPr>
              <a:t> Queue is Empty</a:t>
            </a:r>
            <a:endParaRPr lang="en-US">
              <a:solidFill>
                <a:schemeClr val="accent1"/>
              </a:solidFill>
              <a:latin typeface="Times New Roman" panose="02020603050405020304" pitchFamily="18" charset="0"/>
              <a:cs typeface="Times New Roman" panose="02020603050405020304" pitchFamily="18" charset="0"/>
            </a:endParaRPr>
          </a:p>
          <a:p>
            <a:pPr eaLnBrk="1" hangingPunct="1">
              <a:buFont typeface="Wingdings 2" panose="05020102010507070707" pitchFamily="18" charset="2"/>
              <a:buNone/>
            </a:pPr>
            <a:r>
              <a:rPr lang="en-US">
                <a:latin typeface="Times New Roman" panose="02020603050405020304" pitchFamily="18" charset="0"/>
                <a:cs typeface="Times New Roman" panose="02020603050405020304" pitchFamily="18" charset="0"/>
              </a:rPr>
              <a:t>step3. else return False</a:t>
            </a:r>
          </a:p>
          <a:p>
            <a:pPr eaLnBrk="1" hangingPunct="1">
              <a:buFont typeface="Wingdings 2" panose="05020102010507070707" pitchFamily="18" charset="2"/>
              <a:buNone/>
            </a:pPr>
            <a:r>
              <a:rPr lang="en-US">
                <a:latin typeface="Times New Roman" panose="02020603050405020304" pitchFamily="18" charset="0"/>
                <a:cs typeface="Times New Roman" panose="02020603050405020304" pitchFamily="18" charset="0"/>
              </a:rPr>
              <a:t>Step4. End</a:t>
            </a:r>
          </a:p>
          <a:p>
            <a:pPr>
              <a:buFont typeface="Wingdings 2" panose="05020102010507070707" pitchFamily="18" charset="2"/>
              <a:buNone/>
            </a:pPr>
            <a:endParaRPr lang="en-US"/>
          </a:p>
        </p:txBody>
      </p:sp>
      <p:sp>
        <p:nvSpPr>
          <p:cNvPr id="4" name="Date Placeholder 3"/>
          <p:cNvSpPr>
            <a:spLocks noGrp="1"/>
          </p:cNvSpPr>
          <p:nvPr>
            <p:ph type="dt" sz="quarter" idx="10"/>
          </p:nvPr>
        </p:nvSpPr>
        <p:spPr/>
        <p:txBody>
          <a:bodyPr/>
          <a:lstStyle/>
          <a:p>
            <a:pPr>
              <a:defRPr/>
            </a:pPr>
            <a:fld id="{B296D644-AC3E-485B-AE7F-21848F91B390}" type="datetime1">
              <a:rPr lang="en-US" smtClean="0"/>
              <a:pPr>
                <a:defRPr/>
              </a:pPr>
              <a:t>9/30/2024</a:t>
            </a:fld>
            <a:endParaRPr lang="en-IN"/>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E243A11-8AB6-4CF0-B92C-EF17C803457F}" type="slidenum">
              <a:rPr lang="en-IN">
                <a:solidFill>
                  <a:srgbClr val="045C75"/>
                </a:solidFill>
                <a:latin typeface="Constantia" panose="02030602050306030303" pitchFamily="18" charset="0"/>
              </a:rPr>
              <a:pPr eaLnBrk="1" hangingPunct="1"/>
              <a:t>60</a:t>
            </a:fld>
            <a:endParaRPr lang="en-IN">
              <a:solidFill>
                <a:srgbClr val="045C75"/>
              </a:solidFill>
              <a:latin typeface="Constantia" panose="02030602050306030303" pitchFamily="18" charset="0"/>
            </a:endParaRPr>
          </a:p>
        </p:txBody>
      </p:sp>
      <p:sp>
        <p:nvSpPr>
          <p:cNvPr id="6" name="Footer Placeholder 5"/>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1649639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 from="(-#ppt_w/2)" to="(#ppt_x)" calcmode="lin" valueType="num">
                                      <p:cBhvr>
                                        <p:cTn id="7" dur="600" fill="hold">
                                          <p:stCondLst>
                                            <p:cond delay="0"/>
                                          </p:stCondLst>
                                        </p:cTn>
                                        <p:tgtEl>
                                          <p:spTgt spid="28675">
                                            <p:txEl>
                                              <p:pRg st="0" end="0"/>
                                            </p:txEl>
                                          </p:spTgt>
                                        </p:tgtEl>
                                        <p:attrNameLst>
                                          <p:attrName>ppt_x</p:attrName>
                                        </p:attrNameLst>
                                      </p:cBhvr>
                                    </p:anim>
                                    <p:anim from="0" to="-1.0" calcmode="lin" valueType="num">
                                      <p:cBhvr>
                                        <p:cTn id="8" dur="200" decel="50000" autoRev="1" fill="hold">
                                          <p:stCondLst>
                                            <p:cond delay="600"/>
                                          </p:stCondLst>
                                        </p:cTn>
                                        <p:tgtEl>
                                          <p:spTgt spid="28675">
                                            <p:txEl>
                                              <p:pRg st="0" end="0"/>
                                            </p:txEl>
                                          </p:spTgt>
                                        </p:tgtEl>
                                        <p:attrNameLst>
                                          <p:attrName>xshear</p:attrName>
                                        </p:attrNameLst>
                                      </p:cBhvr>
                                    </p:anim>
                                    <p:animScale>
                                      <p:cBhvr>
                                        <p:cTn id="9" dur="200" decel="100000" autoRev="1" fill="hold">
                                          <p:stCondLst>
                                            <p:cond delay="600"/>
                                          </p:stCondLst>
                                        </p:cTn>
                                        <p:tgtEl>
                                          <p:spTgt spid="28675">
                                            <p:txEl>
                                              <p:pRg st="0" end="0"/>
                                            </p:txEl>
                                          </p:spTgt>
                                        </p:tgtEl>
                                      </p:cBhvr>
                                      <p:from x="100000" y="100000"/>
                                      <p:to x="80000" y="100000"/>
                                    </p:animScale>
                                    <p:anim by="(#ppt_h/3+#ppt_w*0.1)" calcmode="lin" valueType="num">
                                      <p:cBhvr additive="sum">
                                        <p:cTn id="10" dur="200" decel="100000" autoRev="1" fill="hold">
                                          <p:stCondLst>
                                            <p:cond delay="600"/>
                                          </p:stCondLst>
                                        </p:cTn>
                                        <p:tgtEl>
                                          <p:spTgt spid="28675">
                                            <p:txEl>
                                              <p:pRg st="0" end="0"/>
                                            </p:txEl>
                                          </p:spTgt>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4" presetClass="entr" presetSubtype="0" fill="hold" grpId="0" nodeType="clickEffect">
                                  <p:stCondLst>
                                    <p:cond delay="0"/>
                                  </p:stCondLst>
                                  <p:childTnLst>
                                    <p:set>
                                      <p:cBhvr>
                                        <p:cTn id="14" dur="1" fill="hold">
                                          <p:stCondLst>
                                            <p:cond delay="0"/>
                                          </p:stCondLst>
                                        </p:cTn>
                                        <p:tgtEl>
                                          <p:spTgt spid="28675">
                                            <p:txEl>
                                              <p:pRg st="1" end="1"/>
                                            </p:txEl>
                                          </p:spTgt>
                                        </p:tgtEl>
                                        <p:attrNameLst>
                                          <p:attrName>style.visibility</p:attrName>
                                        </p:attrNameLst>
                                      </p:cBhvr>
                                      <p:to>
                                        <p:strVal val="visible"/>
                                      </p:to>
                                    </p:set>
                                    <p:anim from="(-#ppt_w/2)" to="(#ppt_x)" calcmode="lin" valueType="num">
                                      <p:cBhvr>
                                        <p:cTn id="15" dur="600" fill="hold">
                                          <p:stCondLst>
                                            <p:cond delay="0"/>
                                          </p:stCondLst>
                                        </p:cTn>
                                        <p:tgtEl>
                                          <p:spTgt spid="28675">
                                            <p:txEl>
                                              <p:pRg st="1" end="1"/>
                                            </p:txEl>
                                          </p:spTgt>
                                        </p:tgtEl>
                                        <p:attrNameLst>
                                          <p:attrName>ppt_x</p:attrName>
                                        </p:attrNameLst>
                                      </p:cBhvr>
                                    </p:anim>
                                    <p:anim from="0" to="-1.0" calcmode="lin" valueType="num">
                                      <p:cBhvr>
                                        <p:cTn id="16" dur="200" decel="50000" autoRev="1" fill="hold">
                                          <p:stCondLst>
                                            <p:cond delay="600"/>
                                          </p:stCondLst>
                                        </p:cTn>
                                        <p:tgtEl>
                                          <p:spTgt spid="28675">
                                            <p:txEl>
                                              <p:pRg st="1" end="1"/>
                                            </p:txEl>
                                          </p:spTgt>
                                        </p:tgtEl>
                                        <p:attrNameLst>
                                          <p:attrName>xshear</p:attrName>
                                        </p:attrNameLst>
                                      </p:cBhvr>
                                    </p:anim>
                                    <p:animScale>
                                      <p:cBhvr>
                                        <p:cTn id="17" dur="200" decel="100000" autoRev="1" fill="hold">
                                          <p:stCondLst>
                                            <p:cond delay="600"/>
                                          </p:stCondLst>
                                        </p:cTn>
                                        <p:tgtEl>
                                          <p:spTgt spid="28675">
                                            <p:txEl>
                                              <p:pRg st="1" end="1"/>
                                            </p:txEl>
                                          </p:spTgt>
                                        </p:tgtEl>
                                      </p:cBhvr>
                                      <p:from x="100000" y="100000"/>
                                      <p:to x="80000" y="100000"/>
                                    </p:animScale>
                                    <p:anim by="(#ppt_h/3+#ppt_w*0.1)" calcmode="lin" valueType="num">
                                      <p:cBhvr additive="sum">
                                        <p:cTn id="18" dur="200" decel="100000" autoRev="1" fill="hold">
                                          <p:stCondLst>
                                            <p:cond delay="600"/>
                                          </p:stCondLst>
                                        </p:cTn>
                                        <p:tgtEl>
                                          <p:spTgt spid="28675">
                                            <p:txEl>
                                              <p:pRg st="1" end="1"/>
                                            </p:txEl>
                                          </p:spTgt>
                                        </p:tgtEl>
                                        <p:attrNameLst>
                                          <p:attrName>ppt_x</p:attrName>
                                        </p:attrNameLst>
                                      </p:cBhvr>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4" presetClass="entr" presetSubtype="0" fill="hold" grpId="0" nodeType="clickEffect">
                                  <p:stCondLst>
                                    <p:cond delay="0"/>
                                  </p:stCondLst>
                                  <p:childTnLst>
                                    <p:set>
                                      <p:cBhvr>
                                        <p:cTn id="22" dur="1" fill="hold">
                                          <p:stCondLst>
                                            <p:cond delay="0"/>
                                          </p:stCondLst>
                                        </p:cTn>
                                        <p:tgtEl>
                                          <p:spTgt spid="28675">
                                            <p:txEl>
                                              <p:pRg st="2" end="2"/>
                                            </p:txEl>
                                          </p:spTgt>
                                        </p:tgtEl>
                                        <p:attrNameLst>
                                          <p:attrName>style.visibility</p:attrName>
                                        </p:attrNameLst>
                                      </p:cBhvr>
                                      <p:to>
                                        <p:strVal val="visible"/>
                                      </p:to>
                                    </p:set>
                                    <p:anim from="(-#ppt_w/2)" to="(#ppt_x)" calcmode="lin" valueType="num">
                                      <p:cBhvr>
                                        <p:cTn id="23" dur="600" fill="hold">
                                          <p:stCondLst>
                                            <p:cond delay="0"/>
                                          </p:stCondLst>
                                        </p:cTn>
                                        <p:tgtEl>
                                          <p:spTgt spid="28675">
                                            <p:txEl>
                                              <p:pRg st="2" end="2"/>
                                            </p:txEl>
                                          </p:spTgt>
                                        </p:tgtEl>
                                        <p:attrNameLst>
                                          <p:attrName>ppt_x</p:attrName>
                                        </p:attrNameLst>
                                      </p:cBhvr>
                                    </p:anim>
                                    <p:anim from="0" to="-1.0" calcmode="lin" valueType="num">
                                      <p:cBhvr>
                                        <p:cTn id="24" dur="200" decel="50000" autoRev="1" fill="hold">
                                          <p:stCondLst>
                                            <p:cond delay="600"/>
                                          </p:stCondLst>
                                        </p:cTn>
                                        <p:tgtEl>
                                          <p:spTgt spid="28675">
                                            <p:txEl>
                                              <p:pRg st="2" end="2"/>
                                            </p:txEl>
                                          </p:spTgt>
                                        </p:tgtEl>
                                        <p:attrNameLst>
                                          <p:attrName>xshear</p:attrName>
                                        </p:attrNameLst>
                                      </p:cBhvr>
                                    </p:anim>
                                    <p:animScale>
                                      <p:cBhvr>
                                        <p:cTn id="25" dur="200" decel="100000" autoRev="1" fill="hold">
                                          <p:stCondLst>
                                            <p:cond delay="600"/>
                                          </p:stCondLst>
                                        </p:cTn>
                                        <p:tgtEl>
                                          <p:spTgt spid="28675">
                                            <p:txEl>
                                              <p:pRg st="2" end="2"/>
                                            </p:txEl>
                                          </p:spTgt>
                                        </p:tgtEl>
                                      </p:cBhvr>
                                      <p:from x="100000" y="100000"/>
                                      <p:to x="80000" y="100000"/>
                                    </p:animScale>
                                    <p:anim by="(#ppt_h/3+#ppt_w*0.1)" calcmode="lin" valueType="num">
                                      <p:cBhvr additive="sum">
                                        <p:cTn id="26" dur="200" decel="100000" autoRev="1" fill="hold">
                                          <p:stCondLst>
                                            <p:cond delay="600"/>
                                          </p:stCondLst>
                                        </p:cTn>
                                        <p:tgtEl>
                                          <p:spTgt spid="28675">
                                            <p:txEl>
                                              <p:pRg st="2" end="2"/>
                                            </p:txEl>
                                          </p:spTgt>
                                        </p:tgtEl>
                                        <p:attrNameLst>
                                          <p:attrName>ppt_x</p:attrName>
                                        </p:attrNameLst>
                                      </p:cBhvr>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34" presetClass="entr" presetSubtype="0" fill="hold" grpId="0" nodeType="clickEffect">
                                  <p:stCondLst>
                                    <p:cond delay="0"/>
                                  </p:stCondLst>
                                  <p:childTnLst>
                                    <p:set>
                                      <p:cBhvr>
                                        <p:cTn id="30" dur="1" fill="hold">
                                          <p:stCondLst>
                                            <p:cond delay="0"/>
                                          </p:stCondLst>
                                        </p:cTn>
                                        <p:tgtEl>
                                          <p:spTgt spid="28675">
                                            <p:txEl>
                                              <p:pRg st="3" end="3"/>
                                            </p:txEl>
                                          </p:spTgt>
                                        </p:tgtEl>
                                        <p:attrNameLst>
                                          <p:attrName>style.visibility</p:attrName>
                                        </p:attrNameLst>
                                      </p:cBhvr>
                                      <p:to>
                                        <p:strVal val="visible"/>
                                      </p:to>
                                    </p:set>
                                    <p:anim from="(-#ppt_w/2)" to="(#ppt_x)" calcmode="lin" valueType="num">
                                      <p:cBhvr>
                                        <p:cTn id="31" dur="600" fill="hold">
                                          <p:stCondLst>
                                            <p:cond delay="0"/>
                                          </p:stCondLst>
                                        </p:cTn>
                                        <p:tgtEl>
                                          <p:spTgt spid="28675">
                                            <p:txEl>
                                              <p:pRg st="3" end="3"/>
                                            </p:txEl>
                                          </p:spTgt>
                                        </p:tgtEl>
                                        <p:attrNameLst>
                                          <p:attrName>ppt_x</p:attrName>
                                        </p:attrNameLst>
                                      </p:cBhvr>
                                    </p:anim>
                                    <p:anim from="0" to="-1.0" calcmode="lin" valueType="num">
                                      <p:cBhvr>
                                        <p:cTn id="32" dur="200" decel="50000" autoRev="1" fill="hold">
                                          <p:stCondLst>
                                            <p:cond delay="600"/>
                                          </p:stCondLst>
                                        </p:cTn>
                                        <p:tgtEl>
                                          <p:spTgt spid="28675">
                                            <p:txEl>
                                              <p:pRg st="3" end="3"/>
                                            </p:txEl>
                                          </p:spTgt>
                                        </p:tgtEl>
                                        <p:attrNameLst>
                                          <p:attrName>xshear</p:attrName>
                                        </p:attrNameLst>
                                      </p:cBhvr>
                                    </p:anim>
                                    <p:animScale>
                                      <p:cBhvr>
                                        <p:cTn id="33" dur="200" decel="100000" autoRev="1" fill="hold">
                                          <p:stCondLst>
                                            <p:cond delay="600"/>
                                          </p:stCondLst>
                                        </p:cTn>
                                        <p:tgtEl>
                                          <p:spTgt spid="28675">
                                            <p:txEl>
                                              <p:pRg st="3" end="3"/>
                                            </p:txEl>
                                          </p:spTgt>
                                        </p:tgtEl>
                                      </p:cBhvr>
                                      <p:from x="100000" y="100000"/>
                                      <p:to x="80000" y="100000"/>
                                    </p:animScale>
                                    <p:anim by="(#ppt_h/3+#ppt_w*0.1)" calcmode="lin" valueType="num">
                                      <p:cBhvr additive="sum">
                                        <p:cTn id="34" dur="200" decel="100000" autoRev="1" fill="hold">
                                          <p:stCondLst>
                                            <p:cond delay="600"/>
                                          </p:stCondLst>
                                        </p:cTn>
                                        <p:tgtEl>
                                          <p:spTgt spid="28675">
                                            <p:txEl>
                                              <p:pRg st="3" end="3"/>
                                            </p:txEl>
                                          </p:spTgt>
                                        </p:tgtEl>
                                        <p:attrNameLst>
                                          <p:attrName>ppt_x</p:attrName>
                                        </p:attrNameLst>
                                      </p:cBhvr>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34" presetClass="entr" presetSubtype="0" fill="hold" grpId="0" nodeType="clickEffect">
                                  <p:stCondLst>
                                    <p:cond delay="0"/>
                                  </p:stCondLst>
                                  <p:childTnLst>
                                    <p:set>
                                      <p:cBhvr>
                                        <p:cTn id="38" dur="1" fill="hold">
                                          <p:stCondLst>
                                            <p:cond delay="0"/>
                                          </p:stCondLst>
                                        </p:cTn>
                                        <p:tgtEl>
                                          <p:spTgt spid="28675">
                                            <p:txEl>
                                              <p:pRg st="4" end="4"/>
                                            </p:txEl>
                                          </p:spTgt>
                                        </p:tgtEl>
                                        <p:attrNameLst>
                                          <p:attrName>style.visibility</p:attrName>
                                        </p:attrNameLst>
                                      </p:cBhvr>
                                      <p:to>
                                        <p:strVal val="visible"/>
                                      </p:to>
                                    </p:set>
                                    <p:anim from="(-#ppt_w/2)" to="(#ppt_x)" calcmode="lin" valueType="num">
                                      <p:cBhvr>
                                        <p:cTn id="39" dur="600" fill="hold">
                                          <p:stCondLst>
                                            <p:cond delay="0"/>
                                          </p:stCondLst>
                                        </p:cTn>
                                        <p:tgtEl>
                                          <p:spTgt spid="28675">
                                            <p:txEl>
                                              <p:pRg st="4" end="4"/>
                                            </p:txEl>
                                          </p:spTgt>
                                        </p:tgtEl>
                                        <p:attrNameLst>
                                          <p:attrName>ppt_x</p:attrName>
                                        </p:attrNameLst>
                                      </p:cBhvr>
                                    </p:anim>
                                    <p:anim from="0" to="-1.0" calcmode="lin" valueType="num">
                                      <p:cBhvr>
                                        <p:cTn id="40" dur="200" decel="50000" autoRev="1" fill="hold">
                                          <p:stCondLst>
                                            <p:cond delay="600"/>
                                          </p:stCondLst>
                                        </p:cTn>
                                        <p:tgtEl>
                                          <p:spTgt spid="28675">
                                            <p:txEl>
                                              <p:pRg st="4" end="4"/>
                                            </p:txEl>
                                          </p:spTgt>
                                        </p:tgtEl>
                                        <p:attrNameLst>
                                          <p:attrName>xshear</p:attrName>
                                        </p:attrNameLst>
                                      </p:cBhvr>
                                    </p:anim>
                                    <p:animScale>
                                      <p:cBhvr>
                                        <p:cTn id="41" dur="200" decel="100000" autoRev="1" fill="hold">
                                          <p:stCondLst>
                                            <p:cond delay="600"/>
                                          </p:stCondLst>
                                        </p:cTn>
                                        <p:tgtEl>
                                          <p:spTgt spid="28675">
                                            <p:txEl>
                                              <p:pRg st="4" end="4"/>
                                            </p:txEl>
                                          </p:spTgt>
                                        </p:tgtEl>
                                      </p:cBhvr>
                                      <p:from x="100000" y="100000"/>
                                      <p:to x="80000" y="100000"/>
                                    </p:animScale>
                                    <p:anim by="(#ppt_h/3+#ppt_w*0.1)" calcmode="lin" valueType="num">
                                      <p:cBhvr additive="sum">
                                        <p:cTn id="42" dur="200" decel="100000" autoRev="1" fill="hold">
                                          <p:stCondLst>
                                            <p:cond delay="600"/>
                                          </p:stCondLst>
                                        </p:cTn>
                                        <p:tgtEl>
                                          <p:spTgt spid="28675">
                                            <p:txEl>
                                              <p:pRg st="4" end="4"/>
                                            </p:txEl>
                                          </p:spTgt>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pPr algn="ctr"/>
            <a:r>
              <a:rPr lang="en-US"/>
              <a:t>Operations in Circular Queue</a:t>
            </a:r>
          </a:p>
        </p:txBody>
      </p:sp>
      <p:sp>
        <p:nvSpPr>
          <p:cNvPr id="29699" name="Content Placeholder 2"/>
          <p:cNvSpPr>
            <a:spLocks noGrp="1"/>
          </p:cNvSpPr>
          <p:nvPr>
            <p:ph idx="1"/>
          </p:nvPr>
        </p:nvSpPr>
        <p:spPr/>
        <p:txBody>
          <a:bodyPr/>
          <a:lstStyle/>
          <a:p>
            <a:pPr algn="ctr">
              <a:buFont typeface="Wingdings 2" panose="05020102010507070707" pitchFamily="18" charset="2"/>
              <a:buNone/>
            </a:pPr>
            <a:r>
              <a:rPr lang="en-US" b="1"/>
              <a:t>Algorithm IsFull()</a:t>
            </a:r>
          </a:p>
          <a:p>
            <a:pPr eaLnBrk="1" hangingPunct="1">
              <a:buFont typeface="Wingdings 2" panose="05020102010507070707" pitchFamily="18" charset="2"/>
              <a:buNone/>
            </a:pPr>
            <a:r>
              <a:rPr lang="en-US" sz="2800">
                <a:latin typeface="Times New Roman" panose="02020603050405020304" pitchFamily="18" charset="0"/>
                <a:cs typeface="Times New Roman" panose="02020603050405020304" pitchFamily="18" charset="0"/>
              </a:rPr>
              <a:t>step1. Start</a:t>
            </a:r>
          </a:p>
          <a:p>
            <a:pPr eaLnBrk="1" hangingPunct="1">
              <a:buFont typeface="Wingdings 2" panose="05020102010507070707" pitchFamily="18" charset="2"/>
              <a:buNone/>
            </a:pPr>
            <a:r>
              <a:rPr lang="en-US" sz="2800">
                <a:latin typeface="Times New Roman" panose="02020603050405020304" pitchFamily="18" charset="0"/>
                <a:cs typeface="Times New Roman" panose="02020603050405020304" pitchFamily="18" charset="0"/>
              </a:rPr>
              <a:t>step2. if   ((F=0 and R = N-1) or (F:=R+1)) </a:t>
            </a:r>
            <a:r>
              <a:rPr lang="en-US" sz="2000">
                <a:solidFill>
                  <a:schemeClr val="accent1"/>
                </a:solidFill>
                <a:latin typeface="Times New Roman" panose="02020603050405020304" pitchFamily="18" charset="0"/>
                <a:cs typeface="Times New Roman" panose="02020603050405020304" pitchFamily="18" charset="0"/>
                <a:sym typeface="Wingdings" panose="05000000000000000000" pitchFamily="2" charset="2"/>
              </a:rPr>
              <a:t> Queue is Full</a:t>
            </a:r>
            <a:endParaRPr lang="en-US" sz="2000">
              <a:latin typeface="Times New Roman" panose="02020603050405020304" pitchFamily="18" charset="0"/>
              <a:cs typeface="Times New Roman" panose="02020603050405020304" pitchFamily="18" charset="0"/>
            </a:endParaRPr>
          </a:p>
          <a:p>
            <a:pPr eaLnBrk="1" hangingPunct="1">
              <a:buFont typeface="Wingdings 2" panose="05020102010507070707" pitchFamily="18" charset="2"/>
              <a:buNone/>
            </a:pPr>
            <a:r>
              <a:rPr lang="en-US" sz="2800">
                <a:latin typeface="Times New Roman" panose="02020603050405020304" pitchFamily="18" charset="0"/>
                <a:cs typeface="Times New Roman" panose="02020603050405020304" pitchFamily="18" charset="0"/>
              </a:rPr>
              <a:t>		         return True</a:t>
            </a:r>
            <a:endParaRPr lang="en-US" sz="2800">
              <a:solidFill>
                <a:schemeClr val="accent1"/>
              </a:solidFill>
              <a:latin typeface="Times New Roman" panose="02020603050405020304" pitchFamily="18" charset="0"/>
              <a:cs typeface="Times New Roman" panose="02020603050405020304" pitchFamily="18" charset="0"/>
            </a:endParaRPr>
          </a:p>
          <a:p>
            <a:pPr eaLnBrk="1" hangingPunct="1">
              <a:buFont typeface="Wingdings 2" panose="05020102010507070707" pitchFamily="18" charset="2"/>
              <a:buNone/>
            </a:pPr>
            <a:r>
              <a:rPr lang="en-US" sz="2800">
                <a:latin typeface="Times New Roman" panose="02020603050405020304" pitchFamily="18" charset="0"/>
                <a:cs typeface="Times New Roman" panose="02020603050405020304" pitchFamily="18" charset="0"/>
              </a:rPr>
              <a:t>step3. else   return False</a:t>
            </a:r>
          </a:p>
          <a:p>
            <a:pPr>
              <a:buFont typeface="Wingdings 2" panose="05020102010507070707" pitchFamily="18" charset="2"/>
              <a:buNone/>
            </a:pPr>
            <a:r>
              <a:rPr lang="en-US">
                <a:latin typeface="Times New Roman" panose="02020603050405020304" pitchFamily="18" charset="0"/>
                <a:cs typeface="Times New Roman" panose="02020603050405020304" pitchFamily="18" charset="0"/>
              </a:rPr>
              <a:t>Step4. End</a:t>
            </a:r>
            <a:endParaRPr lang="en-US"/>
          </a:p>
        </p:txBody>
      </p:sp>
      <p:sp>
        <p:nvSpPr>
          <p:cNvPr id="4" name="Date Placeholder 3"/>
          <p:cNvSpPr>
            <a:spLocks noGrp="1"/>
          </p:cNvSpPr>
          <p:nvPr>
            <p:ph type="dt" sz="quarter" idx="10"/>
          </p:nvPr>
        </p:nvSpPr>
        <p:spPr/>
        <p:txBody>
          <a:bodyPr/>
          <a:lstStyle/>
          <a:p>
            <a:pPr>
              <a:defRPr/>
            </a:pPr>
            <a:fld id="{A9533EBF-89D0-4FCD-8847-4B573055CBC9}" type="datetime1">
              <a:rPr lang="en-US" smtClean="0"/>
              <a:pPr>
                <a:defRPr/>
              </a:pPr>
              <a:t>9/30/2024</a:t>
            </a:fld>
            <a:endParaRPr lang="en-IN"/>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814BE4B-5228-4B03-A975-642E053594D5}" type="slidenum">
              <a:rPr lang="en-IN">
                <a:solidFill>
                  <a:srgbClr val="045C75"/>
                </a:solidFill>
                <a:latin typeface="Constantia" panose="02030602050306030303" pitchFamily="18" charset="0"/>
              </a:rPr>
              <a:pPr eaLnBrk="1" hangingPunct="1"/>
              <a:t>61</a:t>
            </a:fld>
            <a:endParaRPr lang="en-IN">
              <a:solidFill>
                <a:srgbClr val="045C75"/>
              </a:solidFill>
              <a:latin typeface="Constantia" panose="02030602050306030303" pitchFamily="18" charset="0"/>
            </a:endParaRPr>
          </a:p>
        </p:txBody>
      </p:sp>
      <p:sp>
        <p:nvSpPr>
          <p:cNvPr id="6" name="Footer Placeholder 5"/>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8674818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Effect transition="in" filter="diamond(in)">
                                      <p:cBhvr>
                                        <p:cTn id="7" dur="2000"/>
                                        <p:tgtEl>
                                          <p:spTgt spid="296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29699">
                                            <p:txEl>
                                              <p:pRg st="1" end="1"/>
                                            </p:txEl>
                                          </p:spTgt>
                                        </p:tgtEl>
                                        <p:attrNameLst>
                                          <p:attrName>style.visibility</p:attrName>
                                        </p:attrNameLst>
                                      </p:cBhvr>
                                      <p:to>
                                        <p:strVal val="visible"/>
                                      </p:to>
                                    </p:set>
                                    <p:animEffect transition="in" filter="diamond(in)">
                                      <p:cBhvr>
                                        <p:cTn id="12" dur="2000"/>
                                        <p:tgtEl>
                                          <p:spTgt spid="296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29699">
                                            <p:txEl>
                                              <p:pRg st="2" end="2"/>
                                            </p:txEl>
                                          </p:spTgt>
                                        </p:tgtEl>
                                        <p:attrNameLst>
                                          <p:attrName>style.visibility</p:attrName>
                                        </p:attrNameLst>
                                      </p:cBhvr>
                                      <p:to>
                                        <p:strVal val="visible"/>
                                      </p:to>
                                    </p:set>
                                    <p:animEffect transition="in" filter="diamond(in)">
                                      <p:cBhvr>
                                        <p:cTn id="17" dur="2000"/>
                                        <p:tgtEl>
                                          <p:spTgt spid="296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29699">
                                            <p:txEl>
                                              <p:pRg st="3" end="3"/>
                                            </p:txEl>
                                          </p:spTgt>
                                        </p:tgtEl>
                                        <p:attrNameLst>
                                          <p:attrName>style.visibility</p:attrName>
                                        </p:attrNameLst>
                                      </p:cBhvr>
                                      <p:to>
                                        <p:strVal val="visible"/>
                                      </p:to>
                                    </p:set>
                                    <p:animEffect transition="in" filter="diamond(in)">
                                      <p:cBhvr>
                                        <p:cTn id="22" dur="2000"/>
                                        <p:tgtEl>
                                          <p:spTgt spid="2969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29699">
                                            <p:txEl>
                                              <p:pRg st="4" end="4"/>
                                            </p:txEl>
                                          </p:spTgt>
                                        </p:tgtEl>
                                        <p:attrNameLst>
                                          <p:attrName>style.visibility</p:attrName>
                                        </p:attrNameLst>
                                      </p:cBhvr>
                                      <p:to>
                                        <p:strVal val="visible"/>
                                      </p:to>
                                    </p:set>
                                    <p:animEffect transition="in" filter="diamond(in)">
                                      <p:cBhvr>
                                        <p:cTn id="27" dur="2000"/>
                                        <p:tgtEl>
                                          <p:spTgt spid="2969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29699">
                                            <p:txEl>
                                              <p:pRg st="5" end="5"/>
                                            </p:txEl>
                                          </p:spTgt>
                                        </p:tgtEl>
                                        <p:attrNameLst>
                                          <p:attrName>style.visibility</p:attrName>
                                        </p:attrNameLst>
                                      </p:cBhvr>
                                      <p:to>
                                        <p:strVal val="visible"/>
                                      </p:to>
                                    </p:set>
                                    <p:animEffect transition="in" filter="diamond(in)">
                                      <p:cBhvr>
                                        <p:cTn id="32" dur="2000"/>
                                        <p:tgtEl>
                                          <p:spTgt spid="296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1981200" y="404813"/>
            <a:ext cx="8229600" cy="1143000"/>
          </a:xfrm>
        </p:spPr>
        <p:txBody>
          <a:bodyPr/>
          <a:lstStyle/>
          <a:p>
            <a:pPr algn="ctr"/>
            <a:r>
              <a:rPr lang="en-US"/>
              <a:t>Operations in Circular Queue</a:t>
            </a:r>
          </a:p>
        </p:txBody>
      </p:sp>
      <p:sp>
        <p:nvSpPr>
          <p:cNvPr id="30723" name="Content Placeholder 2"/>
          <p:cNvSpPr>
            <a:spLocks noGrp="1"/>
          </p:cNvSpPr>
          <p:nvPr>
            <p:ph idx="1"/>
          </p:nvPr>
        </p:nvSpPr>
        <p:spPr>
          <a:xfrm>
            <a:off x="1981200" y="1557338"/>
            <a:ext cx="8229600" cy="4679950"/>
          </a:xfrm>
        </p:spPr>
        <p:txBody>
          <a:bodyPr>
            <a:normAutofit fontScale="92500" lnSpcReduction="10000"/>
          </a:bodyPr>
          <a:lstStyle/>
          <a:p>
            <a:pPr algn="ctr">
              <a:buFont typeface="Wingdings 2" panose="05020102010507070707" pitchFamily="18" charset="2"/>
              <a:buNone/>
            </a:pPr>
            <a:r>
              <a:rPr lang="en-US" sz="2000" b="1" dirty="0">
                <a:latin typeface="Times New Roman" panose="02020603050405020304" pitchFamily="18" charset="0"/>
                <a:cs typeface="Times New Roman" panose="02020603050405020304" pitchFamily="18" charset="0"/>
              </a:rPr>
              <a:t>Algorithm </a:t>
            </a:r>
            <a:r>
              <a:rPr lang="en-US" sz="2000" b="1" dirty="0" err="1">
                <a:latin typeface="Times New Roman" panose="02020603050405020304" pitchFamily="18" charset="0"/>
                <a:cs typeface="Times New Roman" panose="02020603050405020304" pitchFamily="18" charset="0"/>
              </a:rPr>
              <a:t>EnQueue</a:t>
            </a:r>
            <a:r>
              <a:rPr lang="en-US" sz="2000" b="1" dirty="0">
                <a:latin typeface="Times New Roman" panose="02020603050405020304" pitchFamily="18" charset="0"/>
                <a:cs typeface="Times New Roman" panose="02020603050405020304" pitchFamily="18" charset="0"/>
              </a:rPr>
              <a:t>(value)</a:t>
            </a:r>
          </a:p>
          <a:p>
            <a:r>
              <a:rPr lang="en-US" sz="2000" dirty="0">
                <a:latin typeface="Times New Roman" panose="02020603050405020304" pitchFamily="18" charset="0"/>
                <a:cs typeface="Times New Roman" panose="02020603050405020304" pitchFamily="18" charset="0"/>
              </a:rPr>
              <a:t>Step 1: start</a:t>
            </a:r>
          </a:p>
          <a:p>
            <a:r>
              <a:rPr lang="en-IN" sz="2000" dirty="0">
                <a:latin typeface="Times New Roman" panose="02020603050405020304" pitchFamily="18" charset="0"/>
                <a:cs typeface="Times New Roman" panose="02020603050405020304" pitchFamily="18" charset="0"/>
              </a:rPr>
              <a:t>Step2: [check for queue is over flow or not] </a:t>
            </a:r>
            <a:r>
              <a:rPr lang="en-IN" sz="2000" dirty="0">
                <a:solidFill>
                  <a:schemeClr val="accent1"/>
                </a:solidFill>
                <a:latin typeface="Times New Roman" panose="02020603050405020304" pitchFamily="18" charset="0"/>
                <a:cs typeface="Times New Roman" panose="02020603050405020304" pitchFamily="18" charset="0"/>
                <a:sym typeface="Wingdings" panose="05000000000000000000" pitchFamily="2" charset="2"/>
              </a:rPr>
              <a:t> operation Validation</a:t>
            </a:r>
            <a:endParaRPr lang="en-IN" sz="2000" dirty="0">
              <a:solidFill>
                <a:schemeClr val="accent1"/>
              </a:solidFill>
              <a:latin typeface="Times New Roman" panose="02020603050405020304" pitchFamily="18" charset="0"/>
              <a:cs typeface="Times New Roman" panose="02020603050405020304" pitchFamily="18" charset="0"/>
            </a:endParaRPr>
          </a:p>
          <a:p>
            <a:pPr lvl="2">
              <a:buFont typeface="Wingdings 2" panose="05020102010507070707" pitchFamily="18" charset="2"/>
              <a:buNone/>
            </a:pPr>
            <a:r>
              <a:rPr lang="en-IN" sz="1800" dirty="0">
                <a:latin typeface="Times New Roman" panose="02020603050405020304" pitchFamily="18" charset="0"/>
                <a:cs typeface="Times New Roman" panose="02020603050405020304" pitchFamily="18" charset="0"/>
              </a:rPr>
              <a:t>If (</a:t>
            </a:r>
            <a:r>
              <a:rPr lang="en-US" sz="1800" dirty="0">
                <a:latin typeface="Times New Roman" panose="02020603050405020304" pitchFamily="18" charset="0"/>
                <a:cs typeface="Times New Roman" panose="02020603050405020304" pitchFamily="18" charset="0"/>
              </a:rPr>
              <a:t>(F=0 and R = N-1) or (F:=R+1)</a:t>
            </a:r>
            <a:r>
              <a:rPr lang="en-IN" sz="1800" dirty="0">
                <a:latin typeface="Times New Roman" panose="02020603050405020304" pitchFamily="18" charset="0"/>
                <a:cs typeface="Times New Roman" panose="02020603050405020304" pitchFamily="18" charset="0"/>
              </a:rPr>
              <a:t>)	</a:t>
            </a:r>
          </a:p>
          <a:p>
            <a:pPr lvl="3">
              <a:buFont typeface="Wingdings 2" panose="05020102010507070707" pitchFamily="18" charset="2"/>
              <a:buNone/>
            </a:pPr>
            <a:r>
              <a:rPr lang="en-US" sz="1700" dirty="0">
                <a:latin typeface="Times New Roman" panose="02020603050405020304" pitchFamily="18" charset="0"/>
                <a:cs typeface="Times New Roman" panose="02020603050405020304" pitchFamily="18" charset="0"/>
              </a:rPr>
              <a:t>		Print “queue is overflow”</a:t>
            </a:r>
          </a:p>
          <a:p>
            <a:pPr lvl="3">
              <a:buFont typeface="Wingdings 2" panose="05020102010507070707" pitchFamily="18" charset="2"/>
              <a:buNone/>
            </a:pPr>
            <a:r>
              <a:rPr lang="en-US" sz="1700" dirty="0">
                <a:latin typeface="Times New Roman" panose="02020603050405020304" pitchFamily="18" charset="0"/>
                <a:cs typeface="Times New Roman" panose="02020603050405020304" pitchFamily="18" charset="0"/>
              </a:rPr>
              <a:t>                go to step 5</a:t>
            </a:r>
          </a:p>
          <a:p>
            <a:pPr>
              <a:buFont typeface="Wingdings 2" panose="05020102010507070707" pitchFamily="18" charset="2"/>
              <a:buNone/>
            </a:pPr>
            <a:r>
              <a:rPr lang="en-US" sz="2000" dirty="0">
                <a:latin typeface="Times New Roman" panose="02020603050405020304" pitchFamily="18" charset="0"/>
                <a:cs typeface="Times New Roman" panose="02020603050405020304" pitchFamily="18" charset="0"/>
              </a:rPr>
              <a:t>             else </a:t>
            </a:r>
            <a:r>
              <a:rPr lang="en-US" dirty="0">
                <a:latin typeface="Times New Roman" panose="02020603050405020304" pitchFamily="18" charset="0"/>
                <a:cs typeface="Times New Roman" panose="02020603050405020304" pitchFamily="18" charset="0"/>
              </a:rPr>
              <a:t>        go to step 3</a:t>
            </a:r>
          </a:p>
          <a:p>
            <a:r>
              <a:rPr lang="en-IN" sz="2000" dirty="0">
                <a:latin typeface="Times New Roman" panose="02020603050405020304" pitchFamily="18" charset="0"/>
                <a:cs typeface="Times New Roman" panose="02020603050405020304" pitchFamily="18" charset="0"/>
              </a:rPr>
              <a:t>Step 3: [insert  item into Queue] </a:t>
            </a:r>
            <a:r>
              <a:rPr lang="en-IN" sz="2000" dirty="0">
                <a:solidFill>
                  <a:schemeClr val="accent1"/>
                </a:solidFill>
                <a:latin typeface="Times New Roman" panose="02020603050405020304" pitchFamily="18" charset="0"/>
                <a:cs typeface="Times New Roman" panose="02020603050405020304" pitchFamily="18" charset="0"/>
                <a:sym typeface="Wingdings" panose="05000000000000000000" pitchFamily="2" charset="2"/>
              </a:rPr>
              <a:t> Get the position where to insert Element</a:t>
            </a:r>
            <a:endParaRPr lang="en-IN" sz="2000" dirty="0">
              <a:solidFill>
                <a:schemeClr val="accent1"/>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US" sz="2000" dirty="0">
                <a:latin typeface="Times New Roman" panose="02020603050405020304" pitchFamily="18" charset="0"/>
                <a:cs typeface="Times New Roman" panose="02020603050405020304" pitchFamily="18" charset="0"/>
              </a:rPr>
              <a:t>                If(R=-1)     R:=</a:t>
            </a:r>
            <a:r>
              <a:rPr lang="en-US" dirty="0">
                <a:latin typeface="Times New Roman" panose="02020603050405020304" pitchFamily="18" charset="0"/>
                <a:cs typeface="Times New Roman" panose="02020603050405020304" pitchFamily="18" charset="0"/>
              </a:rPr>
              <a:t>F:=0</a:t>
            </a:r>
          </a:p>
          <a:p>
            <a:pPr>
              <a:buFont typeface="Wingdings 2" panose="05020102010507070707" pitchFamily="18" charset="2"/>
              <a:buNone/>
            </a:pPr>
            <a:r>
              <a:rPr lang="en-US" sz="2000" dirty="0">
                <a:latin typeface="Times New Roman" panose="02020603050405020304" pitchFamily="18" charset="0"/>
                <a:cs typeface="Times New Roman" panose="02020603050405020304" pitchFamily="18" charset="0"/>
              </a:rPr>
              <a:t> 		else    R:=(R+1)%N   </a:t>
            </a:r>
          </a:p>
          <a:p>
            <a:r>
              <a:rPr lang="en-US" sz="2000" dirty="0">
                <a:latin typeface="Times New Roman" panose="02020603050405020304" pitchFamily="18" charset="0"/>
                <a:cs typeface="Times New Roman" panose="02020603050405020304" pitchFamily="18" charset="0"/>
              </a:rPr>
              <a:t>Step 4: QUEUE[R]:=value</a:t>
            </a:r>
            <a:endParaRPr lang="en-US"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Step 5:end</a:t>
            </a:r>
          </a:p>
        </p:txBody>
      </p:sp>
      <p:sp>
        <p:nvSpPr>
          <p:cNvPr id="4" name="Date Placeholder 3"/>
          <p:cNvSpPr>
            <a:spLocks noGrp="1"/>
          </p:cNvSpPr>
          <p:nvPr>
            <p:ph type="dt" sz="quarter" idx="10"/>
          </p:nvPr>
        </p:nvSpPr>
        <p:spPr/>
        <p:txBody>
          <a:bodyPr/>
          <a:lstStyle/>
          <a:p>
            <a:pPr>
              <a:defRPr/>
            </a:pPr>
            <a:fld id="{38525F30-2B18-44CC-B041-CDD5BB9BC704}" type="datetime1">
              <a:rPr lang="en-US" smtClean="0"/>
              <a:pPr>
                <a:defRPr/>
              </a:pPr>
              <a:t>9/30/2024</a:t>
            </a:fld>
            <a:endParaRPr lang="en-IN"/>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61F328B-5F0F-42B5-B909-66B035A7BE67}" type="slidenum">
              <a:rPr lang="en-IN">
                <a:solidFill>
                  <a:srgbClr val="045C75"/>
                </a:solidFill>
                <a:latin typeface="Constantia" panose="02030602050306030303" pitchFamily="18" charset="0"/>
              </a:rPr>
              <a:pPr eaLnBrk="1" hangingPunct="1"/>
              <a:t>62</a:t>
            </a:fld>
            <a:endParaRPr lang="en-IN">
              <a:solidFill>
                <a:srgbClr val="045C75"/>
              </a:solidFill>
              <a:latin typeface="Constantia" panose="02030602050306030303" pitchFamily="18" charset="0"/>
            </a:endParaRPr>
          </a:p>
        </p:txBody>
      </p:sp>
      <p:sp>
        <p:nvSpPr>
          <p:cNvPr id="6" name="Footer Placeholder 5"/>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37418816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anim from="(-#ppt_w/2)" to="(#ppt_x)" calcmode="lin" valueType="num">
                                      <p:cBhvr>
                                        <p:cTn id="7" dur="600" fill="hold">
                                          <p:stCondLst>
                                            <p:cond delay="0"/>
                                          </p:stCondLst>
                                        </p:cTn>
                                        <p:tgtEl>
                                          <p:spTgt spid="30723">
                                            <p:txEl>
                                              <p:pRg st="0" end="0"/>
                                            </p:txEl>
                                          </p:spTgt>
                                        </p:tgtEl>
                                        <p:attrNameLst>
                                          <p:attrName>ppt_x</p:attrName>
                                        </p:attrNameLst>
                                      </p:cBhvr>
                                    </p:anim>
                                    <p:anim from="0" to="-1.0" calcmode="lin" valueType="num">
                                      <p:cBhvr>
                                        <p:cTn id="8" dur="200" decel="50000" autoRev="1" fill="hold">
                                          <p:stCondLst>
                                            <p:cond delay="600"/>
                                          </p:stCondLst>
                                        </p:cTn>
                                        <p:tgtEl>
                                          <p:spTgt spid="30723">
                                            <p:txEl>
                                              <p:pRg st="0" end="0"/>
                                            </p:txEl>
                                          </p:spTgt>
                                        </p:tgtEl>
                                        <p:attrNameLst>
                                          <p:attrName>xshear</p:attrName>
                                        </p:attrNameLst>
                                      </p:cBhvr>
                                    </p:anim>
                                    <p:animScale>
                                      <p:cBhvr>
                                        <p:cTn id="9" dur="200" decel="100000" autoRev="1" fill="hold">
                                          <p:stCondLst>
                                            <p:cond delay="600"/>
                                          </p:stCondLst>
                                        </p:cTn>
                                        <p:tgtEl>
                                          <p:spTgt spid="30723">
                                            <p:txEl>
                                              <p:pRg st="0" end="0"/>
                                            </p:txEl>
                                          </p:spTgt>
                                        </p:tgtEl>
                                      </p:cBhvr>
                                      <p:from x="100000" y="100000"/>
                                      <p:to x="80000" y="100000"/>
                                    </p:animScale>
                                    <p:anim by="(#ppt_h/3+#ppt_w*0.1)" calcmode="lin" valueType="num">
                                      <p:cBhvr additive="sum">
                                        <p:cTn id="10" dur="200" decel="100000" autoRev="1" fill="hold">
                                          <p:stCondLst>
                                            <p:cond delay="600"/>
                                          </p:stCondLst>
                                        </p:cTn>
                                        <p:tgtEl>
                                          <p:spTgt spid="30723">
                                            <p:txEl>
                                              <p:pRg st="0" end="0"/>
                                            </p:txEl>
                                          </p:spTgt>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4" presetClass="entr" presetSubtype="0" fill="hold" grpId="0" nodeType="clickEffect">
                                  <p:stCondLst>
                                    <p:cond delay="0"/>
                                  </p:stCondLst>
                                  <p:childTnLst>
                                    <p:set>
                                      <p:cBhvr>
                                        <p:cTn id="14" dur="1" fill="hold">
                                          <p:stCondLst>
                                            <p:cond delay="0"/>
                                          </p:stCondLst>
                                        </p:cTn>
                                        <p:tgtEl>
                                          <p:spTgt spid="30723">
                                            <p:txEl>
                                              <p:pRg st="1" end="1"/>
                                            </p:txEl>
                                          </p:spTgt>
                                        </p:tgtEl>
                                        <p:attrNameLst>
                                          <p:attrName>style.visibility</p:attrName>
                                        </p:attrNameLst>
                                      </p:cBhvr>
                                      <p:to>
                                        <p:strVal val="visible"/>
                                      </p:to>
                                    </p:set>
                                    <p:anim from="(-#ppt_w/2)" to="(#ppt_x)" calcmode="lin" valueType="num">
                                      <p:cBhvr>
                                        <p:cTn id="15" dur="600" fill="hold">
                                          <p:stCondLst>
                                            <p:cond delay="0"/>
                                          </p:stCondLst>
                                        </p:cTn>
                                        <p:tgtEl>
                                          <p:spTgt spid="30723">
                                            <p:txEl>
                                              <p:pRg st="1" end="1"/>
                                            </p:txEl>
                                          </p:spTgt>
                                        </p:tgtEl>
                                        <p:attrNameLst>
                                          <p:attrName>ppt_x</p:attrName>
                                        </p:attrNameLst>
                                      </p:cBhvr>
                                    </p:anim>
                                    <p:anim from="0" to="-1.0" calcmode="lin" valueType="num">
                                      <p:cBhvr>
                                        <p:cTn id="16" dur="200" decel="50000" autoRev="1" fill="hold">
                                          <p:stCondLst>
                                            <p:cond delay="600"/>
                                          </p:stCondLst>
                                        </p:cTn>
                                        <p:tgtEl>
                                          <p:spTgt spid="30723">
                                            <p:txEl>
                                              <p:pRg st="1" end="1"/>
                                            </p:txEl>
                                          </p:spTgt>
                                        </p:tgtEl>
                                        <p:attrNameLst>
                                          <p:attrName>xshear</p:attrName>
                                        </p:attrNameLst>
                                      </p:cBhvr>
                                    </p:anim>
                                    <p:animScale>
                                      <p:cBhvr>
                                        <p:cTn id="17" dur="200" decel="100000" autoRev="1" fill="hold">
                                          <p:stCondLst>
                                            <p:cond delay="600"/>
                                          </p:stCondLst>
                                        </p:cTn>
                                        <p:tgtEl>
                                          <p:spTgt spid="30723">
                                            <p:txEl>
                                              <p:pRg st="1" end="1"/>
                                            </p:txEl>
                                          </p:spTgt>
                                        </p:tgtEl>
                                      </p:cBhvr>
                                      <p:from x="100000" y="100000"/>
                                      <p:to x="80000" y="100000"/>
                                    </p:animScale>
                                    <p:anim by="(#ppt_h/3+#ppt_w*0.1)" calcmode="lin" valueType="num">
                                      <p:cBhvr additive="sum">
                                        <p:cTn id="18" dur="200" decel="100000" autoRev="1" fill="hold">
                                          <p:stCondLst>
                                            <p:cond delay="600"/>
                                          </p:stCondLst>
                                        </p:cTn>
                                        <p:tgtEl>
                                          <p:spTgt spid="30723">
                                            <p:txEl>
                                              <p:pRg st="1" end="1"/>
                                            </p:txEl>
                                          </p:spTgt>
                                        </p:tgtEl>
                                        <p:attrNameLst>
                                          <p:attrName>ppt_x</p:attrName>
                                        </p:attrNameLst>
                                      </p:cBhvr>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4" presetClass="entr" presetSubtype="0" fill="hold" grpId="0" nodeType="clickEffect">
                                  <p:stCondLst>
                                    <p:cond delay="0"/>
                                  </p:stCondLst>
                                  <p:childTnLst>
                                    <p:set>
                                      <p:cBhvr>
                                        <p:cTn id="22" dur="1" fill="hold">
                                          <p:stCondLst>
                                            <p:cond delay="0"/>
                                          </p:stCondLst>
                                        </p:cTn>
                                        <p:tgtEl>
                                          <p:spTgt spid="30723">
                                            <p:txEl>
                                              <p:pRg st="2" end="2"/>
                                            </p:txEl>
                                          </p:spTgt>
                                        </p:tgtEl>
                                        <p:attrNameLst>
                                          <p:attrName>style.visibility</p:attrName>
                                        </p:attrNameLst>
                                      </p:cBhvr>
                                      <p:to>
                                        <p:strVal val="visible"/>
                                      </p:to>
                                    </p:set>
                                    <p:anim from="(-#ppt_w/2)" to="(#ppt_x)" calcmode="lin" valueType="num">
                                      <p:cBhvr>
                                        <p:cTn id="23" dur="600" fill="hold">
                                          <p:stCondLst>
                                            <p:cond delay="0"/>
                                          </p:stCondLst>
                                        </p:cTn>
                                        <p:tgtEl>
                                          <p:spTgt spid="30723">
                                            <p:txEl>
                                              <p:pRg st="2" end="2"/>
                                            </p:txEl>
                                          </p:spTgt>
                                        </p:tgtEl>
                                        <p:attrNameLst>
                                          <p:attrName>ppt_x</p:attrName>
                                        </p:attrNameLst>
                                      </p:cBhvr>
                                    </p:anim>
                                    <p:anim from="0" to="-1.0" calcmode="lin" valueType="num">
                                      <p:cBhvr>
                                        <p:cTn id="24" dur="200" decel="50000" autoRev="1" fill="hold">
                                          <p:stCondLst>
                                            <p:cond delay="600"/>
                                          </p:stCondLst>
                                        </p:cTn>
                                        <p:tgtEl>
                                          <p:spTgt spid="30723">
                                            <p:txEl>
                                              <p:pRg st="2" end="2"/>
                                            </p:txEl>
                                          </p:spTgt>
                                        </p:tgtEl>
                                        <p:attrNameLst>
                                          <p:attrName>xshear</p:attrName>
                                        </p:attrNameLst>
                                      </p:cBhvr>
                                    </p:anim>
                                    <p:animScale>
                                      <p:cBhvr>
                                        <p:cTn id="25" dur="200" decel="100000" autoRev="1" fill="hold">
                                          <p:stCondLst>
                                            <p:cond delay="600"/>
                                          </p:stCondLst>
                                        </p:cTn>
                                        <p:tgtEl>
                                          <p:spTgt spid="30723">
                                            <p:txEl>
                                              <p:pRg st="2" end="2"/>
                                            </p:txEl>
                                          </p:spTgt>
                                        </p:tgtEl>
                                      </p:cBhvr>
                                      <p:from x="100000" y="100000"/>
                                      <p:to x="80000" y="100000"/>
                                    </p:animScale>
                                    <p:anim by="(#ppt_h/3+#ppt_w*0.1)" calcmode="lin" valueType="num">
                                      <p:cBhvr additive="sum">
                                        <p:cTn id="26" dur="200" decel="100000" autoRev="1" fill="hold">
                                          <p:stCondLst>
                                            <p:cond delay="600"/>
                                          </p:stCondLst>
                                        </p:cTn>
                                        <p:tgtEl>
                                          <p:spTgt spid="30723">
                                            <p:txEl>
                                              <p:pRg st="2" end="2"/>
                                            </p:txEl>
                                          </p:spTgt>
                                        </p:tgtEl>
                                        <p:attrNameLst>
                                          <p:attrName>ppt_x</p:attrName>
                                        </p:attrNameLst>
                                      </p:cBhvr>
                                    </p:anim>
                                  </p:childTnLst>
                                </p:cTn>
                              </p:par>
                              <p:par>
                                <p:cTn id="27" presetID="34" presetClass="entr" presetSubtype="0" fill="hold" grpId="0" nodeType="withEffect">
                                  <p:stCondLst>
                                    <p:cond delay="0"/>
                                  </p:stCondLst>
                                  <p:childTnLst>
                                    <p:set>
                                      <p:cBhvr>
                                        <p:cTn id="28" dur="1" fill="hold">
                                          <p:stCondLst>
                                            <p:cond delay="0"/>
                                          </p:stCondLst>
                                        </p:cTn>
                                        <p:tgtEl>
                                          <p:spTgt spid="30723">
                                            <p:txEl>
                                              <p:pRg st="3" end="3"/>
                                            </p:txEl>
                                          </p:spTgt>
                                        </p:tgtEl>
                                        <p:attrNameLst>
                                          <p:attrName>style.visibility</p:attrName>
                                        </p:attrNameLst>
                                      </p:cBhvr>
                                      <p:to>
                                        <p:strVal val="visible"/>
                                      </p:to>
                                    </p:set>
                                    <p:anim from="(-#ppt_w/2)" to="(#ppt_x)" calcmode="lin" valueType="num">
                                      <p:cBhvr>
                                        <p:cTn id="29" dur="600" fill="hold">
                                          <p:stCondLst>
                                            <p:cond delay="0"/>
                                          </p:stCondLst>
                                        </p:cTn>
                                        <p:tgtEl>
                                          <p:spTgt spid="30723">
                                            <p:txEl>
                                              <p:pRg st="3" end="3"/>
                                            </p:txEl>
                                          </p:spTgt>
                                        </p:tgtEl>
                                        <p:attrNameLst>
                                          <p:attrName>ppt_x</p:attrName>
                                        </p:attrNameLst>
                                      </p:cBhvr>
                                    </p:anim>
                                    <p:anim from="0" to="-1.0" calcmode="lin" valueType="num">
                                      <p:cBhvr>
                                        <p:cTn id="30" dur="200" decel="50000" autoRev="1" fill="hold">
                                          <p:stCondLst>
                                            <p:cond delay="600"/>
                                          </p:stCondLst>
                                        </p:cTn>
                                        <p:tgtEl>
                                          <p:spTgt spid="30723">
                                            <p:txEl>
                                              <p:pRg st="3" end="3"/>
                                            </p:txEl>
                                          </p:spTgt>
                                        </p:tgtEl>
                                        <p:attrNameLst>
                                          <p:attrName>xshear</p:attrName>
                                        </p:attrNameLst>
                                      </p:cBhvr>
                                    </p:anim>
                                    <p:animScale>
                                      <p:cBhvr>
                                        <p:cTn id="31" dur="200" decel="100000" autoRev="1" fill="hold">
                                          <p:stCondLst>
                                            <p:cond delay="600"/>
                                          </p:stCondLst>
                                        </p:cTn>
                                        <p:tgtEl>
                                          <p:spTgt spid="30723">
                                            <p:txEl>
                                              <p:pRg st="3" end="3"/>
                                            </p:txEl>
                                          </p:spTgt>
                                        </p:tgtEl>
                                      </p:cBhvr>
                                      <p:from x="100000" y="100000"/>
                                      <p:to x="80000" y="100000"/>
                                    </p:animScale>
                                    <p:anim by="(#ppt_h/3+#ppt_w*0.1)" calcmode="lin" valueType="num">
                                      <p:cBhvr additive="sum">
                                        <p:cTn id="32" dur="200" decel="100000" autoRev="1" fill="hold">
                                          <p:stCondLst>
                                            <p:cond delay="600"/>
                                          </p:stCondLst>
                                        </p:cTn>
                                        <p:tgtEl>
                                          <p:spTgt spid="30723">
                                            <p:txEl>
                                              <p:pRg st="3" end="3"/>
                                            </p:txEl>
                                          </p:spTgt>
                                        </p:tgtEl>
                                        <p:attrNameLst>
                                          <p:attrName>ppt_x</p:attrName>
                                        </p:attrNameLst>
                                      </p:cBhvr>
                                    </p:anim>
                                  </p:childTnLst>
                                </p:cTn>
                              </p:par>
                              <p:par>
                                <p:cTn id="33" presetID="34" presetClass="entr" presetSubtype="0" fill="hold" grpId="0" nodeType="withEffect">
                                  <p:stCondLst>
                                    <p:cond delay="0"/>
                                  </p:stCondLst>
                                  <p:childTnLst>
                                    <p:set>
                                      <p:cBhvr>
                                        <p:cTn id="34" dur="1" fill="hold">
                                          <p:stCondLst>
                                            <p:cond delay="0"/>
                                          </p:stCondLst>
                                        </p:cTn>
                                        <p:tgtEl>
                                          <p:spTgt spid="30723">
                                            <p:txEl>
                                              <p:pRg st="4" end="4"/>
                                            </p:txEl>
                                          </p:spTgt>
                                        </p:tgtEl>
                                        <p:attrNameLst>
                                          <p:attrName>style.visibility</p:attrName>
                                        </p:attrNameLst>
                                      </p:cBhvr>
                                      <p:to>
                                        <p:strVal val="visible"/>
                                      </p:to>
                                    </p:set>
                                    <p:anim from="(-#ppt_w/2)" to="(#ppt_x)" calcmode="lin" valueType="num">
                                      <p:cBhvr>
                                        <p:cTn id="35" dur="600" fill="hold">
                                          <p:stCondLst>
                                            <p:cond delay="0"/>
                                          </p:stCondLst>
                                        </p:cTn>
                                        <p:tgtEl>
                                          <p:spTgt spid="30723">
                                            <p:txEl>
                                              <p:pRg st="4" end="4"/>
                                            </p:txEl>
                                          </p:spTgt>
                                        </p:tgtEl>
                                        <p:attrNameLst>
                                          <p:attrName>ppt_x</p:attrName>
                                        </p:attrNameLst>
                                      </p:cBhvr>
                                    </p:anim>
                                    <p:anim from="0" to="-1.0" calcmode="lin" valueType="num">
                                      <p:cBhvr>
                                        <p:cTn id="36" dur="200" decel="50000" autoRev="1" fill="hold">
                                          <p:stCondLst>
                                            <p:cond delay="600"/>
                                          </p:stCondLst>
                                        </p:cTn>
                                        <p:tgtEl>
                                          <p:spTgt spid="30723">
                                            <p:txEl>
                                              <p:pRg st="4" end="4"/>
                                            </p:txEl>
                                          </p:spTgt>
                                        </p:tgtEl>
                                        <p:attrNameLst>
                                          <p:attrName>xshear</p:attrName>
                                        </p:attrNameLst>
                                      </p:cBhvr>
                                    </p:anim>
                                    <p:animScale>
                                      <p:cBhvr>
                                        <p:cTn id="37" dur="200" decel="100000" autoRev="1" fill="hold">
                                          <p:stCondLst>
                                            <p:cond delay="600"/>
                                          </p:stCondLst>
                                        </p:cTn>
                                        <p:tgtEl>
                                          <p:spTgt spid="30723">
                                            <p:txEl>
                                              <p:pRg st="4" end="4"/>
                                            </p:txEl>
                                          </p:spTgt>
                                        </p:tgtEl>
                                      </p:cBhvr>
                                      <p:from x="100000" y="100000"/>
                                      <p:to x="80000" y="100000"/>
                                    </p:animScale>
                                    <p:anim by="(#ppt_h/3+#ppt_w*0.1)" calcmode="lin" valueType="num">
                                      <p:cBhvr additive="sum">
                                        <p:cTn id="38" dur="200" decel="100000" autoRev="1" fill="hold">
                                          <p:stCondLst>
                                            <p:cond delay="600"/>
                                          </p:stCondLst>
                                        </p:cTn>
                                        <p:tgtEl>
                                          <p:spTgt spid="30723">
                                            <p:txEl>
                                              <p:pRg st="4" end="4"/>
                                            </p:txEl>
                                          </p:spTgt>
                                        </p:tgtEl>
                                        <p:attrNameLst>
                                          <p:attrName>ppt_x</p:attrName>
                                        </p:attrNameLst>
                                      </p:cBhvr>
                                    </p:anim>
                                  </p:childTnLst>
                                </p:cTn>
                              </p:par>
                              <p:par>
                                <p:cTn id="39" presetID="34" presetClass="entr" presetSubtype="0" fill="hold" grpId="0" nodeType="withEffect">
                                  <p:stCondLst>
                                    <p:cond delay="0"/>
                                  </p:stCondLst>
                                  <p:childTnLst>
                                    <p:set>
                                      <p:cBhvr>
                                        <p:cTn id="40" dur="1" fill="hold">
                                          <p:stCondLst>
                                            <p:cond delay="0"/>
                                          </p:stCondLst>
                                        </p:cTn>
                                        <p:tgtEl>
                                          <p:spTgt spid="30723">
                                            <p:txEl>
                                              <p:pRg st="5" end="5"/>
                                            </p:txEl>
                                          </p:spTgt>
                                        </p:tgtEl>
                                        <p:attrNameLst>
                                          <p:attrName>style.visibility</p:attrName>
                                        </p:attrNameLst>
                                      </p:cBhvr>
                                      <p:to>
                                        <p:strVal val="visible"/>
                                      </p:to>
                                    </p:set>
                                    <p:anim from="(-#ppt_w/2)" to="(#ppt_x)" calcmode="lin" valueType="num">
                                      <p:cBhvr>
                                        <p:cTn id="41" dur="600" fill="hold">
                                          <p:stCondLst>
                                            <p:cond delay="0"/>
                                          </p:stCondLst>
                                        </p:cTn>
                                        <p:tgtEl>
                                          <p:spTgt spid="30723">
                                            <p:txEl>
                                              <p:pRg st="5" end="5"/>
                                            </p:txEl>
                                          </p:spTgt>
                                        </p:tgtEl>
                                        <p:attrNameLst>
                                          <p:attrName>ppt_x</p:attrName>
                                        </p:attrNameLst>
                                      </p:cBhvr>
                                    </p:anim>
                                    <p:anim from="0" to="-1.0" calcmode="lin" valueType="num">
                                      <p:cBhvr>
                                        <p:cTn id="42" dur="200" decel="50000" autoRev="1" fill="hold">
                                          <p:stCondLst>
                                            <p:cond delay="600"/>
                                          </p:stCondLst>
                                        </p:cTn>
                                        <p:tgtEl>
                                          <p:spTgt spid="30723">
                                            <p:txEl>
                                              <p:pRg st="5" end="5"/>
                                            </p:txEl>
                                          </p:spTgt>
                                        </p:tgtEl>
                                        <p:attrNameLst>
                                          <p:attrName>xshear</p:attrName>
                                        </p:attrNameLst>
                                      </p:cBhvr>
                                    </p:anim>
                                    <p:animScale>
                                      <p:cBhvr>
                                        <p:cTn id="43" dur="200" decel="100000" autoRev="1" fill="hold">
                                          <p:stCondLst>
                                            <p:cond delay="600"/>
                                          </p:stCondLst>
                                        </p:cTn>
                                        <p:tgtEl>
                                          <p:spTgt spid="30723">
                                            <p:txEl>
                                              <p:pRg st="5" end="5"/>
                                            </p:txEl>
                                          </p:spTgt>
                                        </p:tgtEl>
                                      </p:cBhvr>
                                      <p:from x="100000" y="100000"/>
                                      <p:to x="80000" y="100000"/>
                                    </p:animScale>
                                    <p:anim by="(#ppt_h/3+#ppt_w*0.1)" calcmode="lin" valueType="num">
                                      <p:cBhvr additive="sum">
                                        <p:cTn id="44" dur="200" decel="100000" autoRev="1" fill="hold">
                                          <p:stCondLst>
                                            <p:cond delay="600"/>
                                          </p:stCondLst>
                                        </p:cTn>
                                        <p:tgtEl>
                                          <p:spTgt spid="30723">
                                            <p:txEl>
                                              <p:pRg st="5" end="5"/>
                                            </p:txEl>
                                          </p:spTgt>
                                        </p:tgtEl>
                                        <p:attrNameLst>
                                          <p:attrName>ppt_x</p:attrName>
                                        </p:attrNameLst>
                                      </p:cBhvr>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34" presetClass="entr" presetSubtype="0" fill="hold" grpId="0" nodeType="clickEffect">
                                  <p:stCondLst>
                                    <p:cond delay="0"/>
                                  </p:stCondLst>
                                  <p:childTnLst>
                                    <p:set>
                                      <p:cBhvr>
                                        <p:cTn id="48" dur="1" fill="hold">
                                          <p:stCondLst>
                                            <p:cond delay="0"/>
                                          </p:stCondLst>
                                        </p:cTn>
                                        <p:tgtEl>
                                          <p:spTgt spid="30723">
                                            <p:txEl>
                                              <p:pRg st="11" end="11"/>
                                            </p:txEl>
                                          </p:spTgt>
                                        </p:tgtEl>
                                        <p:attrNameLst>
                                          <p:attrName>style.visibility</p:attrName>
                                        </p:attrNameLst>
                                      </p:cBhvr>
                                      <p:to>
                                        <p:strVal val="visible"/>
                                      </p:to>
                                    </p:set>
                                    <p:anim from="(-#ppt_w/2)" to="(#ppt_x)" calcmode="lin" valueType="num">
                                      <p:cBhvr>
                                        <p:cTn id="49" dur="600" fill="hold">
                                          <p:stCondLst>
                                            <p:cond delay="0"/>
                                          </p:stCondLst>
                                        </p:cTn>
                                        <p:tgtEl>
                                          <p:spTgt spid="30723">
                                            <p:txEl>
                                              <p:pRg st="11" end="11"/>
                                            </p:txEl>
                                          </p:spTgt>
                                        </p:tgtEl>
                                        <p:attrNameLst>
                                          <p:attrName>ppt_x</p:attrName>
                                        </p:attrNameLst>
                                      </p:cBhvr>
                                    </p:anim>
                                    <p:anim from="0" to="-1.0" calcmode="lin" valueType="num">
                                      <p:cBhvr>
                                        <p:cTn id="50" dur="200" decel="50000" autoRev="1" fill="hold">
                                          <p:stCondLst>
                                            <p:cond delay="600"/>
                                          </p:stCondLst>
                                        </p:cTn>
                                        <p:tgtEl>
                                          <p:spTgt spid="30723">
                                            <p:txEl>
                                              <p:pRg st="11" end="11"/>
                                            </p:txEl>
                                          </p:spTgt>
                                        </p:tgtEl>
                                        <p:attrNameLst>
                                          <p:attrName>xshear</p:attrName>
                                        </p:attrNameLst>
                                      </p:cBhvr>
                                    </p:anim>
                                    <p:animScale>
                                      <p:cBhvr>
                                        <p:cTn id="51" dur="200" decel="100000" autoRev="1" fill="hold">
                                          <p:stCondLst>
                                            <p:cond delay="600"/>
                                          </p:stCondLst>
                                        </p:cTn>
                                        <p:tgtEl>
                                          <p:spTgt spid="30723">
                                            <p:txEl>
                                              <p:pRg st="11" end="11"/>
                                            </p:txEl>
                                          </p:spTgt>
                                        </p:tgtEl>
                                      </p:cBhvr>
                                      <p:from x="100000" y="100000"/>
                                      <p:to x="80000" y="100000"/>
                                    </p:animScale>
                                    <p:anim by="(#ppt_h/3+#ppt_w*0.1)" calcmode="lin" valueType="num">
                                      <p:cBhvr additive="sum">
                                        <p:cTn id="52" dur="200" decel="100000" autoRev="1" fill="hold">
                                          <p:stCondLst>
                                            <p:cond delay="600"/>
                                          </p:stCondLst>
                                        </p:cTn>
                                        <p:tgtEl>
                                          <p:spTgt spid="30723">
                                            <p:txEl>
                                              <p:pRg st="11" end="11"/>
                                            </p:txEl>
                                          </p:spTgt>
                                        </p:tgtEl>
                                        <p:attrNameLst>
                                          <p:attrName>ppt_x</p:attrName>
                                        </p:attrNameLst>
                                      </p:cBhvr>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34" presetClass="entr" presetSubtype="0" fill="hold" grpId="0" nodeType="clickEffect">
                                  <p:stCondLst>
                                    <p:cond delay="0"/>
                                  </p:stCondLst>
                                  <p:childTnLst>
                                    <p:set>
                                      <p:cBhvr>
                                        <p:cTn id="56" dur="1" fill="hold">
                                          <p:stCondLst>
                                            <p:cond delay="0"/>
                                          </p:stCondLst>
                                        </p:cTn>
                                        <p:tgtEl>
                                          <p:spTgt spid="30723">
                                            <p:txEl>
                                              <p:pRg st="6" end="6"/>
                                            </p:txEl>
                                          </p:spTgt>
                                        </p:tgtEl>
                                        <p:attrNameLst>
                                          <p:attrName>style.visibility</p:attrName>
                                        </p:attrNameLst>
                                      </p:cBhvr>
                                      <p:to>
                                        <p:strVal val="visible"/>
                                      </p:to>
                                    </p:set>
                                    <p:anim from="(-#ppt_w/2)" to="(#ppt_x)" calcmode="lin" valueType="num">
                                      <p:cBhvr>
                                        <p:cTn id="57" dur="600" fill="hold">
                                          <p:stCondLst>
                                            <p:cond delay="0"/>
                                          </p:stCondLst>
                                        </p:cTn>
                                        <p:tgtEl>
                                          <p:spTgt spid="30723">
                                            <p:txEl>
                                              <p:pRg st="6" end="6"/>
                                            </p:txEl>
                                          </p:spTgt>
                                        </p:tgtEl>
                                        <p:attrNameLst>
                                          <p:attrName>ppt_x</p:attrName>
                                        </p:attrNameLst>
                                      </p:cBhvr>
                                    </p:anim>
                                    <p:anim from="0" to="-1.0" calcmode="lin" valueType="num">
                                      <p:cBhvr>
                                        <p:cTn id="58" dur="200" decel="50000" autoRev="1" fill="hold">
                                          <p:stCondLst>
                                            <p:cond delay="600"/>
                                          </p:stCondLst>
                                        </p:cTn>
                                        <p:tgtEl>
                                          <p:spTgt spid="30723">
                                            <p:txEl>
                                              <p:pRg st="6" end="6"/>
                                            </p:txEl>
                                          </p:spTgt>
                                        </p:tgtEl>
                                        <p:attrNameLst>
                                          <p:attrName>xshear</p:attrName>
                                        </p:attrNameLst>
                                      </p:cBhvr>
                                    </p:anim>
                                    <p:animScale>
                                      <p:cBhvr>
                                        <p:cTn id="59" dur="200" decel="100000" autoRev="1" fill="hold">
                                          <p:stCondLst>
                                            <p:cond delay="600"/>
                                          </p:stCondLst>
                                        </p:cTn>
                                        <p:tgtEl>
                                          <p:spTgt spid="30723">
                                            <p:txEl>
                                              <p:pRg st="6" end="6"/>
                                            </p:txEl>
                                          </p:spTgt>
                                        </p:tgtEl>
                                      </p:cBhvr>
                                      <p:from x="100000" y="100000"/>
                                      <p:to x="80000" y="100000"/>
                                    </p:animScale>
                                    <p:anim by="(#ppt_h/3+#ppt_w*0.1)" calcmode="lin" valueType="num">
                                      <p:cBhvr additive="sum">
                                        <p:cTn id="60" dur="200" decel="100000" autoRev="1" fill="hold">
                                          <p:stCondLst>
                                            <p:cond delay="600"/>
                                          </p:stCondLst>
                                        </p:cTn>
                                        <p:tgtEl>
                                          <p:spTgt spid="30723">
                                            <p:txEl>
                                              <p:pRg st="6" end="6"/>
                                            </p:txEl>
                                          </p:spTgt>
                                        </p:tgtEl>
                                        <p:attrNameLst>
                                          <p:attrName>ppt_x</p:attrName>
                                        </p:attrNameLst>
                                      </p:cBhvr>
                                    </p:anim>
                                  </p:childTnLst>
                                </p:cTn>
                              </p:par>
                              <p:par>
                                <p:cTn id="61" presetID="8" presetClass="exit" presetSubtype="16" fill="hold" nodeType="withEffect">
                                  <p:stCondLst>
                                    <p:cond delay="0"/>
                                  </p:stCondLst>
                                  <p:childTnLst>
                                    <p:animEffect transition="out" filter="diamond(in)">
                                      <p:cBhvr>
                                        <p:cTn id="62" dur="500"/>
                                        <p:tgtEl>
                                          <p:spTgt spid="30723">
                                            <p:txEl>
                                              <p:pRg st="11" end="11"/>
                                            </p:txEl>
                                          </p:spTgt>
                                        </p:tgtEl>
                                      </p:cBhvr>
                                    </p:animEffect>
                                    <p:set>
                                      <p:cBhvr>
                                        <p:cTn id="63" dur="1" fill="hold">
                                          <p:stCondLst>
                                            <p:cond delay="499"/>
                                          </p:stCondLst>
                                        </p:cTn>
                                        <p:tgtEl>
                                          <p:spTgt spid="30723">
                                            <p:txEl>
                                              <p:pRg st="11" end="11"/>
                                            </p:txEl>
                                          </p:spTgt>
                                        </p:tgtEl>
                                        <p:attrNameLst>
                                          <p:attrName>style.visibility</p:attrName>
                                        </p:attrNameLst>
                                      </p:cBhvr>
                                      <p:to>
                                        <p:strVal val="hidden"/>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34" presetClass="entr" presetSubtype="0" fill="hold" grpId="0" nodeType="clickEffect">
                                  <p:stCondLst>
                                    <p:cond delay="0"/>
                                  </p:stCondLst>
                                  <p:childTnLst>
                                    <p:set>
                                      <p:cBhvr>
                                        <p:cTn id="67" dur="1" fill="hold">
                                          <p:stCondLst>
                                            <p:cond delay="0"/>
                                          </p:stCondLst>
                                        </p:cTn>
                                        <p:tgtEl>
                                          <p:spTgt spid="30723">
                                            <p:txEl>
                                              <p:pRg st="7" end="7"/>
                                            </p:txEl>
                                          </p:spTgt>
                                        </p:tgtEl>
                                        <p:attrNameLst>
                                          <p:attrName>style.visibility</p:attrName>
                                        </p:attrNameLst>
                                      </p:cBhvr>
                                      <p:to>
                                        <p:strVal val="visible"/>
                                      </p:to>
                                    </p:set>
                                    <p:anim from="(-#ppt_w/2)" to="(#ppt_x)" calcmode="lin" valueType="num">
                                      <p:cBhvr>
                                        <p:cTn id="68" dur="600" fill="hold">
                                          <p:stCondLst>
                                            <p:cond delay="0"/>
                                          </p:stCondLst>
                                        </p:cTn>
                                        <p:tgtEl>
                                          <p:spTgt spid="30723">
                                            <p:txEl>
                                              <p:pRg st="7" end="7"/>
                                            </p:txEl>
                                          </p:spTgt>
                                        </p:tgtEl>
                                        <p:attrNameLst>
                                          <p:attrName>ppt_x</p:attrName>
                                        </p:attrNameLst>
                                      </p:cBhvr>
                                    </p:anim>
                                    <p:anim from="0" to="-1.0" calcmode="lin" valueType="num">
                                      <p:cBhvr>
                                        <p:cTn id="69" dur="200" decel="50000" autoRev="1" fill="hold">
                                          <p:stCondLst>
                                            <p:cond delay="600"/>
                                          </p:stCondLst>
                                        </p:cTn>
                                        <p:tgtEl>
                                          <p:spTgt spid="30723">
                                            <p:txEl>
                                              <p:pRg st="7" end="7"/>
                                            </p:txEl>
                                          </p:spTgt>
                                        </p:tgtEl>
                                        <p:attrNameLst>
                                          <p:attrName>xshear</p:attrName>
                                        </p:attrNameLst>
                                      </p:cBhvr>
                                    </p:anim>
                                    <p:animScale>
                                      <p:cBhvr>
                                        <p:cTn id="70" dur="200" decel="100000" autoRev="1" fill="hold">
                                          <p:stCondLst>
                                            <p:cond delay="600"/>
                                          </p:stCondLst>
                                        </p:cTn>
                                        <p:tgtEl>
                                          <p:spTgt spid="30723">
                                            <p:txEl>
                                              <p:pRg st="7" end="7"/>
                                            </p:txEl>
                                          </p:spTgt>
                                        </p:tgtEl>
                                      </p:cBhvr>
                                      <p:from x="100000" y="100000"/>
                                      <p:to x="80000" y="100000"/>
                                    </p:animScale>
                                    <p:anim by="(#ppt_h/3+#ppt_w*0.1)" calcmode="lin" valueType="num">
                                      <p:cBhvr additive="sum">
                                        <p:cTn id="71" dur="200" decel="100000" autoRev="1" fill="hold">
                                          <p:stCondLst>
                                            <p:cond delay="600"/>
                                          </p:stCondLst>
                                        </p:cTn>
                                        <p:tgtEl>
                                          <p:spTgt spid="30723">
                                            <p:txEl>
                                              <p:pRg st="7" end="7"/>
                                            </p:txEl>
                                          </p:spTgt>
                                        </p:tgtEl>
                                        <p:attrNameLst>
                                          <p:attrName>ppt_x</p:attrName>
                                        </p:attrNameLst>
                                      </p:cBhvr>
                                    </p:anim>
                                  </p:childTnLst>
                                </p:cTn>
                              </p:par>
                            </p:childTnLst>
                          </p:cTn>
                        </p:par>
                      </p:childTnLst>
                    </p:cTn>
                  </p:par>
                  <p:par>
                    <p:cTn id="72" fill="hold" nodeType="clickPar">
                      <p:stCondLst>
                        <p:cond delay="indefinite"/>
                      </p:stCondLst>
                      <p:childTnLst>
                        <p:par>
                          <p:cTn id="73" fill="hold" nodeType="withGroup">
                            <p:stCondLst>
                              <p:cond delay="0"/>
                            </p:stCondLst>
                            <p:childTnLst>
                              <p:par>
                                <p:cTn id="74" presetID="34" presetClass="entr" presetSubtype="0" fill="hold" grpId="0" nodeType="clickEffect">
                                  <p:stCondLst>
                                    <p:cond delay="0"/>
                                  </p:stCondLst>
                                  <p:childTnLst>
                                    <p:set>
                                      <p:cBhvr>
                                        <p:cTn id="75" dur="1" fill="hold">
                                          <p:stCondLst>
                                            <p:cond delay="0"/>
                                          </p:stCondLst>
                                        </p:cTn>
                                        <p:tgtEl>
                                          <p:spTgt spid="30723">
                                            <p:txEl>
                                              <p:pRg st="8" end="8"/>
                                            </p:txEl>
                                          </p:spTgt>
                                        </p:tgtEl>
                                        <p:attrNameLst>
                                          <p:attrName>style.visibility</p:attrName>
                                        </p:attrNameLst>
                                      </p:cBhvr>
                                      <p:to>
                                        <p:strVal val="visible"/>
                                      </p:to>
                                    </p:set>
                                    <p:anim from="(-#ppt_w/2)" to="(#ppt_x)" calcmode="lin" valueType="num">
                                      <p:cBhvr>
                                        <p:cTn id="76" dur="600" fill="hold">
                                          <p:stCondLst>
                                            <p:cond delay="0"/>
                                          </p:stCondLst>
                                        </p:cTn>
                                        <p:tgtEl>
                                          <p:spTgt spid="30723">
                                            <p:txEl>
                                              <p:pRg st="8" end="8"/>
                                            </p:txEl>
                                          </p:spTgt>
                                        </p:tgtEl>
                                        <p:attrNameLst>
                                          <p:attrName>ppt_x</p:attrName>
                                        </p:attrNameLst>
                                      </p:cBhvr>
                                    </p:anim>
                                    <p:anim from="0" to="-1.0" calcmode="lin" valueType="num">
                                      <p:cBhvr>
                                        <p:cTn id="77" dur="200" decel="50000" autoRev="1" fill="hold">
                                          <p:stCondLst>
                                            <p:cond delay="600"/>
                                          </p:stCondLst>
                                        </p:cTn>
                                        <p:tgtEl>
                                          <p:spTgt spid="30723">
                                            <p:txEl>
                                              <p:pRg st="8" end="8"/>
                                            </p:txEl>
                                          </p:spTgt>
                                        </p:tgtEl>
                                        <p:attrNameLst>
                                          <p:attrName>xshear</p:attrName>
                                        </p:attrNameLst>
                                      </p:cBhvr>
                                    </p:anim>
                                    <p:animScale>
                                      <p:cBhvr>
                                        <p:cTn id="78" dur="200" decel="100000" autoRev="1" fill="hold">
                                          <p:stCondLst>
                                            <p:cond delay="600"/>
                                          </p:stCondLst>
                                        </p:cTn>
                                        <p:tgtEl>
                                          <p:spTgt spid="30723">
                                            <p:txEl>
                                              <p:pRg st="8" end="8"/>
                                            </p:txEl>
                                          </p:spTgt>
                                        </p:tgtEl>
                                      </p:cBhvr>
                                      <p:from x="100000" y="100000"/>
                                      <p:to x="80000" y="100000"/>
                                    </p:animScale>
                                    <p:anim by="(#ppt_h/3+#ppt_w*0.1)" calcmode="lin" valueType="num">
                                      <p:cBhvr additive="sum">
                                        <p:cTn id="79" dur="200" decel="100000" autoRev="1" fill="hold">
                                          <p:stCondLst>
                                            <p:cond delay="600"/>
                                          </p:stCondLst>
                                        </p:cTn>
                                        <p:tgtEl>
                                          <p:spTgt spid="30723">
                                            <p:txEl>
                                              <p:pRg st="8" end="8"/>
                                            </p:txEl>
                                          </p:spTgt>
                                        </p:tgtEl>
                                        <p:attrNameLst>
                                          <p:attrName>ppt_x</p:attrName>
                                        </p:attrNameLst>
                                      </p:cBhvr>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34" presetClass="entr" presetSubtype="0" fill="hold" grpId="0" nodeType="clickEffect">
                                  <p:stCondLst>
                                    <p:cond delay="0"/>
                                  </p:stCondLst>
                                  <p:childTnLst>
                                    <p:set>
                                      <p:cBhvr>
                                        <p:cTn id="83" dur="1" fill="hold">
                                          <p:stCondLst>
                                            <p:cond delay="0"/>
                                          </p:stCondLst>
                                        </p:cTn>
                                        <p:tgtEl>
                                          <p:spTgt spid="30723">
                                            <p:txEl>
                                              <p:pRg st="9" end="9"/>
                                            </p:txEl>
                                          </p:spTgt>
                                        </p:tgtEl>
                                        <p:attrNameLst>
                                          <p:attrName>style.visibility</p:attrName>
                                        </p:attrNameLst>
                                      </p:cBhvr>
                                      <p:to>
                                        <p:strVal val="visible"/>
                                      </p:to>
                                    </p:set>
                                    <p:anim from="(-#ppt_w/2)" to="(#ppt_x)" calcmode="lin" valueType="num">
                                      <p:cBhvr>
                                        <p:cTn id="84" dur="600" fill="hold">
                                          <p:stCondLst>
                                            <p:cond delay="0"/>
                                          </p:stCondLst>
                                        </p:cTn>
                                        <p:tgtEl>
                                          <p:spTgt spid="30723">
                                            <p:txEl>
                                              <p:pRg st="9" end="9"/>
                                            </p:txEl>
                                          </p:spTgt>
                                        </p:tgtEl>
                                        <p:attrNameLst>
                                          <p:attrName>ppt_x</p:attrName>
                                        </p:attrNameLst>
                                      </p:cBhvr>
                                    </p:anim>
                                    <p:anim from="0" to="-1.0" calcmode="lin" valueType="num">
                                      <p:cBhvr>
                                        <p:cTn id="85" dur="200" decel="50000" autoRev="1" fill="hold">
                                          <p:stCondLst>
                                            <p:cond delay="600"/>
                                          </p:stCondLst>
                                        </p:cTn>
                                        <p:tgtEl>
                                          <p:spTgt spid="30723">
                                            <p:txEl>
                                              <p:pRg st="9" end="9"/>
                                            </p:txEl>
                                          </p:spTgt>
                                        </p:tgtEl>
                                        <p:attrNameLst>
                                          <p:attrName>xshear</p:attrName>
                                        </p:attrNameLst>
                                      </p:cBhvr>
                                    </p:anim>
                                    <p:animScale>
                                      <p:cBhvr>
                                        <p:cTn id="86" dur="200" decel="100000" autoRev="1" fill="hold">
                                          <p:stCondLst>
                                            <p:cond delay="600"/>
                                          </p:stCondLst>
                                        </p:cTn>
                                        <p:tgtEl>
                                          <p:spTgt spid="30723">
                                            <p:txEl>
                                              <p:pRg st="9" end="9"/>
                                            </p:txEl>
                                          </p:spTgt>
                                        </p:tgtEl>
                                      </p:cBhvr>
                                      <p:from x="100000" y="100000"/>
                                      <p:to x="80000" y="100000"/>
                                    </p:animScale>
                                    <p:anim by="(#ppt_h/3+#ppt_w*0.1)" calcmode="lin" valueType="num">
                                      <p:cBhvr additive="sum">
                                        <p:cTn id="87" dur="200" decel="100000" autoRev="1" fill="hold">
                                          <p:stCondLst>
                                            <p:cond delay="600"/>
                                          </p:stCondLst>
                                        </p:cTn>
                                        <p:tgtEl>
                                          <p:spTgt spid="30723">
                                            <p:txEl>
                                              <p:pRg st="9" end="9"/>
                                            </p:txEl>
                                          </p:spTgt>
                                        </p:tgtEl>
                                        <p:attrNameLst>
                                          <p:attrName>ppt_x</p:attrName>
                                        </p:attrNameLst>
                                      </p:cBhvr>
                                    </p:anim>
                                  </p:childTnLst>
                                </p:cTn>
                              </p:par>
                            </p:childTnLst>
                          </p:cTn>
                        </p:par>
                      </p:childTnLst>
                    </p:cTn>
                  </p:par>
                  <p:par>
                    <p:cTn id="88" fill="hold" nodeType="clickPar">
                      <p:stCondLst>
                        <p:cond delay="indefinite"/>
                      </p:stCondLst>
                      <p:childTnLst>
                        <p:par>
                          <p:cTn id="89" fill="hold" nodeType="withGroup">
                            <p:stCondLst>
                              <p:cond delay="0"/>
                            </p:stCondLst>
                            <p:childTnLst>
                              <p:par>
                                <p:cTn id="90" presetID="34" presetClass="entr" presetSubtype="0" fill="hold" grpId="0" nodeType="clickEffect">
                                  <p:stCondLst>
                                    <p:cond delay="0"/>
                                  </p:stCondLst>
                                  <p:childTnLst>
                                    <p:set>
                                      <p:cBhvr>
                                        <p:cTn id="91" dur="1" fill="hold">
                                          <p:stCondLst>
                                            <p:cond delay="0"/>
                                          </p:stCondLst>
                                        </p:cTn>
                                        <p:tgtEl>
                                          <p:spTgt spid="30723">
                                            <p:txEl>
                                              <p:pRg st="10" end="10"/>
                                            </p:txEl>
                                          </p:spTgt>
                                        </p:tgtEl>
                                        <p:attrNameLst>
                                          <p:attrName>style.visibility</p:attrName>
                                        </p:attrNameLst>
                                      </p:cBhvr>
                                      <p:to>
                                        <p:strVal val="visible"/>
                                      </p:to>
                                    </p:set>
                                    <p:anim from="(-#ppt_w/2)" to="(#ppt_x)" calcmode="lin" valueType="num">
                                      <p:cBhvr>
                                        <p:cTn id="92" dur="600" fill="hold">
                                          <p:stCondLst>
                                            <p:cond delay="0"/>
                                          </p:stCondLst>
                                        </p:cTn>
                                        <p:tgtEl>
                                          <p:spTgt spid="30723">
                                            <p:txEl>
                                              <p:pRg st="10" end="10"/>
                                            </p:txEl>
                                          </p:spTgt>
                                        </p:tgtEl>
                                        <p:attrNameLst>
                                          <p:attrName>ppt_x</p:attrName>
                                        </p:attrNameLst>
                                      </p:cBhvr>
                                    </p:anim>
                                    <p:anim from="0" to="-1.0" calcmode="lin" valueType="num">
                                      <p:cBhvr>
                                        <p:cTn id="93" dur="200" decel="50000" autoRev="1" fill="hold">
                                          <p:stCondLst>
                                            <p:cond delay="600"/>
                                          </p:stCondLst>
                                        </p:cTn>
                                        <p:tgtEl>
                                          <p:spTgt spid="30723">
                                            <p:txEl>
                                              <p:pRg st="10" end="10"/>
                                            </p:txEl>
                                          </p:spTgt>
                                        </p:tgtEl>
                                        <p:attrNameLst>
                                          <p:attrName>xshear</p:attrName>
                                        </p:attrNameLst>
                                      </p:cBhvr>
                                    </p:anim>
                                    <p:animScale>
                                      <p:cBhvr>
                                        <p:cTn id="94" dur="200" decel="100000" autoRev="1" fill="hold">
                                          <p:stCondLst>
                                            <p:cond delay="600"/>
                                          </p:stCondLst>
                                        </p:cTn>
                                        <p:tgtEl>
                                          <p:spTgt spid="30723">
                                            <p:txEl>
                                              <p:pRg st="10" end="10"/>
                                            </p:txEl>
                                          </p:spTgt>
                                        </p:tgtEl>
                                      </p:cBhvr>
                                      <p:from x="100000" y="100000"/>
                                      <p:to x="80000" y="100000"/>
                                    </p:animScale>
                                    <p:anim by="(#ppt_h/3+#ppt_w*0.1)" calcmode="lin" valueType="num">
                                      <p:cBhvr additive="sum">
                                        <p:cTn id="95" dur="200" decel="100000" autoRev="1" fill="hold">
                                          <p:stCondLst>
                                            <p:cond delay="600"/>
                                          </p:stCondLst>
                                        </p:cTn>
                                        <p:tgtEl>
                                          <p:spTgt spid="30723">
                                            <p:txEl>
                                              <p:pRg st="10" end="10"/>
                                            </p:txEl>
                                          </p:spTgt>
                                        </p:tgtEl>
                                        <p:attrNameLst>
                                          <p:attrName>ppt_x</p:attrName>
                                        </p:attrNameLst>
                                      </p:cBhvr>
                                    </p:anim>
                                  </p:childTnLst>
                                </p:cTn>
                              </p:par>
                            </p:childTnLst>
                          </p:cTn>
                        </p:par>
                      </p:childTnLst>
                    </p:cTn>
                  </p:par>
                  <p:par>
                    <p:cTn id="96" fill="hold" nodeType="clickPar">
                      <p:stCondLst>
                        <p:cond delay="indefinite"/>
                      </p:stCondLst>
                      <p:childTnLst>
                        <p:par>
                          <p:cTn id="97" fill="hold" nodeType="withGroup">
                            <p:stCondLst>
                              <p:cond delay="0"/>
                            </p:stCondLst>
                            <p:childTnLst>
                              <p:par>
                                <p:cTn id="98" presetID="34" presetClass="entr" presetSubtype="0" fill="hold" nodeType="clickEffect">
                                  <p:stCondLst>
                                    <p:cond delay="0"/>
                                  </p:stCondLst>
                                  <p:childTnLst>
                                    <p:set>
                                      <p:cBhvr>
                                        <p:cTn id="99" dur="1" fill="hold">
                                          <p:stCondLst>
                                            <p:cond delay="0"/>
                                          </p:stCondLst>
                                        </p:cTn>
                                        <p:tgtEl>
                                          <p:spTgt spid="30723">
                                            <p:txEl>
                                              <p:pRg st="11" end="11"/>
                                            </p:txEl>
                                          </p:spTgt>
                                        </p:tgtEl>
                                        <p:attrNameLst>
                                          <p:attrName>style.visibility</p:attrName>
                                        </p:attrNameLst>
                                      </p:cBhvr>
                                      <p:to>
                                        <p:strVal val="visible"/>
                                      </p:to>
                                    </p:set>
                                    <p:anim from="(-#ppt_w/2)" to="(#ppt_x)" calcmode="lin" valueType="num">
                                      <p:cBhvr>
                                        <p:cTn id="100" dur="600" fill="hold">
                                          <p:stCondLst>
                                            <p:cond delay="0"/>
                                          </p:stCondLst>
                                        </p:cTn>
                                        <p:tgtEl>
                                          <p:spTgt spid="30723">
                                            <p:txEl>
                                              <p:pRg st="11" end="11"/>
                                            </p:txEl>
                                          </p:spTgt>
                                        </p:tgtEl>
                                        <p:attrNameLst>
                                          <p:attrName>ppt_x</p:attrName>
                                        </p:attrNameLst>
                                      </p:cBhvr>
                                    </p:anim>
                                    <p:anim from="0" to="-1.0" calcmode="lin" valueType="num">
                                      <p:cBhvr>
                                        <p:cTn id="101" dur="200" decel="50000" autoRev="1" fill="hold">
                                          <p:stCondLst>
                                            <p:cond delay="600"/>
                                          </p:stCondLst>
                                        </p:cTn>
                                        <p:tgtEl>
                                          <p:spTgt spid="30723">
                                            <p:txEl>
                                              <p:pRg st="11" end="11"/>
                                            </p:txEl>
                                          </p:spTgt>
                                        </p:tgtEl>
                                        <p:attrNameLst>
                                          <p:attrName>xshear</p:attrName>
                                        </p:attrNameLst>
                                      </p:cBhvr>
                                    </p:anim>
                                    <p:animScale>
                                      <p:cBhvr>
                                        <p:cTn id="102" dur="200" decel="100000" autoRev="1" fill="hold">
                                          <p:stCondLst>
                                            <p:cond delay="600"/>
                                          </p:stCondLst>
                                        </p:cTn>
                                        <p:tgtEl>
                                          <p:spTgt spid="30723">
                                            <p:txEl>
                                              <p:pRg st="11" end="11"/>
                                            </p:txEl>
                                          </p:spTgt>
                                        </p:tgtEl>
                                      </p:cBhvr>
                                      <p:from x="100000" y="100000"/>
                                      <p:to x="80000" y="100000"/>
                                    </p:animScale>
                                    <p:anim by="(#ppt_h/3+#ppt_w*0.1)" calcmode="lin" valueType="num">
                                      <p:cBhvr additive="sum">
                                        <p:cTn id="103" dur="200" decel="100000" autoRev="1" fill="hold">
                                          <p:stCondLst>
                                            <p:cond delay="600"/>
                                          </p:stCondLst>
                                        </p:cTn>
                                        <p:tgtEl>
                                          <p:spTgt spid="30723">
                                            <p:txEl>
                                              <p:pRg st="11" end="11"/>
                                            </p:txEl>
                                          </p:spTgt>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1981200" y="404813"/>
            <a:ext cx="8229600" cy="1143000"/>
          </a:xfrm>
        </p:spPr>
        <p:txBody>
          <a:bodyPr/>
          <a:lstStyle/>
          <a:p>
            <a:pPr algn="ctr"/>
            <a:r>
              <a:rPr lang="en-US"/>
              <a:t>Operations in Circular Queue</a:t>
            </a:r>
          </a:p>
        </p:txBody>
      </p:sp>
      <p:sp>
        <p:nvSpPr>
          <p:cNvPr id="31747" name="Content Placeholder 2"/>
          <p:cNvSpPr>
            <a:spLocks noGrp="1"/>
          </p:cNvSpPr>
          <p:nvPr>
            <p:ph idx="1"/>
          </p:nvPr>
        </p:nvSpPr>
        <p:spPr>
          <a:xfrm>
            <a:off x="1981200" y="1557338"/>
            <a:ext cx="8229600" cy="4679950"/>
          </a:xfrm>
        </p:spPr>
        <p:txBody>
          <a:bodyPr>
            <a:normAutofit fontScale="92500" lnSpcReduction="20000"/>
          </a:bodyPr>
          <a:lstStyle/>
          <a:p>
            <a:pPr algn="ctr">
              <a:buFont typeface="Wingdings 2" panose="05020102010507070707" pitchFamily="18" charset="2"/>
              <a:buNone/>
            </a:pPr>
            <a:r>
              <a:rPr lang="en-US" sz="2000" b="1">
                <a:latin typeface="Times New Roman" panose="02020603050405020304" pitchFamily="18" charset="0"/>
                <a:cs typeface="Times New Roman" panose="02020603050405020304" pitchFamily="18" charset="0"/>
              </a:rPr>
              <a:t>Algorithm DeQueue()</a:t>
            </a:r>
          </a:p>
          <a:p>
            <a:r>
              <a:rPr lang="en-US" sz="2000">
                <a:latin typeface="Times New Roman" panose="02020603050405020304" pitchFamily="18" charset="0"/>
                <a:cs typeface="Times New Roman" panose="02020603050405020304" pitchFamily="18" charset="0"/>
              </a:rPr>
              <a:t>Step 1: start</a:t>
            </a:r>
          </a:p>
          <a:p>
            <a:r>
              <a:rPr lang="en-IN" sz="2000">
                <a:latin typeface="Times New Roman" panose="02020603050405020304" pitchFamily="18" charset="0"/>
                <a:cs typeface="Times New Roman" panose="02020603050405020304" pitchFamily="18" charset="0"/>
              </a:rPr>
              <a:t>Step2: [check for queue is under flow or not] </a:t>
            </a:r>
            <a:r>
              <a:rPr lang="en-IN" sz="2000">
                <a:solidFill>
                  <a:schemeClr val="accent1"/>
                </a:solidFill>
                <a:latin typeface="Times New Roman" panose="02020603050405020304" pitchFamily="18" charset="0"/>
                <a:cs typeface="Times New Roman" panose="02020603050405020304" pitchFamily="18" charset="0"/>
                <a:sym typeface="Wingdings" panose="05000000000000000000" pitchFamily="2" charset="2"/>
              </a:rPr>
              <a:t> operation Validation</a:t>
            </a:r>
            <a:endParaRPr lang="en-IN" sz="2000">
              <a:solidFill>
                <a:schemeClr val="accent1"/>
              </a:solidFill>
              <a:latin typeface="Times New Roman" panose="02020603050405020304" pitchFamily="18" charset="0"/>
              <a:cs typeface="Times New Roman" panose="02020603050405020304" pitchFamily="18" charset="0"/>
            </a:endParaRPr>
          </a:p>
          <a:p>
            <a:pPr lvl="2">
              <a:buFont typeface="Wingdings 2" panose="05020102010507070707" pitchFamily="18" charset="2"/>
              <a:buNone/>
            </a:pPr>
            <a:r>
              <a:rPr lang="en-IN" sz="1800">
                <a:latin typeface="Times New Roman" panose="02020603050405020304" pitchFamily="18" charset="0"/>
                <a:cs typeface="Times New Roman" panose="02020603050405020304" pitchFamily="18" charset="0"/>
              </a:rPr>
              <a:t>If (F = -1)	</a:t>
            </a:r>
          </a:p>
          <a:p>
            <a:pPr lvl="3">
              <a:buFont typeface="Wingdings 2" panose="05020102010507070707" pitchFamily="18" charset="2"/>
              <a:buNone/>
            </a:pPr>
            <a:r>
              <a:rPr lang="en-US" sz="1700">
                <a:latin typeface="Times New Roman" panose="02020603050405020304" pitchFamily="18" charset="0"/>
                <a:cs typeface="Times New Roman" panose="02020603050405020304" pitchFamily="18" charset="0"/>
              </a:rPr>
              <a:t>		Print “queue is underflow”</a:t>
            </a:r>
          </a:p>
          <a:p>
            <a:pPr lvl="3">
              <a:buFont typeface="Wingdings 2" panose="05020102010507070707" pitchFamily="18" charset="2"/>
              <a:buNone/>
            </a:pPr>
            <a:r>
              <a:rPr lang="en-US" sz="1700">
                <a:latin typeface="Times New Roman" panose="02020603050405020304" pitchFamily="18" charset="0"/>
                <a:cs typeface="Times New Roman" panose="02020603050405020304" pitchFamily="18" charset="0"/>
              </a:rPr>
              <a:t>                go to step 5</a:t>
            </a:r>
          </a:p>
          <a:p>
            <a:pPr>
              <a:buFont typeface="Wingdings 2" panose="05020102010507070707" pitchFamily="18" charset="2"/>
              <a:buNone/>
            </a:pPr>
            <a:r>
              <a:rPr lang="en-US" sz="2000">
                <a:latin typeface="Times New Roman" panose="02020603050405020304" pitchFamily="18" charset="0"/>
                <a:cs typeface="Times New Roman" panose="02020603050405020304" pitchFamily="18" charset="0"/>
              </a:rPr>
              <a:t>             else </a:t>
            </a:r>
            <a:r>
              <a:rPr lang="en-US">
                <a:latin typeface="Times New Roman" panose="02020603050405020304" pitchFamily="18" charset="0"/>
                <a:cs typeface="Times New Roman" panose="02020603050405020304" pitchFamily="18" charset="0"/>
              </a:rPr>
              <a:t>        go to step 3</a:t>
            </a:r>
          </a:p>
          <a:p>
            <a:r>
              <a:rPr lang="en-IN" sz="2000">
                <a:latin typeface="Times New Roman" panose="02020603050405020304" pitchFamily="18" charset="0"/>
                <a:cs typeface="Times New Roman" panose="02020603050405020304" pitchFamily="18" charset="0"/>
              </a:rPr>
              <a:t>Step 3: [Copy item From Queue]               </a:t>
            </a:r>
            <a:r>
              <a:rPr lang="en-IN" sz="2000">
                <a:solidFill>
                  <a:schemeClr val="accent1"/>
                </a:solidFill>
                <a:latin typeface="Times New Roman" panose="02020603050405020304" pitchFamily="18" charset="0"/>
                <a:cs typeface="Times New Roman" panose="02020603050405020304" pitchFamily="18" charset="0"/>
              </a:rPr>
              <a:t>  </a:t>
            </a:r>
          </a:p>
          <a:p>
            <a:pPr>
              <a:buFont typeface="Wingdings 2" panose="05020102010507070707" pitchFamily="18" charset="2"/>
              <a:buNone/>
            </a:pPr>
            <a:r>
              <a:rPr lang="en-US" sz="2000">
                <a:latin typeface="Times New Roman" panose="02020603050405020304" pitchFamily="18" charset="0"/>
                <a:cs typeface="Times New Roman" panose="02020603050405020304" pitchFamily="18" charset="0"/>
              </a:rPr>
              <a:t>                   X:= QUEUE[F]</a:t>
            </a:r>
          </a:p>
          <a:p>
            <a:r>
              <a:rPr lang="en-US" sz="2000">
                <a:latin typeface="Times New Roman" panose="02020603050405020304" pitchFamily="18" charset="0"/>
                <a:cs typeface="Times New Roman" panose="02020603050405020304" pitchFamily="18" charset="0"/>
              </a:rPr>
              <a:t>Step 4:[check condition]</a:t>
            </a:r>
            <a:r>
              <a:rPr lang="en-US" sz="2000">
                <a:solidFill>
                  <a:schemeClr val="accent1"/>
                </a:solidFill>
                <a:latin typeface="Times New Roman" panose="02020603050405020304" pitchFamily="18" charset="0"/>
                <a:cs typeface="Times New Roman" panose="02020603050405020304" pitchFamily="18" charset="0"/>
              </a:rPr>
              <a:t>  </a:t>
            </a:r>
            <a:r>
              <a:rPr lang="en-US" sz="2000">
                <a:solidFill>
                  <a:schemeClr val="accent1"/>
                </a:solidFill>
                <a:latin typeface="Times New Roman" panose="02020603050405020304" pitchFamily="18" charset="0"/>
                <a:cs typeface="Times New Roman" panose="02020603050405020304" pitchFamily="18" charset="0"/>
                <a:sym typeface="Wingdings" panose="05000000000000000000" pitchFamily="2" charset="2"/>
              </a:rPr>
              <a:t> It is only Element of Queue or not</a:t>
            </a:r>
            <a:endParaRPr lang="en-US" sz="2000">
              <a:solidFill>
                <a:schemeClr val="accent1"/>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US" sz="2000">
                <a:latin typeface="Times New Roman" panose="02020603050405020304" pitchFamily="18" charset="0"/>
                <a:cs typeface="Times New Roman" panose="02020603050405020304" pitchFamily="18" charset="0"/>
              </a:rPr>
              <a:t>                  If(F=R)    </a:t>
            </a:r>
            <a:r>
              <a:rPr lang="en-US">
                <a:latin typeface="Times New Roman" panose="02020603050405020304" pitchFamily="18" charset="0"/>
                <a:cs typeface="Times New Roman" panose="02020603050405020304" pitchFamily="18" charset="0"/>
              </a:rPr>
              <a:t>F :=  R := -1 </a:t>
            </a:r>
            <a:r>
              <a:rPr lang="en-US">
                <a:solidFill>
                  <a:schemeClr val="accent1"/>
                </a:solidFill>
                <a:latin typeface="Times New Roman" panose="02020603050405020304" pitchFamily="18" charset="0"/>
                <a:cs typeface="Times New Roman" panose="02020603050405020304" pitchFamily="18" charset="0"/>
                <a:sym typeface="Wingdings" panose="05000000000000000000" pitchFamily="2" charset="2"/>
              </a:rPr>
              <a:t> Empty Queue</a:t>
            </a:r>
          </a:p>
          <a:p>
            <a:pPr>
              <a:buFont typeface="Wingdings 2" panose="05020102010507070707" pitchFamily="18" charset="2"/>
              <a:buNone/>
            </a:pPr>
            <a:r>
              <a:rPr lang="en-US">
                <a:solidFill>
                  <a:schemeClr val="accent1"/>
                </a:solidFill>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Else F:=(F+1)%N</a:t>
            </a:r>
          </a:p>
          <a:p>
            <a:r>
              <a:rPr lang="en-US" sz="2000">
                <a:latin typeface="Times New Roman" panose="02020603050405020304" pitchFamily="18" charset="0"/>
                <a:cs typeface="Times New Roman" panose="02020603050405020304" pitchFamily="18" charset="0"/>
              </a:rPr>
              <a:t>Step 5:end</a:t>
            </a:r>
          </a:p>
        </p:txBody>
      </p:sp>
      <p:sp>
        <p:nvSpPr>
          <p:cNvPr id="4" name="Date Placeholder 3"/>
          <p:cNvSpPr>
            <a:spLocks noGrp="1"/>
          </p:cNvSpPr>
          <p:nvPr>
            <p:ph type="dt" sz="quarter" idx="10"/>
          </p:nvPr>
        </p:nvSpPr>
        <p:spPr/>
        <p:txBody>
          <a:bodyPr/>
          <a:lstStyle/>
          <a:p>
            <a:pPr>
              <a:defRPr/>
            </a:pPr>
            <a:fld id="{340C7A78-C71E-4F2C-A165-D0719B7B30D2}" type="datetime1">
              <a:rPr lang="en-US" smtClean="0"/>
              <a:pPr>
                <a:defRPr/>
              </a:pPr>
              <a:t>9/30/2024</a:t>
            </a:fld>
            <a:endParaRPr lang="en-IN"/>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C90628D-28AE-482C-A2B3-8039D0F38E4D}" type="slidenum">
              <a:rPr lang="en-IN">
                <a:solidFill>
                  <a:srgbClr val="045C75"/>
                </a:solidFill>
                <a:latin typeface="Constantia" panose="02030602050306030303" pitchFamily="18" charset="0"/>
              </a:rPr>
              <a:pPr eaLnBrk="1" hangingPunct="1"/>
              <a:t>63</a:t>
            </a:fld>
            <a:endParaRPr lang="en-IN">
              <a:solidFill>
                <a:srgbClr val="045C75"/>
              </a:solidFill>
              <a:latin typeface="Constantia" panose="02030602050306030303" pitchFamily="18" charset="0"/>
            </a:endParaRPr>
          </a:p>
        </p:txBody>
      </p:sp>
      <p:sp>
        <p:nvSpPr>
          <p:cNvPr id="6" name="Footer Placeholder 5"/>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39542214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 from="(-#ppt_w/2)" to="(#ppt_x)" calcmode="lin" valueType="num">
                                      <p:cBhvr>
                                        <p:cTn id="7" dur="600" fill="hold">
                                          <p:stCondLst>
                                            <p:cond delay="0"/>
                                          </p:stCondLst>
                                        </p:cTn>
                                        <p:tgtEl>
                                          <p:spTgt spid="31747">
                                            <p:txEl>
                                              <p:pRg st="0" end="0"/>
                                            </p:txEl>
                                          </p:spTgt>
                                        </p:tgtEl>
                                        <p:attrNameLst>
                                          <p:attrName>ppt_x</p:attrName>
                                        </p:attrNameLst>
                                      </p:cBhvr>
                                    </p:anim>
                                    <p:anim from="0" to="-1.0" calcmode="lin" valueType="num">
                                      <p:cBhvr>
                                        <p:cTn id="8" dur="200" decel="50000" autoRev="1" fill="hold">
                                          <p:stCondLst>
                                            <p:cond delay="600"/>
                                          </p:stCondLst>
                                        </p:cTn>
                                        <p:tgtEl>
                                          <p:spTgt spid="31747">
                                            <p:txEl>
                                              <p:pRg st="0" end="0"/>
                                            </p:txEl>
                                          </p:spTgt>
                                        </p:tgtEl>
                                        <p:attrNameLst>
                                          <p:attrName>xshear</p:attrName>
                                        </p:attrNameLst>
                                      </p:cBhvr>
                                    </p:anim>
                                    <p:animScale>
                                      <p:cBhvr>
                                        <p:cTn id="9" dur="200" decel="100000" autoRev="1" fill="hold">
                                          <p:stCondLst>
                                            <p:cond delay="600"/>
                                          </p:stCondLst>
                                        </p:cTn>
                                        <p:tgtEl>
                                          <p:spTgt spid="31747">
                                            <p:txEl>
                                              <p:pRg st="0" end="0"/>
                                            </p:txEl>
                                          </p:spTgt>
                                        </p:tgtEl>
                                      </p:cBhvr>
                                      <p:from x="100000" y="100000"/>
                                      <p:to x="80000" y="100000"/>
                                    </p:animScale>
                                    <p:anim by="(#ppt_h/3+#ppt_w*0.1)" calcmode="lin" valueType="num">
                                      <p:cBhvr additive="sum">
                                        <p:cTn id="10" dur="200" decel="100000" autoRev="1" fill="hold">
                                          <p:stCondLst>
                                            <p:cond delay="600"/>
                                          </p:stCondLst>
                                        </p:cTn>
                                        <p:tgtEl>
                                          <p:spTgt spid="31747">
                                            <p:txEl>
                                              <p:pRg st="0" end="0"/>
                                            </p:txEl>
                                          </p:spTgt>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4" presetClass="entr" presetSubtype="0" fill="hold" grpId="0" nodeType="clickEffect">
                                  <p:stCondLst>
                                    <p:cond delay="0"/>
                                  </p:stCondLst>
                                  <p:childTnLst>
                                    <p:set>
                                      <p:cBhvr>
                                        <p:cTn id="14" dur="1" fill="hold">
                                          <p:stCondLst>
                                            <p:cond delay="0"/>
                                          </p:stCondLst>
                                        </p:cTn>
                                        <p:tgtEl>
                                          <p:spTgt spid="31747">
                                            <p:txEl>
                                              <p:pRg st="1" end="1"/>
                                            </p:txEl>
                                          </p:spTgt>
                                        </p:tgtEl>
                                        <p:attrNameLst>
                                          <p:attrName>style.visibility</p:attrName>
                                        </p:attrNameLst>
                                      </p:cBhvr>
                                      <p:to>
                                        <p:strVal val="visible"/>
                                      </p:to>
                                    </p:set>
                                    <p:anim from="(-#ppt_w/2)" to="(#ppt_x)" calcmode="lin" valueType="num">
                                      <p:cBhvr>
                                        <p:cTn id="15" dur="600" fill="hold">
                                          <p:stCondLst>
                                            <p:cond delay="0"/>
                                          </p:stCondLst>
                                        </p:cTn>
                                        <p:tgtEl>
                                          <p:spTgt spid="31747">
                                            <p:txEl>
                                              <p:pRg st="1" end="1"/>
                                            </p:txEl>
                                          </p:spTgt>
                                        </p:tgtEl>
                                        <p:attrNameLst>
                                          <p:attrName>ppt_x</p:attrName>
                                        </p:attrNameLst>
                                      </p:cBhvr>
                                    </p:anim>
                                    <p:anim from="0" to="-1.0" calcmode="lin" valueType="num">
                                      <p:cBhvr>
                                        <p:cTn id="16" dur="200" decel="50000" autoRev="1" fill="hold">
                                          <p:stCondLst>
                                            <p:cond delay="600"/>
                                          </p:stCondLst>
                                        </p:cTn>
                                        <p:tgtEl>
                                          <p:spTgt spid="31747">
                                            <p:txEl>
                                              <p:pRg st="1" end="1"/>
                                            </p:txEl>
                                          </p:spTgt>
                                        </p:tgtEl>
                                        <p:attrNameLst>
                                          <p:attrName>xshear</p:attrName>
                                        </p:attrNameLst>
                                      </p:cBhvr>
                                    </p:anim>
                                    <p:animScale>
                                      <p:cBhvr>
                                        <p:cTn id="17" dur="200" decel="100000" autoRev="1" fill="hold">
                                          <p:stCondLst>
                                            <p:cond delay="600"/>
                                          </p:stCondLst>
                                        </p:cTn>
                                        <p:tgtEl>
                                          <p:spTgt spid="31747">
                                            <p:txEl>
                                              <p:pRg st="1" end="1"/>
                                            </p:txEl>
                                          </p:spTgt>
                                        </p:tgtEl>
                                      </p:cBhvr>
                                      <p:from x="100000" y="100000"/>
                                      <p:to x="80000" y="100000"/>
                                    </p:animScale>
                                    <p:anim by="(#ppt_h/3+#ppt_w*0.1)" calcmode="lin" valueType="num">
                                      <p:cBhvr additive="sum">
                                        <p:cTn id="18" dur="200" decel="100000" autoRev="1" fill="hold">
                                          <p:stCondLst>
                                            <p:cond delay="600"/>
                                          </p:stCondLst>
                                        </p:cTn>
                                        <p:tgtEl>
                                          <p:spTgt spid="31747">
                                            <p:txEl>
                                              <p:pRg st="1" end="1"/>
                                            </p:txEl>
                                          </p:spTgt>
                                        </p:tgtEl>
                                        <p:attrNameLst>
                                          <p:attrName>ppt_x</p:attrName>
                                        </p:attrNameLst>
                                      </p:cBhvr>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4" presetClass="entr" presetSubtype="0" fill="hold" grpId="0" nodeType="clickEffect">
                                  <p:stCondLst>
                                    <p:cond delay="0"/>
                                  </p:stCondLst>
                                  <p:childTnLst>
                                    <p:set>
                                      <p:cBhvr>
                                        <p:cTn id="22" dur="1" fill="hold">
                                          <p:stCondLst>
                                            <p:cond delay="0"/>
                                          </p:stCondLst>
                                        </p:cTn>
                                        <p:tgtEl>
                                          <p:spTgt spid="31747">
                                            <p:txEl>
                                              <p:pRg st="2" end="2"/>
                                            </p:txEl>
                                          </p:spTgt>
                                        </p:tgtEl>
                                        <p:attrNameLst>
                                          <p:attrName>style.visibility</p:attrName>
                                        </p:attrNameLst>
                                      </p:cBhvr>
                                      <p:to>
                                        <p:strVal val="visible"/>
                                      </p:to>
                                    </p:set>
                                    <p:anim from="(-#ppt_w/2)" to="(#ppt_x)" calcmode="lin" valueType="num">
                                      <p:cBhvr>
                                        <p:cTn id="23" dur="600" fill="hold">
                                          <p:stCondLst>
                                            <p:cond delay="0"/>
                                          </p:stCondLst>
                                        </p:cTn>
                                        <p:tgtEl>
                                          <p:spTgt spid="31747">
                                            <p:txEl>
                                              <p:pRg st="2" end="2"/>
                                            </p:txEl>
                                          </p:spTgt>
                                        </p:tgtEl>
                                        <p:attrNameLst>
                                          <p:attrName>ppt_x</p:attrName>
                                        </p:attrNameLst>
                                      </p:cBhvr>
                                    </p:anim>
                                    <p:anim from="0" to="-1.0" calcmode="lin" valueType="num">
                                      <p:cBhvr>
                                        <p:cTn id="24" dur="200" decel="50000" autoRev="1" fill="hold">
                                          <p:stCondLst>
                                            <p:cond delay="600"/>
                                          </p:stCondLst>
                                        </p:cTn>
                                        <p:tgtEl>
                                          <p:spTgt spid="31747">
                                            <p:txEl>
                                              <p:pRg st="2" end="2"/>
                                            </p:txEl>
                                          </p:spTgt>
                                        </p:tgtEl>
                                        <p:attrNameLst>
                                          <p:attrName>xshear</p:attrName>
                                        </p:attrNameLst>
                                      </p:cBhvr>
                                    </p:anim>
                                    <p:animScale>
                                      <p:cBhvr>
                                        <p:cTn id="25" dur="200" decel="100000" autoRev="1" fill="hold">
                                          <p:stCondLst>
                                            <p:cond delay="600"/>
                                          </p:stCondLst>
                                        </p:cTn>
                                        <p:tgtEl>
                                          <p:spTgt spid="31747">
                                            <p:txEl>
                                              <p:pRg st="2" end="2"/>
                                            </p:txEl>
                                          </p:spTgt>
                                        </p:tgtEl>
                                      </p:cBhvr>
                                      <p:from x="100000" y="100000"/>
                                      <p:to x="80000" y="100000"/>
                                    </p:animScale>
                                    <p:anim by="(#ppt_h/3+#ppt_w*0.1)" calcmode="lin" valueType="num">
                                      <p:cBhvr additive="sum">
                                        <p:cTn id="26" dur="200" decel="100000" autoRev="1" fill="hold">
                                          <p:stCondLst>
                                            <p:cond delay="600"/>
                                          </p:stCondLst>
                                        </p:cTn>
                                        <p:tgtEl>
                                          <p:spTgt spid="31747">
                                            <p:txEl>
                                              <p:pRg st="2" end="2"/>
                                            </p:txEl>
                                          </p:spTgt>
                                        </p:tgtEl>
                                        <p:attrNameLst>
                                          <p:attrName>ppt_x</p:attrName>
                                        </p:attrNameLst>
                                      </p:cBhvr>
                                    </p:anim>
                                  </p:childTnLst>
                                </p:cTn>
                              </p:par>
                              <p:par>
                                <p:cTn id="27" presetID="34" presetClass="entr" presetSubtype="0" fill="hold" grpId="0" nodeType="withEffect">
                                  <p:stCondLst>
                                    <p:cond delay="0"/>
                                  </p:stCondLst>
                                  <p:childTnLst>
                                    <p:set>
                                      <p:cBhvr>
                                        <p:cTn id="28" dur="1" fill="hold">
                                          <p:stCondLst>
                                            <p:cond delay="0"/>
                                          </p:stCondLst>
                                        </p:cTn>
                                        <p:tgtEl>
                                          <p:spTgt spid="31747">
                                            <p:txEl>
                                              <p:pRg st="3" end="3"/>
                                            </p:txEl>
                                          </p:spTgt>
                                        </p:tgtEl>
                                        <p:attrNameLst>
                                          <p:attrName>style.visibility</p:attrName>
                                        </p:attrNameLst>
                                      </p:cBhvr>
                                      <p:to>
                                        <p:strVal val="visible"/>
                                      </p:to>
                                    </p:set>
                                    <p:anim from="(-#ppt_w/2)" to="(#ppt_x)" calcmode="lin" valueType="num">
                                      <p:cBhvr>
                                        <p:cTn id="29" dur="600" fill="hold">
                                          <p:stCondLst>
                                            <p:cond delay="0"/>
                                          </p:stCondLst>
                                        </p:cTn>
                                        <p:tgtEl>
                                          <p:spTgt spid="31747">
                                            <p:txEl>
                                              <p:pRg st="3" end="3"/>
                                            </p:txEl>
                                          </p:spTgt>
                                        </p:tgtEl>
                                        <p:attrNameLst>
                                          <p:attrName>ppt_x</p:attrName>
                                        </p:attrNameLst>
                                      </p:cBhvr>
                                    </p:anim>
                                    <p:anim from="0" to="-1.0" calcmode="lin" valueType="num">
                                      <p:cBhvr>
                                        <p:cTn id="30" dur="200" decel="50000" autoRev="1" fill="hold">
                                          <p:stCondLst>
                                            <p:cond delay="600"/>
                                          </p:stCondLst>
                                        </p:cTn>
                                        <p:tgtEl>
                                          <p:spTgt spid="31747">
                                            <p:txEl>
                                              <p:pRg st="3" end="3"/>
                                            </p:txEl>
                                          </p:spTgt>
                                        </p:tgtEl>
                                        <p:attrNameLst>
                                          <p:attrName>xshear</p:attrName>
                                        </p:attrNameLst>
                                      </p:cBhvr>
                                    </p:anim>
                                    <p:animScale>
                                      <p:cBhvr>
                                        <p:cTn id="31" dur="200" decel="100000" autoRev="1" fill="hold">
                                          <p:stCondLst>
                                            <p:cond delay="600"/>
                                          </p:stCondLst>
                                        </p:cTn>
                                        <p:tgtEl>
                                          <p:spTgt spid="31747">
                                            <p:txEl>
                                              <p:pRg st="3" end="3"/>
                                            </p:txEl>
                                          </p:spTgt>
                                        </p:tgtEl>
                                      </p:cBhvr>
                                      <p:from x="100000" y="100000"/>
                                      <p:to x="80000" y="100000"/>
                                    </p:animScale>
                                    <p:anim by="(#ppt_h/3+#ppt_w*0.1)" calcmode="lin" valueType="num">
                                      <p:cBhvr additive="sum">
                                        <p:cTn id="32" dur="200" decel="100000" autoRev="1" fill="hold">
                                          <p:stCondLst>
                                            <p:cond delay="600"/>
                                          </p:stCondLst>
                                        </p:cTn>
                                        <p:tgtEl>
                                          <p:spTgt spid="31747">
                                            <p:txEl>
                                              <p:pRg st="3" end="3"/>
                                            </p:txEl>
                                          </p:spTgt>
                                        </p:tgtEl>
                                        <p:attrNameLst>
                                          <p:attrName>ppt_x</p:attrName>
                                        </p:attrNameLst>
                                      </p:cBhvr>
                                    </p:anim>
                                  </p:childTnLst>
                                </p:cTn>
                              </p:par>
                              <p:par>
                                <p:cTn id="33" presetID="34" presetClass="entr" presetSubtype="0" fill="hold" grpId="0" nodeType="withEffect">
                                  <p:stCondLst>
                                    <p:cond delay="0"/>
                                  </p:stCondLst>
                                  <p:childTnLst>
                                    <p:set>
                                      <p:cBhvr>
                                        <p:cTn id="34" dur="1" fill="hold">
                                          <p:stCondLst>
                                            <p:cond delay="0"/>
                                          </p:stCondLst>
                                        </p:cTn>
                                        <p:tgtEl>
                                          <p:spTgt spid="31747">
                                            <p:txEl>
                                              <p:pRg st="4" end="4"/>
                                            </p:txEl>
                                          </p:spTgt>
                                        </p:tgtEl>
                                        <p:attrNameLst>
                                          <p:attrName>style.visibility</p:attrName>
                                        </p:attrNameLst>
                                      </p:cBhvr>
                                      <p:to>
                                        <p:strVal val="visible"/>
                                      </p:to>
                                    </p:set>
                                    <p:anim from="(-#ppt_w/2)" to="(#ppt_x)" calcmode="lin" valueType="num">
                                      <p:cBhvr>
                                        <p:cTn id="35" dur="600" fill="hold">
                                          <p:stCondLst>
                                            <p:cond delay="0"/>
                                          </p:stCondLst>
                                        </p:cTn>
                                        <p:tgtEl>
                                          <p:spTgt spid="31747">
                                            <p:txEl>
                                              <p:pRg st="4" end="4"/>
                                            </p:txEl>
                                          </p:spTgt>
                                        </p:tgtEl>
                                        <p:attrNameLst>
                                          <p:attrName>ppt_x</p:attrName>
                                        </p:attrNameLst>
                                      </p:cBhvr>
                                    </p:anim>
                                    <p:anim from="0" to="-1.0" calcmode="lin" valueType="num">
                                      <p:cBhvr>
                                        <p:cTn id="36" dur="200" decel="50000" autoRev="1" fill="hold">
                                          <p:stCondLst>
                                            <p:cond delay="600"/>
                                          </p:stCondLst>
                                        </p:cTn>
                                        <p:tgtEl>
                                          <p:spTgt spid="31747">
                                            <p:txEl>
                                              <p:pRg st="4" end="4"/>
                                            </p:txEl>
                                          </p:spTgt>
                                        </p:tgtEl>
                                        <p:attrNameLst>
                                          <p:attrName>xshear</p:attrName>
                                        </p:attrNameLst>
                                      </p:cBhvr>
                                    </p:anim>
                                    <p:animScale>
                                      <p:cBhvr>
                                        <p:cTn id="37" dur="200" decel="100000" autoRev="1" fill="hold">
                                          <p:stCondLst>
                                            <p:cond delay="600"/>
                                          </p:stCondLst>
                                        </p:cTn>
                                        <p:tgtEl>
                                          <p:spTgt spid="31747">
                                            <p:txEl>
                                              <p:pRg st="4" end="4"/>
                                            </p:txEl>
                                          </p:spTgt>
                                        </p:tgtEl>
                                      </p:cBhvr>
                                      <p:from x="100000" y="100000"/>
                                      <p:to x="80000" y="100000"/>
                                    </p:animScale>
                                    <p:anim by="(#ppt_h/3+#ppt_w*0.1)" calcmode="lin" valueType="num">
                                      <p:cBhvr additive="sum">
                                        <p:cTn id="38" dur="200" decel="100000" autoRev="1" fill="hold">
                                          <p:stCondLst>
                                            <p:cond delay="600"/>
                                          </p:stCondLst>
                                        </p:cTn>
                                        <p:tgtEl>
                                          <p:spTgt spid="31747">
                                            <p:txEl>
                                              <p:pRg st="4" end="4"/>
                                            </p:txEl>
                                          </p:spTgt>
                                        </p:tgtEl>
                                        <p:attrNameLst>
                                          <p:attrName>ppt_x</p:attrName>
                                        </p:attrNameLst>
                                      </p:cBhvr>
                                    </p:anim>
                                  </p:childTnLst>
                                </p:cTn>
                              </p:par>
                              <p:par>
                                <p:cTn id="39" presetID="34" presetClass="entr" presetSubtype="0" fill="hold" grpId="0" nodeType="withEffect">
                                  <p:stCondLst>
                                    <p:cond delay="0"/>
                                  </p:stCondLst>
                                  <p:childTnLst>
                                    <p:set>
                                      <p:cBhvr>
                                        <p:cTn id="40" dur="1" fill="hold">
                                          <p:stCondLst>
                                            <p:cond delay="0"/>
                                          </p:stCondLst>
                                        </p:cTn>
                                        <p:tgtEl>
                                          <p:spTgt spid="31747">
                                            <p:txEl>
                                              <p:pRg st="5" end="5"/>
                                            </p:txEl>
                                          </p:spTgt>
                                        </p:tgtEl>
                                        <p:attrNameLst>
                                          <p:attrName>style.visibility</p:attrName>
                                        </p:attrNameLst>
                                      </p:cBhvr>
                                      <p:to>
                                        <p:strVal val="visible"/>
                                      </p:to>
                                    </p:set>
                                    <p:anim from="(-#ppt_w/2)" to="(#ppt_x)" calcmode="lin" valueType="num">
                                      <p:cBhvr>
                                        <p:cTn id="41" dur="600" fill="hold">
                                          <p:stCondLst>
                                            <p:cond delay="0"/>
                                          </p:stCondLst>
                                        </p:cTn>
                                        <p:tgtEl>
                                          <p:spTgt spid="31747">
                                            <p:txEl>
                                              <p:pRg st="5" end="5"/>
                                            </p:txEl>
                                          </p:spTgt>
                                        </p:tgtEl>
                                        <p:attrNameLst>
                                          <p:attrName>ppt_x</p:attrName>
                                        </p:attrNameLst>
                                      </p:cBhvr>
                                    </p:anim>
                                    <p:anim from="0" to="-1.0" calcmode="lin" valueType="num">
                                      <p:cBhvr>
                                        <p:cTn id="42" dur="200" decel="50000" autoRev="1" fill="hold">
                                          <p:stCondLst>
                                            <p:cond delay="600"/>
                                          </p:stCondLst>
                                        </p:cTn>
                                        <p:tgtEl>
                                          <p:spTgt spid="31747">
                                            <p:txEl>
                                              <p:pRg st="5" end="5"/>
                                            </p:txEl>
                                          </p:spTgt>
                                        </p:tgtEl>
                                        <p:attrNameLst>
                                          <p:attrName>xshear</p:attrName>
                                        </p:attrNameLst>
                                      </p:cBhvr>
                                    </p:anim>
                                    <p:animScale>
                                      <p:cBhvr>
                                        <p:cTn id="43" dur="200" decel="100000" autoRev="1" fill="hold">
                                          <p:stCondLst>
                                            <p:cond delay="600"/>
                                          </p:stCondLst>
                                        </p:cTn>
                                        <p:tgtEl>
                                          <p:spTgt spid="31747">
                                            <p:txEl>
                                              <p:pRg st="5" end="5"/>
                                            </p:txEl>
                                          </p:spTgt>
                                        </p:tgtEl>
                                      </p:cBhvr>
                                      <p:from x="100000" y="100000"/>
                                      <p:to x="80000" y="100000"/>
                                    </p:animScale>
                                    <p:anim by="(#ppt_h/3+#ppt_w*0.1)" calcmode="lin" valueType="num">
                                      <p:cBhvr additive="sum">
                                        <p:cTn id="44" dur="200" decel="100000" autoRev="1" fill="hold">
                                          <p:stCondLst>
                                            <p:cond delay="600"/>
                                          </p:stCondLst>
                                        </p:cTn>
                                        <p:tgtEl>
                                          <p:spTgt spid="31747">
                                            <p:txEl>
                                              <p:pRg st="5" end="5"/>
                                            </p:txEl>
                                          </p:spTgt>
                                        </p:tgtEl>
                                        <p:attrNameLst>
                                          <p:attrName>ppt_x</p:attrName>
                                        </p:attrNameLst>
                                      </p:cBhvr>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34" presetClass="entr" presetSubtype="0" fill="hold" grpId="0" nodeType="clickEffect">
                                  <p:stCondLst>
                                    <p:cond delay="0"/>
                                  </p:stCondLst>
                                  <p:childTnLst>
                                    <p:set>
                                      <p:cBhvr>
                                        <p:cTn id="48" dur="1" fill="hold">
                                          <p:stCondLst>
                                            <p:cond delay="0"/>
                                          </p:stCondLst>
                                        </p:cTn>
                                        <p:tgtEl>
                                          <p:spTgt spid="31747">
                                            <p:txEl>
                                              <p:pRg st="12" end="12"/>
                                            </p:txEl>
                                          </p:spTgt>
                                        </p:tgtEl>
                                        <p:attrNameLst>
                                          <p:attrName>style.visibility</p:attrName>
                                        </p:attrNameLst>
                                      </p:cBhvr>
                                      <p:to>
                                        <p:strVal val="visible"/>
                                      </p:to>
                                    </p:set>
                                    <p:anim from="(-#ppt_w/2)" to="(#ppt_x)" calcmode="lin" valueType="num">
                                      <p:cBhvr>
                                        <p:cTn id="49" dur="600" fill="hold">
                                          <p:stCondLst>
                                            <p:cond delay="0"/>
                                          </p:stCondLst>
                                        </p:cTn>
                                        <p:tgtEl>
                                          <p:spTgt spid="31747">
                                            <p:txEl>
                                              <p:pRg st="12" end="12"/>
                                            </p:txEl>
                                          </p:spTgt>
                                        </p:tgtEl>
                                        <p:attrNameLst>
                                          <p:attrName>ppt_x</p:attrName>
                                        </p:attrNameLst>
                                      </p:cBhvr>
                                    </p:anim>
                                    <p:anim from="0" to="-1.0" calcmode="lin" valueType="num">
                                      <p:cBhvr>
                                        <p:cTn id="50" dur="200" decel="50000" autoRev="1" fill="hold">
                                          <p:stCondLst>
                                            <p:cond delay="600"/>
                                          </p:stCondLst>
                                        </p:cTn>
                                        <p:tgtEl>
                                          <p:spTgt spid="31747">
                                            <p:txEl>
                                              <p:pRg st="12" end="12"/>
                                            </p:txEl>
                                          </p:spTgt>
                                        </p:tgtEl>
                                        <p:attrNameLst>
                                          <p:attrName>xshear</p:attrName>
                                        </p:attrNameLst>
                                      </p:cBhvr>
                                    </p:anim>
                                    <p:animScale>
                                      <p:cBhvr>
                                        <p:cTn id="51" dur="200" decel="100000" autoRev="1" fill="hold">
                                          <p:stCondLst>
                                            <p:cond delay="600"/>
                                          </p:stCondLst>
                                        </p:cTn>
                                        <p:tgtEl>
                                          <p:spTgt spid="31747">
                                            <p:txEl>
                                              <p:pRg st="12" end="12"/>
                                            </p:txEl>
                                          </p:spTgt>
                                        </p:tgtEl>
                                      </p:cBhvr>
                                      <p:from x="100000" y="100000"/>
                                      <p:to x="80000" y="100000"/>
                                    </p:animScale>
                                    <p:anim by="(#ppt_h/3+#ppt_w*0.1)" calcmode="lin" valueType="num">
                                      <p:cBhvr additive="sum">
                                        <p:cTn id="52" dur="200" decel="100000" autoRev="1" fill="hold">
                                          <p:stCondLst>
                                            <p:cond delay="600"/>
                                          </p:stCondLst>
                                        </p:cTn>
                                        <p:tgtEl>
                                          <p:spTgt spid="31747">
                                            <p:txEl>
                                              <p:pRg st="12" end="12"/>
                                            </p:txEl>
                                          </p:spTgt>
                                        </p:tgtEl>
                                        <p:attrNameLst>
                                          <p:attrName>ppt_x</p:attrName>
                                        </p:attrNameLst>
                                      </p:cBhvr>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34" presetClass="entr" presetSubtype="0" fill="hold" grpId="0" nodeType="clickEffect">
                                  <p:stCondLst>
                                    <p:cond delay="0"/>
                                  </p:stCondLst>
                                  <p:childTnLst>
                                    <p:set>
                                      <p:cBhvr>
                                        <p:cTn id="56" dur="1" fill="hold">
                                          <p:stCondLst>
                                            <p:cond delay="0"/>
                                          </p:stCondLst>
                                        </p:cTn>
                                        <p:tgtEl>
                                          <p:spTgt spid="31747">
                                            <p:txEl>
                                              <p:pRg st="6" end="6"/>
                                            </p:txEl>
                                          </p:spTgt>
                                        </p:tgtEl>
                                        <p:attrNameLst>
                                          <p:attrName>style.visibility</p:attrName>
                                        </p:attrNameLst>
                                      </p:cBhvr>
                                      <p:to>
                                        <p:strVal val="visible"/>
                                      </p:to>
                                    </p:set>
                                    <p:anim from="(-#ppt_w/2)" to="(#ppt_x)" calcmode="lin" valueType="num">
                                      <p:cBhvr>
                                        <p:cTn id="57" dur="600" fill="hold">
                                          <p:stCondLst>
                                            <p:cond delay="0"/>
                                          </p:stCondLst>
                                        </p:cTn>
                                        <p:tgtEl>
                                          <p:spTgt spid="31747">
                                            <p:txEl>
                                              <p:pRg st="6" end="6"/>
                                            </p:txEl>
                                          </p:spTgt>
                                        </p:tgtEl>
                                        <p:attrNameLst>
                                          <p:attrName>ppt_x</p:attrName>
                                        </p:attrNameLst>
                                      </p:cBhvr>
                                    </p:anim>
                                    <p:anim from="0" to="-1.0" calcmode="lin" valueType="num">
                                      <p:cBhvr>
                                        <p:cTn id="58" dur="200" decel="50000" autoRev="1" fill="hold">
                                          <p:stCondLst>
                                            <p:cond delay="600"/>
                                          </p:stCondLst>
                                        </p:cTn>
                                        <p:tgtEl>
                                          <p:spTgt spid="31747">
                                            <p:txEl>
                                              <p:pRg st="6" end="6"/>
                                            </p:txEl>
                                          </p:spTgt>
                                        </p:tgtEl>
                                        <p:attrNameLst>
                                          <p:attrName>xshear</p:attrName>
                                        </p:attrNameLst>
                                      </p:cBhvr>
                                    </p:anim>
                                    <p:animScale>
                                      <p:cBhvr>
                                        <p:cTn id="59" dur="200" decel="100000" autoRev="1" fill="hold">
                                          <p:stCondLst>
                                            <p:cond delay="600"/>
                                          </p:stCondLst>
                                        </p:cTn>
                                        <p:tgtEl>
                                          <p:spTgt spid="31747">
                                            <p:txEl>
                                              <p:pRg st="6" end="6"/>
                                            </p:txEl>
                                          </p:spTgt>
                                        </p:tgtEl>
                                      </p:cBhvr>
                                      <p:from x="100000" y="100000"/>
                                      <p:to x="80000" y="100000"/>
                                    </p:animScale>
                                    <p:anim by="(#ppt_h/3+#ppt_w*0.1)" calcmode="lin" valueType="num">
                                      <p:cBhvr additive="sum">
                                        <p:cTn id="60" dur="200" decel="100000" autoRev="1" fill="hold">
                                          <p:stCondLst>
                                            <p:cond delay="600"/>
                                          </p:stCondLst>
                                        </p:cTn>
                                        <p:tgtEl>
                                          <p:spTgt spid="31747">
                                            <p:txEl>
                                              <p:pRg st="6" end="6"/>
                                            </p:txEl>
                                          </p:spTgt>
                                        </p:tgtEl>
                                        <p:attrNameLst>
                                          <p:attrName>ppt_x</p:attrName>
                                        </p:attrNameLst>
                                      </p:cBhvr>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34" presetClass="entr" presetSubtype="0" fill="hold" grpId="0" nodeType="clickEffect">
                                  <p:stCondLst>
                                    <p:cond delay="0"/>
                                  </p:stCondLst>
                                  <p:childTnLst>
                                    <p:set>
                                      <p:cBhvr>
                                        <p:cTn id="64" dur="1" fill="hold">
                                          <p:stCondLst>
                                            <p:cond delay="0"/>
                                          </p:stCondLst>
                                        </p:cTn>
                                        <p:tgtEl>
                                          <p:spTgt spid="31747">
                                            <p:txEl>
                                              <p:pRg st="7" end="7"/>
                                            </p:txEl>
                                          </p:spTgt>
                                        </p:tgtEl>
                                        <p:attrNameLst>
                                          <p:attrName>style.visibility</p:attrName>
                                        </p:attrNameLst>
                                      </p:cBhvr>
                                      <p:to>
                                        <p:strVal val="visible"/>
                                      </p:to>
                                    </p:set>
                                    <p:anim from="(-#ppt_w/2)" to="(#ppt_x)" calcmode="lin" valueType="num">
                                      <p:cBhvr>
                                        <p:cTn id="65" dur="600" fill="hold">
                                          <p:stCondLst>
                                            <p:cond delay="0"/>
                                          </p:stCondLst>
                                        </p:cTn>
                                        <p:tgtEl>
                                          <p:spTgt spid="31747">
                                            <p:txEl>
                                              <p:pRg st="7" end="7"/>
                                            </p:txEl>
                                          </p:spTgt>
                                        </p:tgtEl>
                                        <p:attrNameLst>
                                          <p:attrName>ppt_x</p:attrName>
                                        </p:attrNameLst>
                                      </p:cBhvr>
                                    </p:anim>
                                    <p:anim from="0" to="-1.0" calcmode="lin" valueType="num">
                                      <p:cBhvr>
                                        <p:cTn id="66" dur="200" decel="50000" autoRev="1" fill="hold">
                                          <p:stCondLst>
                                            <p:cond delay="600"/>
                                          </p:stCondLst>
                                        </p:cTn>
                                        <p:tgtEl>
                                          <p:spTgt spid="31747">
                                            <p:txEl>
                                              <p:pRg st="7" end="7"/>
                                            </p:txEl>
                                          </p:spTgt>
                                        </p:tgtEl>
                                        <p:attrNameLst>
                                          <p:attrName>xshear</p:attrName>
                                        </p:attrNameLst>
                                      </p:cBhvr>
                                    </p:anim>
                                    <p:animScale>
                                      <p:cBhvr>
                                        <p:cTn id="67" dur="200" decel="100000" autoRev="1" fill="hold">
                                          <p:stCondLst>
                                            <p:cond delay="600"/>
                                          </p:stCondLst>
                                        </p:cTn>
                                        <p:tgtEl>
                                          <p:spTgt spid="31747">
                                            <p:txEl>
                                              <p:pRg st="7" end="7"/>
                                            </p:txEl>
                                          </p:spTgt>
                                        </p:tgtEl>
                                      </p:cBhvr>
                                      <p:from x="100000" y="100000"/>
                                      <p:to x="80000" y="100000"/>
                                    </p:animScale>
                                    <p:anim by="(#ppt_h/3+#ppt_w*0.1)" calcmode="lin" valueType="num">
                                      <p:cBhvr additive="sum">
                                        <p:cTn id="68" dur="200" decel="100000" autoRev="1" fill="hold">
                                          <p:stCondLst>
                                            <p:cond delay="600"/>
                                          </p:stCondLst>
                                        </p:cTn>
                                        <p:tgtEl>
                                          <p:spTgt spid="31747">
                                            <p:txEl>
                                              <p:pRg st="7" end="7"/>
                                            </p:txEl>
                                          </p:spTgt>
                                        </p:tgtEl>
                                        <p:attrNameLst>
                                          <p:attrName>ppt_x</p:attrName>
                                        </p:attrNameLst>
                                      </p:cBhvr>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34" presetClass="entr" presetSubtype="0" fill="hold" grpId="0" nodeType="clickEffect">
                                  <p:stCondLst>
                                    <p:cond delay="0"/>
                                  </p:stCondLst>
                                  <p:childTnLst>
                                    <p:set>
                                      <p:cBhvr>
                                        <p:cTn id="72" dur="1" fill="hold">
                                          <p:stCondLst>
                                            <p:cond delay="0"/>
                                          </p:stCondLst>
                                        </p:cTn>
                                        <p:tgtEl>
                                          <p:spTgt spid="31747">
                                            <p:txEl>
                                              <p:pRg st="8" end="8"/>
                                            </p:txEl>
                                          </p:spTgt>
                                        </p:tgtEl>
                                        <p:attrNameLst>
                                          <p:attrName>style.visibility</p:attrName>
                                        </p:attrNameLst>
                                      </p:cBhvr>
                                      <p:to>
                                        <p:strVal val="visible"/>
                                      </p:to>
                                    </p:set>
                                    <p:anim from="(-#ppt_w/2)" to="(#ppt_x)" calcmode="lin" valueType="num">
                                      <p:cBhvr>
                                        <p:cTn id="73" dur="600" fill="hold">
                                          <p:stCondLst>
                                            <p:cond delay="0"/>
                                          </p:stCondLst>
                                        </p:cTn>
                                        <p:tgtEl>
                                          <p:spTgt spid="31747">
                                            <p:txEl>
                                              <p:pRg st="8" end="8"/>
                                            </p:txEl>
                                          </p:spTgt>
                                        </p:tgtEl>
                                        <p:attrNameLst>
                                          <p:attrName>ppt_x</p:attrName>
                                        </p:attrNameLst>
                                      </p:cBhvr>
                                    </p:anim>
                                    <p:anim from="0" to="-1.0" calcmode="lin" valueType="num">
                                      <p:cBhvr>
                                        <p:cTn id="74" dur="200" decel="50000" autoRev="1" fill="hold">
                                          <p:stCondLst>
                                            <p:cond delay="600"/>
                                          </p:stCondLst>
                                        </p:cTn>
                                        <p:tgtEl>
                                          <p:spTgt spid="31747">
                                            <p:txEl>
                                              <p:pRg st="8" end="8"/>
                                            </p:txEl>
                                          </p:spTgt>
                                        </p:tgtEl>
                                        <p:attrNameLst>
                                          <p:attrName>xshear</p:attrName>
                                        </p:attrNameLst>
                                      </p:cBhvr>
                                    </p:anim>
                                    <p:animScale>
                                      <p:cBhvr>
                                        <p:cTn id="75" dur="200" decel="100000" autoRev="1" fill="hold">
                                          <p:stCondLst>
                                            <p:cond delay="600"/>
                                          </p:stCondLst>
                                        </p:cTn>
                                        <p:tgtEl>
                                          <p:spTgt spid="31747">
                                            <p:txEl>
                                              <p:pRg st="8" end="8"/>
                                            </p:txEl>
                                          </p:spTgt>
                                        </p:tgtEl>
                                      </p:cBhvr>
                                      <p:from x="100000" y="100000"/>
                                      <p:to x="80000" y="100000"/>
                                    </p:animScale>
                                    <p:anim by="(#ppt_h/3+#ppt_w*0.1)" calcmode="lin" valueType="num">
                                      <p:cBhvr additive="sum">
                                        <p:cTn id="76" dur="200" decel="100000" autoRev="1" fill="hold">
                                          <p:stCondLst>
                                            <p:cond delay="600"/>
                                          </p:stCondLst>
                                        </p:cTn>
                                        <p:tgtEl>
                                          <p:spTgt spid="31747">
                                            <p:txEl>
                                              <p:pRg st="8" end="8"/>
                                            </p:txEl>
                                          </p:spTgt>
                                        </p:tgtEl>
                                        <p:attrNameLst>
                                          <p:attrName>ppt_x</p:attrName>
                                        </p:attrNameLst>
                                      </p:cBhvr>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34" presetClass="entr" presetSubtype="0" fill="hold" grpId="0" nodeType="clickEffect">
                                  <p:stCondLst>
                                    <p:cond delay="0"/>
                                  </p:stCondLst>
                                  <p:childTnLst>
                                    <p:set>
                                      <p:cBhvr>
                                        <p:cTn id="80" dur="1" fill="hold">
                                          <p:stCondLst>
                                            <p:cond delay="0"/>
                                          </p:stCondLst>
                                        </p:cTn>
                                        <p:tgtEl>
                                          <p:spTgt spid="31747">
                                            <p:txEl>
                                              <p:pRg st="9" end="9"/>
                                            </p:txEl>
                                          </p:spTgt>
                                        </p:tgtEl>
                                        <p:attrNameLst>
                                          <p:attrName>style.visibility</p:attrName>
                                        </p:attrNameLst>
                                      </p:cBhvr>
                                      <p:to>
                                        <p:strVal val="visible"/>
                                      </p:to>
                                    </p:set>
                                    <p:anim from="(-#ppt_w/2)" to="(#ppt_x)" calcmode="lin" valueType="num">
                                      <p:cBhvr>
                                        <p:cTn id="81" dur="600" fill="hold">
                                          <p:stCondLst>
                                            <p:cond delay="0"/>
                                          </p:stCondLst>
                                        </p:cTn>
                                        <p:tgtEl>
                                          <p:spTgt spid="31747">
                                            <p:txEl>
                                              <p:pRg st="9" end="9"/>
                                            </p:txEl>
                                          </p:spTgt>
                                        </p:tgtEl>
                                        <p:attrNameLst>
                                          <p:attrName>ppt_x</p:attrName>
                                        </p:attrNameLst>
                                      </p:cBhvr>
                                    </p:anim>
                                    <p:anim from="0" to="-1.0" calcmode="lin" valueType="num">
                                      <p:cBhvr>
                                        <p:cTn id="82" dur="200" decel="50000" autoRev="1" fill="hold">
                                          <p:stCondLst>
                                            <p:cond delay="600"/>
                                          </p:stCondLst>
                                        </p:cTn>
                                        <p:tgtEl>
                                          <p:spTgt spid="31747">
                                            <p:txEl>
                                              <p:pRg st="9" end="9"/>
                                            </p:txEl>
                                          </p:spTgt>
                                        </p:tgtEl>
                                        <p:attrNameLst>
                                          <p:attrName>xshear</p:attrName>
                                        </p:attrNameLst>
                                      </p:cBhvr>
                                    </p:anim>
                                    <p:animScale>
                                      <p:cBhvr>
                                        <p:cTn id="83" dur="200" decel="100000" autoRev="1" fill="hold">
                                          <p:stCondLst>
                                            <p:cond delay="600"/>
                                          </p:stCondLst>
                                        </p:cTn>
                                        <p:tgtEl>
                                          <p:spTgt spid="31747">
                                            <p:txEl>
                                              <p:pRg st="9" end="9"/>
                                            </p:txEl>
                                          </p:spTgt>
                                        </p:tgtEl>
                                      </p:cBhvr>
                                      <p:from x="100000" y="100000"/>
                                      <p:to x="80000" y="100000"/>
                                    </p:animScale>
                                    <p:anim by="(#ppt_h/3+#ppt_w*0.1)" calcmode="lin" valueType="num">
                                      <p:cBhvr additive="sum">
                                        <p:cTn id="84" dur="200" decel="100000" autoRev="1" fill="hold">
                                          <p:stCondLst>
                                            <p:cond delay="600"/>
                                          </p:stCondLst>
                                        </p:cTn>
                                        <p:tgtEl>
                                          <p:spTgt spid="31747">
                                            <p:txEl>
                                              <p:pRg st="9" end="9"/>
                                            </p:txEl>
                                          </p:spTgt>
                                        </p:tgtEl>
                                        <p:attrNameLst>
                                          <p:attrName>ppt_x</p:attrName>
                                        </p:attrNameLst>
                                      </p:cBhvr>
                                    </p:anim>
                                  </p:childTnLst>
                                </p:cTn>
                              </p:par>
                            </p:childTnLst>
                          </p:cTn>
                        </p:par>
                      </p:childTnLst>
                    </p:cTn>
                  </p:par>
                  <p:par>
                    <p:cTn id="85" fill="hold" nodeType="clickPar">
                      <p:stCondLst>
                        <p:cond delay="indefinite"/>
                      </p:stCondLst>
                      <p:childTnLst>
                        <p:par>
                          <p:cTn id="86" fill="hold" nodeType="withGroup">
                            <p:stCondLst>
                              <p:cond delay="0"/>
                            </p:stCondLst>
                            <p:childTnLst>
                              <p:par>
                                <p:cTn id="87" presetID="34" presetClass="entr" presetSubtype="0" fill="hold" grpId="0" nodeType="clickEffect">
                                  <p:stCondLst>
                                    <p:cond delay="0"/>
                                  </p:stCondLst>
                                  <p:childTnLst>
                                    <p:set>
                                      <p:cBhvr>
                                        <p:cTn id="88" dur="1" fill="hold">
                                          <p:stCondLst>
                                            <p:cond delay="0"/>
                                          </p:stCondLst>
                                        </p:cTn>
                                        <p:tgtEl>
                                          <p:spTgt spid="31747">
                                            <p:txEl>
                                              <p:pRg st="10" end="10"/>
                                            </p:txEl>
                                          </p:spTgt>
                                        </p:tgtEl>
                                        <p:attrNameLst>
                                          <p:attrName>style.visibility</p:attrName>
                                        </p:attrNameLst>
                                      </p:cBhvr>
                                      <p:to>
                                        <p:strVal val="visible"/>
                                      </p:to>
                                    </p:set>
                                    <p:anim from="(-#ppt_w/2)" to="(#ppt_x)" calcmode="lin" valueType="num">
                                      <p:cBhvr>
                                        <p:cTn id="89" dur="600" fill="hold">
                                          <p:stCondLst>
                                            <p:cond delay="0"/>
                                          </p:stCondLst>
                                        </p:cTn>
                                        <p:tgtEl>
                                          <p:spTgt spid="31747">
                                            <p:txEl>
                                              <p:pRg st="10" end="10"/>
                                            </p:txEl>
                                          </p:spTgt>
                                        </p:tgtEl>
                                        <p:attrNameLst>
                                          <p:attrName>ppt_x</p:attrName>
                                        </p:attrNameLst>
                                      </p:cBhvr>
                                    </p:anim>
                                    <p:anim from="0" to="-1.0" calcmode="lin" valueType="num">
                                      <p:cBhvr>
                                        <p:cTn id="90" dur="200" decel="50000" autoRev="1" fill="hold">
                                          <p:stCondLst>
                                            <p:cond delay="600"/>
                                          </p:stCondLst>
                                        </p:cTn>
                                        <p:tgtEl>
                                          <p:spTgt spid="31747">
                                            <p:txEl>
                                              <p:pRg st="10" end="10"/>
                                            </p:txEl>
                                          </p:spTgt>
                                        </p:tgtEl>
                                        <p:attrNameLst>
                                          <p:attrName>xshear</p:attrName>
                                        </p:attrNameLst>
                                      </p:cBhvr>
                                    </p:anim>
                                    <p:animScale>
                                      <p:cBhvr>
                                        <p:cTn id="91" dur="200" decel="100000" autoRev="1" fill="hold">
                                          <p:stCondLst>
                                            <p:cond delay="600"/>
                                          </p:stCondLst>
                                        </p:cTn>
                                        <p:tgtEl>
                                          <p:spTgt spid="31747">
                                            <p:txEl>
                                              <p:pRg st="10" end="10"/>
                                            </p:txEl>
                                          </p:spTgt>
                                        </p:tgtEl>
                                      </p:cBhvr>
                                      <p:from x="100000" y="100000"/>
                                      <p:to x="80000" y="100000"/>
                                    </p:animScale>
                                    <p:anim by="(#ppt_h/3+#ppt_w*0.1)" calcmode="lin" valueType="num">
                                      <p:cBhvr additive="sum">
                                        <p:cTn id="92" dur="200" decel="100000" autoRev="1" fill="hold">
                                          <p:stCondLst>
                                            <p:cond delay="600"/>
                                          </p:stCondLst>
                                        </p:cTn>
                                        <p:tgtEl>
                                          <p:spTgt spid="31747">
                                            <p:txEl>
                                              <p:pRg st="10" end="10"/>
                                            </p:txEl>
                                          </p:spTgt>
                                        </p:tgtEl>
                                        <p:attrNameLst>
                                          <p:attrName>ppt_x</p:attrName>
                                        </p:attrNameLst>
                                      </p:cBhvr>
                                    </p:anim>
                                  </p:childTnLst>
                                </p:cTn>
                              </p:par>
                            </p:childTnLst>
                          </p:cTn>
                        </p:par>
                      </p:childTnLst>
                    </p:cTn>
                  </p:par>
                  <p:par>
                    <p:cTn id="93" fill="hold" nodeType="clickPar">
                      <p:stCondLst>
                        <p:cond delay="indefinite"/>
                      </p:stCondLst>
                      <p:childTnLst>
                        <p:par>
                          <p:cTn id="94" fill="hold" nodeType="withGroup">
                            <p:stCondLst>
                              <p:cond delay="0"/>
                            </p:stCondLst>
                            <p:childTnLst>
                              <p:par>
                                <p:cTn id="95" presetID="34" presetClass="entr" presetSubtype="0" fill="hold" grpId="0" nodeType="clickEffect">
                                  <p:stCondLst>
                                    <p:cond delay="0"/>
                                  </p:stCondLst>
                                  <p:childTnLst>
                                    <p:set>
                                      <p:cBhvr>
                                        <p:cTn id="96" dur="1" fill="hold">
                                          <p:stCondLst>
                                            <p:cond delay="0"/>
                                          </p:stCondLst>
                                        </p:cTn>
                                        <p:tgtEl>
                                          <p:spTgt spid="31747">
                                            <p:txEl>
                                              <p:pRg st="11" end="11"/>
                                            </p:txEl>
                                          </p:spTgt>
                                        </p:tgtEl>
                                        <p:attrNameLst>
                                          <p:attrName>style.visibility</p:attrName>
                                        </p:attrNameLst>
                                      </p:cBhvr>
                                      <p:to>
                                        <p:strVal val="visible"/>
                                      </p:to>
                                    </p:set>
                                    <p:anim from="(-#ppt_w/2)" to="(#ppt_x)" calcmode="lin" valueType="num">
                                      <p:cBhvr>
                                        <p:cTn id="97" dur="600" fill="hold">
                                          <p:stCondLst>
                                            <p:cond delay="0"/>
                                          </p:stCondLst>
                                        </p:cTn>
                                        <p:tgtEl>
                                          <p:spTgt spid="31747">
                                            <p:txEl>
                                              <p:pRg st="11" end="11"/>
                                            </p:txEl>
                                          </p:spTgt>
                                        </p:tgtEl>
                                        <p:attrNameLst>
                                          <p:attrName>ppt_x</p:attrName>
                                        </p:attrNameLst>
                                      </p:cBhvr>
                                    </p:anim>
                                    <p:anim from="0" to="-1.0" calcmode="lin" valueType="num">
                                      <p:cBhvr>
                                        <p:cTn id="98" dur="200" decel="50000" autoRev="1" fill="hold">
                                          <p:stCondLst>
                                            <p:cond delay="600"/>
                                          </p:stCondLst>
                                        </p:cTn>
                                        <p:tgtEl>
                                          <p:spTgt spid="31747">
                                            <p:txEl>
                                              <p:pRg st="11" end="11"/>
                                            </p:txEl>
                                          </p:spTgt>
                                        </p:tgtEl>
                                        <p:attrNameLst>
                                          <p:attrName>xshear</p:attrName>
                                        </p:attrNameLst>
                                      </p:cBhvr>
                                    </p:anim>
                                    <p:animScale>
                                      <p:cBhvr>
                                        <p:cTn id="99" dur="200" decel="100000" autoRev="1" fill="hold">
                                          <p:stCondLst>
                                            <p:cond delay="600"/>
                                          </p:stCondLst>
                                        </p:cTn>
                                        <p:tgtEl>
                                          <p:spTgt spid="31747">
                                            <p:txEl>
                                              <p:pRg st="11" end="11"/>
                                            </p:txEl>
                                          </p:spTgt>
                                        </p:tgtEl>
                                      </p:cBhvr>
                                      <p:from x="100000" y="100000"/>
                                      <p:to x="80000" y="100000"/>
                                    </p:animScale>
                                    <p:anim by="(#ppt_h/3+#ppt_w*0.1)" calcmode="lin" valueType="num">
                                      <p:cBhvr additive="sum">
                                        <p:cTn id="100" dur="200" decel="100000" autoRev="1" fill="hold">
                                          <p:stCondLst>
                                            <p:cond delay="600"/>
                                          </p:stCondLst>
                                        </p:cTn>
                                        <p:tgtEl>
                                          <p:spTgt spid="31747">
                                            <p:txEl>
                                              <p:pRg st="11" end="11"/>
                                            </p:txEl>
                                          </p:spTgt>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algn="ctr"/>
            <a:r>
              <a:rPr lang="en-US"/>
              <a:t>Queue Applications</a:t>
            </a:r>
          </a:p>
        </p:txBody>
      </p:sp>
      <p:sp>
        <p:nvSpPr>
          <p:cNvPr id="32771" name="Content Placeholder 2"/>
          <p:cNvSpPr>
            <a:spLocks noGrp="1"/>
          </p:cNvSpPr>
          <p:nvPr>
            <p:ph idx="1"/>
          </p:nvPr>
        </p:nvSpPr>
        <p:spPr/>
        <p:txBody>
          <a:bodyPr>
            <a:normAutofit/>
          </a:bodyPr>
          <a:lstStyle/>
          <a:p>
            <a:pPr eaLnBrk="1" hangingPunct="1">
              <a:buFont typeface="Wingdings" panose="05000000000000000000" pitchFamily="2" charset="2"/>
              <a:buChar char="Ø"/>
            </a:pPr>
            <a:r>
              <a:rPr lang="en-US" dirty="0">
                <a:solidFill>
                  <a:schemeClr val="tx1"/>
                </a:solidFill>
              </a:rPr>
              <a:t>Real life examples</a:t>
            </a:r>
          </a:p>
          <a:p>
            <a:pPr lvl="1" eaLnBrk="1" hangingPunct="1">
              <a:buFont typeface="Wingdings" panose="05000000000000000000" pitchFamily="2" charset="2"/>
              <a:buChar char="ü"/>
            </a:pPr>
            <a:r>
              <a:rPr lang="en-US" dirty="0">
                <a:solidFill>
                  <a:schemeClr val="tx1"/>
                </a:solidFill>
              </a:rPr>
              <a:t>Waiting in line</a:t>
            </a:r>
          </a:p>
          <a:p>
            <a:pPr lvl="1" eaLnBrk="1" hangingPunct="1">
              <a:buFont typeface="Wingdings" panose="05000000000000000000" pitchFamily="2" charset="2"/>
              <a:buChar char="ü"/>
            </a:pPr>
            <a:r>
              <a:rPr lang="en-US" dirty="0">
                <a:solidFill>
                  <a:schemeClr val="tx1"/>
                </a:solidFill>
              </a:rPr>
              <a:t>Waiting on hold for tech support</a:t>
            </a:r>
          </a:p>
          <a:p>
            <a:pPr eaLnBrk="1" hangingPunct="1">
              <a:buFont typeface="Wingdings" panose="05000000000000000000" pitchFamily="2" charset="2"/>
              <a:buChar char="Ø"/>
            </a:pPr>
            <a:r>
              <a:rPr lang="en-US" dirty="0">
                <a:solidFill>
                  <a:schemeClr val="tx1"/>
                </a:solidFill>
              </a:rPr>
              <a:t>Applications related to Computer Science</a:t>
            </a:r>
          </a:p>
          <a:p>
            <a:pPr lvl="1" eaLnBrk="1" hangingPunct="1">
              <a:buFont typeface="Wingdings" panose="05000000000000000000" pitchFamily="2" charset="2"/>
              <a:buChar char="ü"/>
            </a:pPr>
            <a:r>
              <a:rPr lang="en-US" dirty="0">
                <a:solidFill>
                  <a:schemeClr val="tx1"/>
                </a:solidFill>
              </a:rPr>
              <a:t>Round robin scheduling</a:t>
            </a:r>
          </a:p>
          <a:p>
            <a:pPr lvl="1" eaLnBrk="1" hangingPunct="1">
              <a:buFont typeface="Wingdings" panose="05000000000000000000" pitchFamily="2" charset="2"/>
              <a:buChar char="ü"/>
            </a:pPr>
            <a:r>
              <a:rPr lang="en-US" dirty="0">
                <a:solidFill>
                  <a:schemeClr val="tx1"/>
                </a:solidFill>
              </a:rPr>
              <a:t>An electronic mailbox is a queue</a:t>
            </a:r>
          </a:p>
          <a:p>
            <a:pPr lvl="1"/>
            <a:r>
              <a:rPr lang="en-US" dirty="0">
                <a:solidFill>
                  <a:schemeClr val="tx1"/>
                </a:solidFill>
              </a:rPr>
              <a:t>The ordering is chronological (by arrival time)</a:t>
            </a:r>
          </a:p>
          <a:p>
            <a:pPr lvl="1" eaLnBrk="1" hangingPunct="1">
              <a:buFont typeface="Wingdings" panose="05000000000000000000" pitchFamily="2" charset="2"/>
              <a:buChar char="ü"/>
            </a:pPr>
            <a:r>
              <a:rPr lang="en-US" dirty="0">
                <a:solidFill>
                  <a:schemeClr val="tx1"/>
                </a:solidFill>
              </a:rPr>
              <a:t>Job scheduling (FIFO Scheduling)</a:t>
            </a:r>
          </a:p>
          <a:p>
            <a:pPr lvl="1" eaLnBrk="1" hangingPunct="1">
              <a:buFont typeface="Wingdings" panose="05000000000000000000" pitchFamily="2" charset="2"/>
              <a:buChar char="ü"/>
            </a:pPr>
            <a:r>
              <a:rPr lang="en-US" dirty="0">
                <a:solidFill>
                  <a:schemeClr val="tx1"/>
                </a:solidFill>
              </a:rPr>
              <a:t>Key board buffer</a:t>
            </a:r>
          </a:p>
          <a:p>
            <a:endParaRPr lang="en-US" dirty="0">
              <a:solidFill>
                <a:schemeClr val="tx1"/>
              </a:solidFill>
            </a:endParaRPr>
          </a:p>
        </p:txBody>
      </p:sp>
      <p:sp>
        <p:nvSpPr>
          <p:cNvPr id="4" name="Date Placeholder 3"/>
          <p:cNvSpPr>
            <a:spLocks noGrp="1"/>
          </p:cNvSpPr>
          <p:nvPr>
            <p:ph type="dt" sz="quarter" idx="10"/>
          </p:nvPr>
        </p:nvSpPr>
        <p:spPr/>
        <p:txBody>
          <a:bodyPr/>
          <a:lstStyle/>
          <a:p>
            <a:pPr>
              <a:defRPr/>
            </a:pPr>
            <a:fld id="{FD53DC3E-3343-44EF-95ED-EB7B2AACB77A}" type="datetime1">
              <a:rPr lang="en-US" smtClean="0"/>
              <a:pPr>
                <a:defRPr/>
              </a:pPr>
              <a:t>9/30/2024</a:t>
            </a:fld>
            <a:endParaRPr lang="en-IN"/>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EBDA192-F9C4-44C1-9836-5409C447EB17}" type="slidenum">
              <a:rPr lang="en-IN">
                <a:solidFill>
                  <a:srgbClr val="045C75"/>
                </a:solidFill>
                <a:latin typeface="Constantia" panose="02030602050306030303" pitchFamily="18" charset="0"/>
              </a:rPr>
              <a:pPr eaLnBrk="1" hangingPunct="1"/>
              <a:t>64</a:t>
            </a:fld>
            <a:endParaRPr lang="en-IN">
              <a:solidFill>
                <a:srgbClr val="045C75"/>
              </a:solidFill>
              <a:latin typeface="Constantia" panose="02030602050306030303" pitchFamily="18" charset="0"/>
            </a:endParaRPr>
          </a:p>
        </p:txBody>
      </p:sp>
      <p:sp>
        <p:nvSpPr>
          <p:cNvPr id="6" name="Footer Placeholder 5"/>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16945838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 calcmode="lin" valueType="num">
                                      <p:cBhvr additive="base">
                                        <p:cTn id="7" dur="500" fill="hold"/>
                                        <p:tgtEl>
                                          <p:spTgt spid="327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7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2771">
                                            <p:txEl>
                                              <p:pRg st="1" end="1"/>
                                            </p:txEl>
                                          </p:spTgt>
                                        </p:tgtEl>
                                        <p:attrNameLst>
                                          <p:attrName>style.visibility</p:attrName>
                                        </p:attrNameLst>
                                      </p:cBhvr>
                                      <p:to>
                                        <p:strVal val="visible"/>
                                      </p:to>
                                    </p:set>
                                    <p:anim calcmode="lin" valueType="num">
                                      <p:cBhvr additive="base">
                                        <p:cTn id="13" dur="500" fill="hold"/>
                                        <p:tgtEl>
                                          <p:spTgt spid="3277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27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2771">
                                            <p:txEl>
                                              <p:pRg st="2" end="2"/>
                                            </p:txEl>
                                          </p:spTgt>
                                        </p:tgtEl>
                                        <p:attrNameLst>
                                          <p:attrName>style.visibility</p:attrName>
                                        </p:attrNameLst>
                                      </p:cBhvr>
                                      <p:to>
                                        <p:strVal val="visible"/>
                                      </p:to>
                                    </p:set>
                                    <p:anim calcmode="lin" valueType="num">
                                      <p:cBhvr additive="base">
                                        <p:cTn id="19" dur="500" fill="hold"/>
                                        <p:tgtEl>
                                          <p:spTgt spid="3277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27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34" presetClass="entr" presetSubtype="0" fill="hold" nodeType="clickEffect">
                                  <p:stCondLst>
                                    <p:cond delay="0"/>
                                  </p:stCondLst>
                                  <p:childTnLst>
                                    <p:set>
                                      <p:cBhvr>
                                        <p:cTn id="24" dur="1" fill="hold">
                                          <p:stCondLst>
                                            <p:cond delay="0"/>
                                          </p:stCondLst>
                                        </p:cTn>
                                        <p:tgtEl>
                                          <p:spTgt spid="32771">
                                            <p:txEl>
                                              <p:pRg st="3" end="3"/>
                                            </p:txEl>
                                          </p:spTgt>
                                        </p:tgtEl>
                                        <p:attrNameLst>
                                          <p:attrName>style.visibility</p:attrName>
                                        </p:attrNameLst>
                                      </p:cBhvr>
                                      <p:to>
                                        <p:strVal val="visible"/>
                                      </p:to>
                                    </p:set>
                                    <p:anim from="(-#ppt_w/2)" to="(#ppt_x)" calcmode="lin" valueType="num">
                                      <p:cBhvr>
                                        <p:cTn id="25" dur="600" fill="hold">
                                          <p:stCondLst>
                                            <p:cond delay="0"/>
                                          </p:stCondLst>
                                        </p:cTn>
                                        <p:tgtEl>
                                          <p:spTgt spid="32771">
                                            <p:txEl>
                                              <p:pRg st="3" end="3"/>
                                            </p:txEl>
                                          </p:spTgt>
                                        </p:tgtEl>
                                        <p:attrNameLst>
                                          <p:attrName>ppt_x</p:attrName>
                                        </p:attrNameLst>
                                      </p:cBhvr>
                                    </p:anim>
                                    <p:anim from="0" to="-1.0" calcmode="lin" valueType="num">
                                      <p:cBhvr>
                                        <p:cTn id="26" dur="200" decel="50000" autoRev="1" fill="hold">
                                          <p:stCondLst>
                                            <p:cond delay="600"/>
                                          </p:stCondLst>
                                        </p:cTn>
                                        <p:tgtEl>
                                          <p:spTgt spid="32771">
                                            <p:txEl>
                                              <p:pRg st="3" end="3"/>
                                            </p:txEl>
                                          </p:spTgt>
                                        </p:tgtEl>
                                        <p:attrNameLst>
                                          <p:attrName>xshear</p:attrName>
                                        </p:attrNameLst>
                                      </p:cBhvr>
                                    </p:anim>
                                    <p:animScale>
                                      <p:cBhvr>
                                        <p:cTn id="27" dur="200" decel="100000" autoRev="1" fill="hold">
                                          <p:stCondLst>
                                            <p:cond delay="600"/>
                                          </p:stCondLst>
                                        </p:cTn>
                                        <p:tgtEl>
                                          <p:spTgt spid="32771">
                                            <p:txEl>
                                              <p:pRg st="3" end="3"/>
                                            </p:txEl>
                                          </p:spTgt>
                                        </p:tgtEl>
                                      </p:cBhvr>
                                      <p:from x="100000" y="100000"/>
                                      <p:to x="80000" y="100000"/>
                                    </p:animScale>
                                    <p:anim by="(#ppt_h/3+#ppt_w*0.1)" calcmode="lin" valueType="num">
                                      <p:cBhvr additive="sum">
                                        <p:cTn id="28" dur="200" decel="100000" autoRev="1" fill="hold">
                                          <p:stCondLst>
                                            <p:cond delay="600"/>
                                          </p:stCondLst>
                                        </p:cTn>
                                        <p:tgtEl>
                                          <p:spTgt spid="32771">
                                            <p:txEl>
                                              <p:pRg st="3" end="3"/>
                                            </p:txEl>
                                          </p:spTgt>
                                        </p:tgtEl>
                                        <p:attrNameLst>
                                          <p:attrName>ppt_x</p:attrName>
                                        </p:attrNameLst>
                                      </p:cBhvr>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34" presetClass="entr" presetSubtype="0" fill="hold" nodeType="clickEffect">
                                  <p:stCondLst>
                                    <p:cond delay="0"/>
                                  </p:stCondLst>
                                  <p:childTnLst>
                                    <p:set>
                                      <p:cBhvr>
                                        <p:cTn id="32" dur="1" fill="hold">
                                          <p:stCondLst>
                                            <p:cond delay="0"/>
                                          </p:stCondLst>
                                        </p:cTn>
                                        <p:tgtEl>
                                          <p:spTgt spid="32771">
                                            <p:txEl>
                                              <p:pRg st="4" end="4"/>
                                            </p:txEl>
                                          </p:spTgt>
                                        </p:tgtEl>
                                        <p:attrNameLst>
                                          <p:attrName>style.visibility</p:attrName>
                                        </p:attrNameLst>
                                      </p:cBhvr>
                                      <p:to>
                                        <p:strVal val="visible"/>
                                      </p:to>
                                    </p:set>
                                    <p:anim from="(-#ppt_w/2)" to="(#ppt_x)" calcmode="lin" valueType="num">
                                      <p:cBhvr>
                                        <p:cTn id="33" dur="600" fill="hold">
                                          <p:stCondLst>
                                            <p:cond delay="0"/>
                                          </p:stCondLst>
                                        </p:cTn>
                                        <p:tgtEl>
                                          <p:spTgt spid="32771">
                                            <p:txEl>
                                              <p:pRg st="4" end="4"/>
                                            </p:txEl>
                                          </p:spTgt>
                                        </p:tgtEl>
                                        <p:attrNameLst>
                                          <p:attrName>ppt_x</p:attrName>
                                        </p:attrNameLst>
                                      </p:cBhvr>
                                    </p:anim>
                                    <p:anim from="0" to="-1.0" calcmode="lin" valueType="num">
                                      <p:cBhvr>
                                        <p:cTn id="34" dur="200" decel="50000" autoRev="1" fill="hold">
                                          <p:stCondLst>
                                            <p:cond delay="600"/>
                                          </p:stCondLst>
                                        </p:cTn>
                                        <p:tgtEl>
                                          <p:spTgt spid="32771">
                                            <p:txEl>
                                              <p:pRg st="4" end="4"/>
                                            </p:txEl>
                                          </p:spTgt>
                                        </p:tgtEl>
                                        <p:attrNameLst>
                                          <p:attrName>xshear</p:attrName>
                                        </p:attrNameLst>
                                      </p:cBhvr>
                                    </p:anim>
                                    <p:animScale>
                                      <p:cBhvr>
                                        <p:cTn id="35" dur="200" decel="100000" autoRev="1" fill="hold">
                                          <p:stCondLst>
                                            <p:cond delay="600"/>
                                          </p:stCondLst>
                                        </p:cTn>
                                        <p:tgtEl>
                                          <p:spTgt spid="32771">
                                            <p:txEl>
                                              <p:pRg st="4" end="4"/>
                                            </p:txEl>
                                          </p:spTgt>
                                        </p:tgtEl>
                                      </p:cBhvr>
                                      <p:from x="100000" y="100000"/>
                                      <p:to x="80000" y="100000"/>
                                    </p:animScale>
                                    <p:anim by="(#ppt_h/3+#ppt_w*0.1)" calcmode="lin" valueType="num">
                                      <p:cBhvr additive="sum">
                                        <p:cTn id="36" dur="200" decel="100000" autoRev="1" fill="hold">
                                          <p:stCondLst>
                                            <p:cond delay="600"/>
                                          </p:stCondLst>
                                        </p:cTn>
                                        <p:tgtEl>
                                          <p:spTgt spid="32771">
                                            <p:txEl>
                                              <p:pRg st="4" end="4"/>
                                            </p:txEl>
                                          </p:spTgt>
                                        </p:tgtEl>
                                        <p:attrNameLst>
                                          <p:attrName>ppt_x</p:attrName>
                                        </p:attrNameLst>
                                      </p:cBhvr>
                                    </p:anim>
                                  </p:childTnLst>
                                </p:cTn>
                              </p:par>
                            </p:childTnLst>
                          </p:cTn>
                        </p:par>
                      </p:childTnLst>
                    </p:cTn>
                  </p:par>
                  <p:par>
                    <p:cTn id="37" fill="hold">
                      <p:stCondLst>
                        <p:cond delay="indefinite"/>
                      </p:stCondLst>
                      <p:childTnLst>
                        <p:par>
                          <p:cTn id="38" fill="hold">
                            <p:stCondLst>
                              <p:cond delay="0"/>
                            </p:stCondLst>
                            <p:childTnLst>
                              <p:par>
                                <p:cTn id="39" presetID="34" presetClass="entr" presetSubtype="0" fill="hold" nodeType="clickEffect">
                                  <p:stCondLst>
                                    <p:cond delay="0"/>
                                  </p:stCondLst>
                                  <p:childTnLst>
                                    <p:set>
                                      <p:cBhvr>
                                        <p:cTn id="40" dur="1" fill="hold">
                                          <p:stCondLst>
                                            <p:cond delay="0"/>
                                          </p:stCondLst>
                                        </p:cTn>
                                        <p:tgtEl>
                                          <p:spTgt spid="32771">
                                            <p:txEl>
                                              <p:pRg st="5" end="5"/>
                                            </p:txEl>
                                          </p:spTgt>
                                        </p:tgtEl>
                                        <p:attrNameLst>
                                          <p:attrName>style.visibility</p:attrName>
                                        </p:attrNameLst>
                                      </p:cBhvr>
                                      <p:to>
                                        <p:strVal val="visible"/>
                                      </p:to>
                                    </p:set>
                                    <p:anim from="(-#ppt_w/2)" to="(#ppt_x)" calcmode="lin" valueType="num">
                                      <p:cBhvr>
                                        <p:cTn id="41" dur="600" fill="hold">
                                          <p:stCondLst>
                                            <p:cond delay="0"/>
                                          </p:stCondLst>
                                        </p:cTn>
                                        <p:tgtEl>
                                          <p:spTgt spid="32771">
                                            <p:txEl>
                                              <p:pRg st="5" end="5"/>
                                            </p:txEl>
                                          </p:spTgt>
                                        </p:tgtEl>
                                        <p:attrNameLst>
                                          <p:attrName>ppt_x</p:attrName>
                                        </p:attrNameLst>
                                      </p:cBhvr>
                                    </p:anim>
                                    <p:anim from="0" to="-1.0" calcmode="lin" valueType="num">
                                      <p:cBhvr>
                                        <p:cTn id="42" dur="200" decel="50000" autoRev="1" fill="hold">
                                          <p:stCondLst>
                                            <p:cond delay="600"/>
                                          </p:stCondLst>
                                        </p:cTn>
                                        <p:tgtEl>
                                          <p:spTgt spid="32771">
                                            <p:txEl>
                                              <p:pRg st="5" end="5"/>
                                            </p:txEl>
                                          </p:spTgt>
                                        </p:tgtEl>
                                        <p:attrNameLst>
                                          <p:attrName>xshear</p:attrName>
                                        </p:attrNameLst>
                                      </p:cBhvr>
                                    </p:anim>
                                    <p:animScale>
                                      <p:cBhvr>
                                        <p:cTn id="43" dur="200" decel="100000" autoRev="1" fill="hold">
                                          <p:stCondLst>
                                            <p:cond delay="600"/>
                                          </p:stCondLst>
                                        </p:cTn>
                                        <p:tgtEl>
                                          <p:spTgt spid="32771">
                                            <p:txEl>
                                              <p:pRg st="5" end="5"/>
                                            </p:txEl>
                                          </p:spTgt>
                                        </p:tgtEl>
                                      </p:cBhvr>
                                      <p:from x="100000" y="100000"/>
                                      <p:to x="80000" y="100000"/>
                                    </p:animScale>
                                    <p:anim by="(#ppt_h/3+#ppt_w*0.1)" calcmode="lin" valueType="num">
                                      <p:cBhvr additive="sum">
                                        <p:cTn id="44" dur="200" decel="100000" autoRev="1" fill="hold">
                                          <p:stCondLst>
                                            <p:cond delay="600"/>
                                          </p:stCondLst>
                                        </p:cTn>
                                        <p:tgtEl>
                                          <p:spTgt spid="32771">
                                            <p:txEl>
                                              <p:pRg st="5" end="5"/>
                                            </p:txEl>
                                          </p:spTgt>
                                        </p:tgtEl>
                                        <p:attrNameLst>
                                          <p:attrName>ppt_x</p:attrName>
                                        </p:attrNameLst>
                                      </p:cBhvr>
                                    </p:anim>
                                  </p:childTnLst>
                                </p:cTn>
                              </p:par>
                            </p:childTnLst>
                          </p:cTn>
                        </p:par>
                      </p:childTnLst>
                    </p:cTn>
                  </p:par>
                  <p:par>
                    <p:cTn id="45" fill="hold">
                      <p:stCondLst>
                        <p:cond delay="indefinite"/>
                      </p:stCondLst>
                      <p:childTnLst>
                        <p:par>
                          <p:cTn id="46" fill="hold">
                            <p:stCondLst>
                              <p:cond delay="0"/>
                            </p:stCondLst>
                            <p:childTnLst>
                              <p:par>
                                <p:cTn id="47" presetID="34" presetClass="entr" presetSubtype="0" fill="hold" nodeType="clickEffect">
                                  <p:stCondLst>
                                    <p:cond delay="0"/>
                                  </p:stCondLst>
                                  <p:childTnLst>
                                    <p:set>
                                      <p:cBhvr>
                                        <p:cTn id="48" dur="1" fill="hold">
                                          <p:stCondLst>
                                            <p:cond delay="0"/>
                                          </p:stCondLst>
                                        </p:cTn>
                                        <p:tgtEl>
                                          <p:spTgt spid="32771">
                                            <p:txEl>
                                              <p:pRg st="6" end="6"/>
                                            </p:txEl>
                                          </p:spTgt>
                                        </p:tgtEl>
                                        <p:attrNameLst>
                                          <p:attrName>style.visibility</p:attrName>
                                        </p:attrNameLst>
                                      </p:cBhvr>
                                      <p:to>
                                        <p:strVal val="visible"/>
                                      </p:to>
                                    </p:set>
                                    <p:anim from="(-#ppt_w/2)" to="(#ppt_x)" calcmode="lin" valueType="num">
                                      <p:cBhvr>
                                        <p:cTn id="49" dur="600" fill="hold">
                                          <p:stCondLst>
                                            <p:cond delay="0"/>
                                          </p:stCondLst>
                                        </p:cTn>
                                        <p:tgtEl>
                                          <p:spTgt spid="32771">
                                            <p:txEl>
                                              <p:pRg st="6" end="6"/>
                                            </p:txEl>
                                          </p:spTgt>
                                        </p:tgtEl>
                                        <p:attrNameLst>
                                          <p:attrName>ppt_x</p:attrName>
                                        </p:attrNameLst>
                                      </p:cBhvr>
                                    </p:anim>
                                    <p:anim from="0" to="-1.0" calcmode="lin" valueType="num">
                                      <p:cBhvr>
                                        <p:cTn id="50" dur="200" decel="50000" autoRev="1" fill="hold">
                                          <p:stCondLst>
                                            <p:cond delay="600"/>
                                          </p:stCondLst>
                                        </p:cTn>
                                        <p:tgtEl>
                                          <p:spTgt spid="32771">
                                            <p:txEl>
                                              <p:pRg st="6" end="6"/>
                                            </p:txEl>
                                          </p:spTgt>
                                        </p:tgtEl>
                                        <p:attrNameLst>
                                          <p:attrName>xshear</p:attrName>
                                        </p:attrNameLst>
                                      </p:cBhvr>
                                    </p:anim>
                                    <p:animScale>
                                      <p:cBhvr>
                                        <p:cTn id="51" dur="200" decel="100000" autoRev="1" fill="hold">
                                          <p:stCondLst>
                                            <p:cond delay="600"/>
                                          </p:stCondLst>
                                        </p:cTn>
                                        <p:tgtEl>
                                          <p:spTgt spid="32771">
                                            <p:txEl>
                                              <p:pRg st="6" end="6"/>
                                            </p:txEl>
                                          </p:spTgt>
                                        </p:tgtEl>
                                      </p:cBhvr>
                                      <p:from x="100000" y="100000"/>
                                      <p:to x="80000" y="100000"/>
                                    </p:animScale>
                                    <p:anim by="(#ppt_h/3+#ppt_w*0.1)" calcmode="lin" valueType="num">
                                      <p:cBhvr additive="sum">
                                        <p:cTn id="52" dur="200" decel="100000" autoRev="1" fill="hold">
                                          <p:stCondLst>
                                            <p:cond delay="600"/>
                                          </p:stCondLst>
                                        </p:cTn>
                                        <p:tgtEl>
                                          <p:spTgt spid="32771">
                                            <p:txEl>
                                              <p:pRg st="6" end="6"/>
                                            </p:txEl>
                                          </p:spTgt>
                                        </p:tgtEl>
                                        <p:attrNameLst>
                                          <p:attrName>ppt_x</p:attrName>
                                        </p:attrNameLst>
                                      </p:cBhvr>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34" presetClass="entr" presetSubtype="0" fill="hold" nodeType="clickEffect">
                                  <p:stCondLst>
                                    <p:cond delay="0"/>
                                  </p:stCondLst>
                                  <p:childTnLst>
                                    <p:set>
                                      <p:cBhvr>
                                        <p:cTn id="56" dur="1" fill="hold">
                                          <p:stCondLst>
                                            <p:cond delay="0"/>
                                          </p:stCondLst>
                                        </p:cTn>
                                        <p:tgtEl>
                                          <p:spTgt spid="32771">
                                            <p:txEl>
                                              <p:pRg st="7" end="7"/>
                                            </p:txEl>
                                          </p:spTgt>
                                        </p:tgtEl>
                                        <p:attrNameLst>
                                          <p:attrName>style.visibility</p:attrName>
                                        </p:attrNameLst>
                                      </p:cBhvr>
                                      <p:to>
                                        <p:strVal val="visible"/>
                                      </p:to>
                                    </p:set>
                                    <p:anim from="(-#ppt_w/2)" to="(#ppt_x)" calcmode="lin" valueType="num">
                                      <p:cBhvr>
                                        <p:cTn id="57" dur="600" fill="hold">
                                          <p:stCondLst>
                                            <p:cond delay="0"/>
                                          </p:stCondLst>
                                        </p:cTn>
                                        <p:tgtEl>
                                          <p:spTgt spid="32771">
                                            <p:txEl>
                                              <p:pRg st="7" end="7"/>
                                            </p:txEl>
                                          </p:spTgt>
                                        </p:tgtEl>
                                        <p:attrNameLst>
                                          <p:attrName>ppt_x</p:attrName>
                                        </p:attrNameLst>
                                      </p:cBhvr>
                                    </p:anim>
                                    <p:anim from="0" to="-1.0" calcmode="lin" valueType="num">
                                      <p:cBhvr>
                                        <p:cTn id="58" dur="200" decel="50000" autoRev="1" fill="hold">
                                          <p:stCondLst>
                                            <p:cond delay="600"/>
                                          </p:stCondLst>
                                        </p:cTn>
                                        <p:tgtEl>
                                          <p:spTgt spid="32771">
                                            <p:txEl>
                                              <p:pRg st="7" end="7"/>
                                            </p:txEl>
                                          </p:spTgt>
                                        </p:tgtEl>
                                        <p:attrNameLst>
                                          <p:attrName>xshear</p:attrName>
                                        </p:attrNameLst>
                                      </p:cBhvr>
                                    </p:anim>
                                    <p:animScale>
                                      <p:cBhvr>
                                        <p:cTn id="59" dur="200" decel="100000" autoRev="1" fill="hold">
                                          <p:stCondLst>
                                            <p:cond delay="600"/>
                                          </p:stCondLst>
                                        </p:cTn>
                                        <p:tgtEl>
                                          <p:spTgt spid="32771">
                                            <p:txEl>
                                              <p:pRg st="7" end="7"/>
                                            </p:txEl>
                                          </p:spTgt>
                                        </p:tgtEl>
                                      </p:cBhvr>
                                      <p:from x="100000" y="100000"/>
                                      <p:to x="80000" y="100000"/>
                                    </p:animScale>
                                    <p:anim by="(#ppt_h/3+#ppt_w*0.1)" calcmode="lin" valueType="num">
                                      <p:cBhvr additive="sum">
                                        <p:cTn id="60" dur="200" decel="100000" autoRev="1" fill="hold">
                                          <p:stCondLst>
                                            <p:cond delay="600"/>
                                          </p:stCondLst>
                                        </p:cTn>
                                        <p:tgtEl>
                                          <p:spTgt spid="32771">
                                            <p:txEl>
                                              <p:pRg st="7" end="7"/>
                                            </p:txEl>
                                          </p:spTgt>
                                        </p:tgtEl>
                                        <p:attrNameLst>
                                          <p:attrName>ppt_x</p:attrName>
                                        </p:attrNameLst>
                                      </p:cBhvr>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34" presetClass="entr" presetSubtype="0" fill="hold" nodeType="clickEffect">
                                  <p:stCondLst>
                                    <p:cond delay="0"/>
                                  </p:stCondLst>
                                  <p:childTnLst>
                                    <p:set>
                                      <p:cBhvr>
                                        <p:cTn id="64" dur="1" fill="hold">
                                          <p:stCondLst>
                                            <p:cond delay="0"/>
                                          </p:stCondLst>
                                        </p:cTn>
                                        <p:tgtEl>
                                          <p:spTgt spid="32771">
                                            <p:txEl>
                                              <p:pRg st="8" end="8"/>
                                            </p:txEl>
                                          </p:spTgt>
                                        </p:tgtEl>
                                        <p:attrNameLst>
                                          <p:attrName>style.visibility</p:attrName>
                                        </p:attrNameLst>
                                      </p:cBhvr>
                                      <p:to>
                                        <p:strVal val="visible"/>
                                      </p:to>
                                    </p:set>
                                    <p:anim from="(-#ppt_w/2)" to="(#ppt_x)" calcmode="lin" valueType="num">
                                      <p:cBhvr>
                                        <p:cTn id="65" dur="600" fill="hold">
                                          <p:stCondLst>
                                            <p:cond delay="0"/>
                                          </p:stCondLst>
                                        </p:cTn>
                                        <p:tgtEl>
                                          <p:spTgt spid="32771">
                                            <p:txEl>
                                              <p:pRg st="8" end="8"/>
                                            </p:txEl>
                                          </p:spTgt>
                                        </p:tgtEl>
                                        <p:attrNameLst>
                                          <p:attrName>ppt_x</p:attrName>
                                        </p:attrNameLst>
                                      </p:cBhvr>
                                    </p:anim>
                                    <p:anim from="0" to="-1.0" calcmode="lin" valueType="num">
                                      <p:cBhvr>
                                        <p:cTn id="66" dur="200" decel="50000" autoRev="1" fill="hold">
                                          <p:stCondLst>
                                            <p:cond delay="600"/>
                                          </p:stCondLst>
                                        </p:cTn>
                                        <p:tgtEl>
                                          <p:spTgt spid="32771">
                                            <p:txEl>
                                              <p:pRg st="8" end="8"/>
                                            </p:txEl>
                                          </p:spTgt>
                                        </p:tgtEl>
                                        <p:attrNameLst>
                                          <p:attrName>xshear</p:attrName>
                                        </p:attrNameLst>
                                      </p:cBhvr>
                                    </p:anim>
                                    <p:animScale>
                                      <p:cBhvr>
                                        <p:cTn id="67" dur="200" decel="100000" autoRev="1" fill="hold">
                                          <p:stCondLst>
                                            <p:cond delay="600"/>
                                          </p:stCondLst>
                                        </p:cTn>
                                        <p:tgtEl>
                                          <p:spTgt spid="32771">
                                            <p:txEl>
                                              <p:pRg st="8" end="8"/>
                                            </p:txEl>
                                          </p:spTgt>
                                        </p:tgtEl>
                                      </p:cBhvr>
                                      <p:from x="100000" y="100000"/>
                                      <p:to x="80000" y="100000"/>
                                    </p:animScale>
                                    <p:anim by="(#ppt_h/3+#ppt_w*0.1)" calcmode="lin" valueType="num">
                                      <p:cBhvr additive="sum">
                                        <p:cTn id="68" dur="200" decel="100000" autoRev="1" fill="hold">
                                          <p:stCondLst>
                                            <p:cond delay="600"/>
                                          </p:stCondLst>
                                        </p:cTn>
                                        <p:tgtEl>
                                          <p:spTgt spid="32771">
                                            <p:txEl>
                                              <p:pRg st="8" end="8"/>
                                            </p:txEl>
                                          </p:spTgt>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2057401" y="2819401"/>
            <a:ext cx="8228013" cy="1141413"/>
          </a:xfrm>
        </p:spPr>
        <p:txBody>
          <a:bodyPr/>
          <a:lstStyle/>
          <a:p>
            <a:pPr algn="ctr"/>
            <a:r>
              <a:rPr lang="en-US" sz="6000"/>
              <a:t>Priority Queue</a:t>
            </a:r>
          </a:p>
        </p:txBody>
      </p:sp>
      <p:sp>
        <p:nvSpPr>
          <p:cNvPr id="3" name="Date Placeholder 2"/>
          <p:cNvSpPr>
            <a:spLocks noGrp="1"/>
          </p:cNvSpPr>
          <p:nvPr>
            <p:ph type="dt" sz="quarter" idx="10"/>
          </p:nvPr>
        </p:nvSpPr>
        <p:spPr/>
        <p:txBody>
          <a:bodyPr/>
          <a:lstStyle/>
          <a:p>
            <a:pPr>
              <a:defRPr/>
            </a:pPr>
            <a:fld id="{3B33B9E8-D350-4F0C-8E1C-33598B88FE98}" type="datetime1">
              <a:rPr lang="en-US" smtClean="0"/>
              <a:pPr>
                <a:defRPr/>
              </a:pPr>
              <a:t>9/30/2024</a:t>
            </a:fld>
            <a:endParaRPr lang="en-IN"/>
          </a:p>
        </p:txBody>
      </p:sp>
      <p:sp>
        <p:nvSpPr>
          <p:cNvPr id="4" name="Slide Number Placeholder 3"/>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86215FB-FCE6-47D3-B654-97870C78FAB6}" type="slidenum">
              <a:rPr lang="en-IN">
                <a:solidFill>
                  <a:srgbClr val="045C75"/>
                </a:solidFill>
                <a:latin typeface="Constantia" panose="02030602050306030303" pitchFamily="18" charset="0"/>
              </a:rPr>
              <a:pPr eaLnBrk="1" hangingPunct="1"/>
              <a:t>65</a:t>
            </a:fld>
            <a:endParaRPr lang="en-IN">
              <a:solidFill>
                <a:srgbClr val="045C75"/>
              </a:solidFill>
              <a:latin typeface="Constantia" panose="02030602050306030303" pitchFamily="18" charset="0"/>
            </a:endParaRPr>
          </a:p>
        </p:txBody>
      </p:sp>
      <p:sp>
        <p:nvSpPr>
          <p:cNvPr id="5" name="Footer Placeholder 4"/>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29975962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a:xfrm>
            <a:off x="1633539" y="620713"/>
            <a:ext cx="8999537" cy="487362"/>
          </a:xfrm>
        </p:spPr>
        <p:txBody>
          <a:bodyPr vert="horz" lIns="50800" tIns="50800" rIns="50800" bIns="50800" rtlCol="0" anchor="ctr">
            <a:normAutofit fontScale="90000"/>
          </a:bodyPr>
          <a:lstStyle/>
          <a:p>
            <a:pPr algn="ctr"/>
            <a:r>
              <a:rPr lang="en-US">
                <a:latin typeface="Book Antiqua" panose="02040602050305030304" pitchFamily="18" charset="0"/>
              </a:rPr>
              <a:t>Priority Queue</a:t>
            </a:r>
          </a:p>
        </p:txBody>
      </p:sp>
      <p:sp>
        <p:nvSpPr>
          <p:cNvPr id="34819" name="Rectangle 3"/>
          <p:cNvSpPr>
            <a:spLocks noGrp="1"/>
          </p:cNvSpPr>
          <p:nvPr>
            <p:ph type="body" idx="1"/>
          </p:nvPr>
        </p:nvSpPr>
        <p:spPr>
          <a:xfrm>
            <a:off x="1885951" y="1268413"/>
            <a:ext cx="8602663" cy="5518150"/>
          </a:xfrm>
        </p:spPr>
        <p:txBody>
          <a:bodyPr vert="horz" lIns="50800" tIns="50800" rIns="50800" bIns="50800" rtlCol="0">
            <a:normAutofit/>
          </a:bodyPr>
          <a:lstStyle/>
          <a:p>
            <a:pPr marL="222250" indent="-222250" algn="just">
              <a:lnSpc>
                <a:spcPct val="60000"/>
              </a:lnSpc>
              <a:buClr>
                <a:srgbClr val="FFFFFF"/>
              </a:buClr>
              <a:buNone/>
            </a:pPr>
            <a:r>
              <a:rPr lang="en-US" sz="2400">
                <a:solidFill>
                  <a:srgbClr val="000000"/>
                </a:solidFill>
                <a:latin typeface="Times New Roman" panose="02020603050405020304" pitchFamily="18" charset="0"/>
                <a:cs typeface="Times New Roman" panose="02020603050405020304" pitchFamily="18" charset="0"/>
              </a:rPr>
              <a:t>A Priority Queue – a different kind of queue.</a:t>
            </a:r>
          </a:p>
          <a:p>
            <a:pPr marL="222250" indent="-222250" algn="just">
              <a:lnSpc>
                <a:spcPct val="60000"/>
              </a:lnSpc>
              <a:buClr>
                <a:srgbClr val="FFFFFF"/>
              </a:buClr>
              <a:buNone/>
            </a:pPr>
            <a:r>
              <a:rPr lang="en-US" sz="2400">
                <a:solidFill>
                  <a:srgbClr val="000000"/>
                </a:solidFill>
                <a:latin typeface="Times New Roman" panose="02020603050405020304" pitchFamily="18" charset="0"/>
                <a:cs typeface="Times New Roman" panose="02020603050405020304" pitchFamily="18" charset="0"/>
              </a:rPr>
              <a:t>Similar to a regular queue:  </a:t>
            </a:r>
          </a:p>
          <a:p>
            <a:pPr marL="749300" lvl="1" indent="-293688" algn="just">
              <a:lnSpc>
                <a:spcPct val="70000"/>
              </a:lnSpc>
              <a:spcBef>
                <a:spcPts val="800"/>
              </a:spcBef>
              <a:buClr>
                <a:srgbClr val="FFFFFF"/>
              </a:buClr>
              <a:buFont typeface="Wingdings" panose="05000000000000000000" pitchFamily="2" charset="2"/>
              <a:buChar char="Ø"/>
            </a:pPr>
            <a:r>
              <a:rPr lang="en-US">
                <a:solidFill>
                  <a:srgbClr val="FF0000"/>
                </a:solidFill>
                <a:latin typeface="Times New Roman" panose="02020603050405020304" pitchFamily="18" charset="0"/>
                <a:cs typeface="Times New Roman" panose="02020603050405020304" pitchFamily="18" charset="0"/>
              </a:rPr>
              <a:t>insert to rear </a:t>
            </a:r>
          </a:p>
          <a:p>
            <a:pPr marL="749300" lvl="1" indent="-293688" algn="just">
              <a:lnSpc>
                <a:spcPct val="70000"/>
              </a:lnSpc>
              <a:spcBef>
                <a:spcPts val="800"/>
              </a:spcBef>
              <a:buClr>
                <a:srgbClr val="FFFFFF"/>
              </a:buClr>
              <a:buFont typeface="Wingdings" panose="05000000000000000000" pitchFamily="2" charset="2"/>
              <a:buChar char="Ø"/>
            </a:pPr>
            <a:r>
              <a:rPr lang="en-US">
                <a:solidFill>
                  <a:srgbClr val="FF0000"/>
                </a:solidFill>
                <a:latin typeface="Times New Roman" panose="02020603050405020304" pitchFamily="18" charset="0"/>
                <a:cs typeface="Times New Roman" panose="02020603050405020304" pitchFamily="18" charset="0"/>
              </a:rPr>
              <a:t>Delete  from front </a:t>
            </a:r>
          </a:p>
          <a:p>
            <a:pPr marL="749300" lvl="1" indent="-293688" algn="just">
              <a:lnSpc>
                <a:spcPct val="70000"/>
              </a:lnSpc>
              <a:spcBef>
                <a:spcPts val="800"/>
              </a:spcBef>
              <a:buClr>
                <a:srgbClr val="FFFFFF"/>
              </a:buClr>
              <a:buNone/>
            </a:pPr>
            <a:r>
              <a:rPr lang="en-US">
                <a:solidFill>
                  <a:srgbClr val="FF0000"/>
                </a:solidFill>
                <a:latin typeface="Times New Roman" panose="02020603050405020304" pitchFamily="18" charset="0"/>
                <a:cs typeface="Times New Roman" panose="02020603050405020304" pitchFamily="18" charset="0"/>
              </a:rPr>
              <a:t>But</a:t>
            </a:r>
            <a:endParaRPr lang="en-US">
              <a:solidFill>
                <a:srgbClr val="000000"/>
              </a:solidFill>
              <a:latin typeface="Times New Roman" panose="02020603050405020304" pitchFamily="18" charset="0"/>
              <a:cs typeface="Times New Roman" panose="02020603050405020304" pitchFamily="18" charset="0"/>
            </a:endParaRPr>
          </a:p>
          <a:p>
            <a:pPr marL="222250" indent="-222250" algn="just">
              <a:lnSpc>
                <a:spcPct val="60000"/>
              </a:lnSpc>
              <a:buClr>
                <a:srgbClr val="FFFFFF"/>
              </a:buClr>
              <a:buNone/>
            </a:pPr>
            <a:r>
              <a:rPr lang="en-US" sz="2400">
                <a:solidFill>
                  <a:srgbClr val="000000"/>
                </a:solidFill>
                <a:latin typeface="Times New Roman" panose="02020603050405020304" pitchFamily="18" charset="0"/>
                <a:cs typeface="Times New Roman" panose="02020603050405020304" pitchFamily="18" charset="0"/>
              </a:rPr>
              <a:t>Elements in priority queue are </a:t>
            </a:r>
            <a:r>
              <a:rPr lang="en-US" sz="2400" b="1">
                <a:solidFill>
                  <a:schemeClr val="tx2"/>
                </a:solidFill>
                <a:latin typeface="Times New Roman" panose="02020603050405020304" pitchFamily="18" charset="0"/>
                <a:cs typeface="Times New Roman" panose="02020603050405020304" pitchFamily="18" charset="0"/>
              </a:rPr>
              <a:t>ordered</a:t>
            </a:r>
            <a:r>
              <a:rPr lang="en-US" sz="2400">
                <a:solidFill>
                  <a:schemeClr val="tx2"/>
                </a:solidFill>
                <a:latin typeface="Times New Roman" panose="02020603050405020304" pitchFamily="18" charset="0"/>
                <a:cs typeface="Times New Roman" panose="02020603050405020304" pitchFamily="18" charset="0"/>
              </a:rPr>
              <a:t> by </a:t>
            </a:r>
            <a:r>
              <a:rPr lang="en-US" sz="2400" b="1">
                <a:solidFill>
                  <a:schemeClr val="tx2"/>
                </a:solidFill>
                <a:latin typeface="Times New Roman" panose="02020603050405020304" pitchFamily="18" charset="0"/>
                <a:cs typeface="Times New Roman" panose="02020603050405020304" pitchFamily="18" charset="0"/>
              </a:rPr>
              <a:t>some</a:t>
            </a:r>
            <a:r>
              <a:rPr lang="en-US" sz="2400">
                <a:solidFill>
                  <a:schemeClr val="tx2"/>
                </a:solidFill>
                <a:latin typeface="Times New Roman" panose="02020603050405020304" pitchFamily="18" charset="0"/>
                <a:cs typeface="Times New Roman" panose="02020603050405020304" pitchFamily="18" charset="0"/>
              </a:rPr>
              <a:t> </a:t>
            </a:r>
            <a:r>
              <a:rPr lang="en-US" sz="2400" b="1">
                <a:solidFill>
                  <a:schemeClr val="tx2"/>
                </a:solidFill>
                <a:latin typeface="Times New Roman" panose="02020603050405020304" pitchFamily="18" charset="0"/>
                <a:cs typeface="Times New Roman" panose="02020603050405020304" pitchFamily="18" charset="0"/>
              </a:rPr>
              <a:t>key</a:t>
            </a:r>
          </a:p>
          <a:p>
            <a:pPr marL="222250" indent="-222250" algn="just">
              <a:buClr>
                <a:srgbClr val="FFFFFF"/>
              </a:buClr>
              <a:buNone/>
            </a:pPr>
            <a:r>
              <a:rPr lang="en-US" sz="2400">
                <a:solidFill>
                  <a:srgbClr val="000000"/>
                </a:solidFill>
                <a:latin typeface="Times New Roman" panose="02020603050405020304" pitchFamily="18" charset="0"/>
                <a:cs typeface="Times New Roman" panose="02020603050405020304" pitchFamily="18" charset="0"/>
              </a:rPr>
              <a:t>Element with the lowest/highest key is always at the </a:t>
            </a:r>
            <a:r>
              <a:rPr lang="en-US" sz="2400" b="1">
                <a:solidFill>
                  <a:schemeClr val="tx2"/>
                </a:solidFill>
                <a:latin typeface="Times New Roman" panose="02020603050405020304" pitchFamily="18" charset="0"/>
                <a:cs typeface="Times New Roman" panose="02020603050405020304" pitchFamily="18" charset="0"/>
              </a:rPr>
              <a:t>front from where they are Deleted.</a:t>
            </a:r>
            <a:endParaRPr lang="en-US" sz="2400">
              <a:solidFill>
                <a:srgbClr val="000000"/>
              </a:solidFill>
              <a:latin typeface="Times New Roman" panose="02020603050405020304" pitchFamily="18" charset="0"/>
              <a:cs typeface="Times New Roman" panose="02020603050405020304" pitchFamily="18" charset="0"/>
            </a:endParaRPr>
          </a:p>
          <a:p>
            <a:pPr marL="222250" indent="-222250" algn="just">
              <a:lnSpc>
                <a:spcPct val="60000"/>
              </a:lnSpc>
              <a:buClr>
                <a:srgbClr val="FFFFFF"/>
              </a:buClr>
              <a:buNone/>
            </a:pPr>
            <a:r>
              <a:rPr lang="en-US" sz="2400">
                <a:solidFill>
                  <a:srgbClr val="FF0000"/>
                </a:solidFill>
                <a:latin typeface="Times New Roman" panose="02020603050405020304" pitchFamily="18" charset="0"/>
                <a:cs typeface="Times New Roman" panose="02020603050405020304" pitchFamily="18" charset="0"/>
              </a:rPr>
              <a:t>Then Elements ‘Inserted’ in ‘Proper’ position</a:t>
            </a:r>
          </a:p>
          <a:p>
            <a:pPr marL="222250" indent="-222250" algn="just">
              <a:lnSpc>
                <a:spcPct val="60000"/>
              </a:lnSpc>
              <a:buClr>
                <a:srgbClr val="FFFFFF"/>
              </a:buClr>
              <a:buFont typeface="Wingdings" panose="05000000000000000000" pitchFamily="2" charset="2"/>
              <a:buChar char="Ø"/>
            </a:pPr>
            <a:r>
              <a:rPr lang="en-US" sz="2400">
                <a:solidFill>
                  <a:srgbClr val="000000"/>
                </a:solidFill>
                <a:latin typeface="Times New Roman" panose="02020603050405020304" pitchFamily="18" charset="0"/>
                <a:cs typeface="Times New Roman" panose="02020603050405020304" pitchFamily="18" charset="0"/>
              </a:rPr>
              <a:t> </a:t>
            </a:r>
          </a:p>
          <a:p>
            <a:pPr marL="222250" indent="-222250" algn="just">
              <a:lnSpc>
                <a:spcPct val="60000"/>
              </a:lnSpc>
              <a:buClr>
                <a:srgbClr val="FFFFFF"/>
              </a:buClr>
              <a:buNone/>
            </a:pPr>
            <a:r>
              <a:rPr lang="en-US" sz="2400">
                <a:solidFill>
                  <a:srgbClr val="000000"/>
                </a:solidFill>
                <a:latin typeface="Times New Roman" panose="02020603050405020304" pitchFamily="18" charset="0"/>
                <a:cs typeface="Times New Roman" panose="02020603050405020304" pitchFamily="18" charset="0"/>
              </a:rPr>
              <a:t>Idea behind the Priority Queue:  </a:t>
            </a:r>
          </a:p>
          <a:p>
            <a:pPr marL="749300" lvl="1" indent="-293688" algn="just">
              <a:lnSpc>
                <a:spcPct val="67000"/>
              </a:lnSpc>
              <a:spcBef>
                <a:spcPts val="800"/>
              </a:spcBef>
              <a:buClr>
                <a:srgbClr val="FFFFFF"/>
              </a:buClr>
              <a:buFont typeface="Wingdings" panose="05000000000000000000" pitchFamily="2" charset="2"/>
              <a:buChar char="Ø"/>
            </a:pPr>
            <a:r>
              <a:rPr lang="en-US">
                <a:solidFill>
                  <a:srgbClr val="000000"/>
                </a:solidFill>
                <a:latin typeface="Times New Roman" panose="02020603050405020304" pitchFamily="18" charset="0"/>
                <a:cs typeface="Times New Roman" panose="02020603050405020304" pitchFamily="18" charset="0"/>
              </a:rPr>
              <a:t>Is a queue . </a:t>
            </a:r>
          </a:p>
          <a:p>
            <a:pPr marL="749300" lvl="1" indent="-293688" algn="just">
              <a:lnSpc>
                <a:spcPct val="67000"/>
              </a:lnSpc>
              <a:spcBef>
                <a:spcPts val="800"/>
              </a:spcBef>
              <a:buClr>
                <a:srgbClr val="FFFFFF"/>
              </a:buClr>
              <a:buFont typeface="Wingdings" panose="05000000000000000000" pitchFamily="2" charset="2"/>
              <a:buChar char="Ø"/>
            </a:pPr>
            <a:r>
              <a:rPr lang="en-US" b="1" u="sng">
                <a:solidFill>
                  <a:srgbClr val="000000"/>
                </a:solidFill>
                <a:latin typeface="Times New Roman" panose="02020603050405020304" pitchFamily="18" charset="0"/>
                <a:cs typeface="Times New Roman" panose="02020603050405020304" pitchFamily="18" charset="0"/>
              </a:rPr>
              <a:t>But</a:t>
            </a:r>
            <a:r>
              <a:rPr lang="en-US" u="sng">
                <a:solidFill>
                  <a:srgbClr val="000000"/>
                </a:solidFill>
                <a:latin typeface="Times New Roman" panose="02020603050405020304" pitchFamily="18" charset="0"/>
                <a:cs typeface="Times New Roman" panose="02020603050405020304" pitchFamily="18" charset="0"/>
              </a:rPr>
              <a:t> the items are </a:t>
            </a:r>
            <a:r>
              <a:rPr lang="en-US" b="1" u="sng">
                <a:solidFill>
                  <a:srgbClr val="000000"/>
                </a:solidFill>
                <a:latin typeface="Times New Roman" panose="02020603050405020304" pitchFamily="18" charset="0"/>
                <a:cs typeface="Times New Roman" panose="02020603050405020304" pitchFamily="18" charset="0"/>
              </a:rPr>
              <a:t>ordered</a:t>
            </a:r>
            <a:r>
              <a:rPr lang="en-US" u="sng">
                <a:solidFill>
                  <a:srgbClr val="000000"/>
                </a:solidFill>
                <a:latin typeface="Times New Roman" panose="02020603050405020304" pitchFamily="18" charset="0"/>
                <a:cs typeface="Times New Roman" panose="02020603050405020304" pitchFamily="18" charset="0"/>
              </a:rPr>
              <a:t> by a </a:t>
            </a:r>
            <a:r>
              <a:rPr lang="en-US" b="1" u="sng">
                <a:solidFill>
                  <a:srgbClr val="000000"/>
                </a:solidFill>
                <a:latin typeface="Times New Roman" panose="02020603050405020304" pitchFamily="18" charset="0"/>
                <a:cs typeface="Times New Roman" panose="02020603050405020304" pitchFamily="18" charset="0"/>
              </a:rPr>
              <a:t>key</a:t>
            </a:r>
            <a:r>
              <a:rPr lang="en-US">
                <a:solidFill>
                  <a:srgbClr val="000000"/>
                </a:solidFill>
                <a:latin typeface="Times New Roman" panose="02020603050405020304" pitchFamily="18" charset="0"/>
                <a:cs typeface="Times New Roman" panose="02020603050405020304" pitchFamily="18" charset="0"/>
              </a:rPr>
              <a:t>.  </a:t>
            </a:r>
          </a:p>
          <a:p>
            <a:pPr marL="749300" lvl="1" indent="-293688" algn="just">
              <a:spcBef>
                <a:spcPts val="800"/>
              </a:spcBef>
              <a:buClr>
                <a:srgbClr val="FFFFFF"/>
              </a:buClr>
              <a:buFont typeface="Wingdings" panose="05000000000000000000" pitchFamily="2" charset="2"/>
              <a:buChar char="Ø"/>
            </a:pPr>
            <a:r>
              <a:rPr lang="en-US" b="1">
                <a:solidFill>
                  <a:srgbClr val="000000"/>
                </a:solidFill>
                <a:latin typeface="Times New Roman" panose="02020603050405020304" pitchFamily="18" charset="0"/>
                <a:cs typeface="Times New Roman" panose="02020603050405020304" pitchFamily="18" charset="0"/>
              </a:rPr>
              <a:t>Implies</a:t>
            </a:r>
            <a:r>
              <a:rPr lang="en-US">
                <a:solidFill>
                  <a:srgbClr val="000000"/>
                </a:solidFill>
                <a:latin typeface="Times New Roman" panose="02020603050405020304" pitchFamily="18" charset="0"/>
                <a:cs typeface="Times New Roman" panose="02020603050405020304" pitchFamily="18" charset="0"/>
              </a:rPr>
              <a:t> </a:t>
            </a:r>
            <a:r>
              <a:rPr lang="en-US" b="1" u="sng">
                <a:solidFill>
                  <a:srgbClr val="000000"/>
                </a:solidFill>
                <a:latin typeface="Times New Roman" panose="02020603050405020304" pitchFamily="18" charset="0"/>
                <a:cs typeface="Times New Roman" panose="02020603050405020304" pitchFamily="18" charset="0"/>
              </a:rPr>
              <a:t>your ‘position’ in the queue may be changed</a:t>
            </a:r>
            <a:r>
              <a:rPr lang="en-US">
                <a:solidFill>
                  <a:srgbClr val="000000"/>
                </a:solidFill>
                <a:latin typeface="Times New Roman" panose="02020603050405020304" pitchFamily="18" charset="0"/>
                <a:cs typeface="Times New Roman" panose="02020603050405020304" pitchFamily="18" charset="0"/>
              </a:rPr>
              <a:t> by the arrival of a new item.</a:t>
            </a:r>
          </a:p>
        </p:txBody>
      </p:sp>
      <p:sp>
        <p:nvSpPr>
          <p:cNvPr id="4" name="Date Placeholder 3"/>
          <p:cNvSpPr>
            <a:spLocks noGrp="1"/>
          </p:cNvSpPr>
          <p:nvPr>
            <p:ph type="dt" sz="quarter" idx="10"/>
          </p:nvPr>
        </p:nvSpPr>
        <p:spPr/>
        <p:txBody>
          <a:bodyPr/>
          <a:lstStyle/>
          <a:p>
            <a:pPr>
              <a:defRPr/>
            </a:pPr>
            <a:fld id="{A2450D93-E309-4892-AF38-19151B6D851A}" type="datetime1">
              <a:rPr lang="en-US" smtClean="0"/>
              <a:pPr>
                <a:defRPr/>
              </a:pPr>
              <a:t>9/30/2024</a:t>
            </a:fld>
            <a:endParaRPr lang="en-IN"/>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5127A0A-ECAF-4D9E-9EF2-A06E261C4577}" type="slidenum">
              <a:rPr lang="en-IN">
                <a:solidFill>
                  <a:srgbClr val="045C75"/>
                </a:solidFill>
                <a:latin typeface="Constantia" panose="02030602050306030303" pitchFamily="18" charset="0"/>
              </a:rPr>
              <a:pPr eaLnBrk="1" hangingPunct="1"/>
              <a:t>66</a:t>
            </a:fld>
            <a:endParaRPr lang="en-IN">
              <a:solidFill>
                <a:srgbClr val="045C75"/>
              </a:solidFill>
              <a:latin typeface="Constantia" panose="02030602050306030303" pitchFamily="18" charset="0"/>
            </a:endParaRPr>
          </a:p>
        </p:txBody>
      </p:sp>
      <p:sp>
        <p:nvSpPr>
          <p:cNvPr id="6" name="Footer Placeholder 5"/>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3665951189"/>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 from="(-#ppt_w/2)" to="(#ppt_x)" calcmode="lin" valueType="num">
                                      <p:cBhvr>
                                        <p:cTn id="7" dur="600" fill="hold">
                                          <p:stCondLst>
                                            <p:cond delay="0"/>
                                          </p:stCondLst>
                                        </p:cTn>
                                        <p:tgtEl>
                                          <p:spTgt spid="34819">
                                            <p:txEl>
                                              <p:pRg st="0" end="0"/>
                                            </p:txEl>
                                          </p:spTgt>
                                        </p:tgtEl>
                                        <p:attrNameLst>
                                          <p:attrName>ppt_x</p:attrName>
                                        </p:attrNameLst>
                                      </p:cBhvr>
                                    </p:anim>
                                    <p:anim from="0" to="-1.0" calcmode="lin" valueType="num">
                                      <p:cBhvr>
                                        <p:cTn id="8" dur="200" decel="50000" autoRev="1" fill="hold">
                                          <p:stCondLst>
                                            <p:cond delay="600"/>
                                          </p:stCondLst>
                                        </p:cTn>
                                        <p:tgtEl>
                                          <p:spTgt spid="34819">
                                            <p:txEl>
                                              <p:pRg st="0" end="0"/>
                                            </p:txEl>
                                          </p:spTgt>
                                        </p:tgtEl>
                                        <p:attrNameLst>
                                          <p:attrName>xshear</p:attrName>
                                        </p:attrNameLst>
                                      </p:cBhvr>
                                    </p:anim>
                                    <p:animScale>
                                      <p:cBhvr>
                                        <p:cTn id="9" dur="200" decel="100000" autoRev="1" fill="hold">
                                          <p:stCondLst>
                                            <p:cond delay="600"/>
                                          </p:stCondLst>
                                        </p:cTn>
                                        <p:tgtEl>
                                          <p:spTgt spid="34819">
                                            <p:txEl>
                                              <p:pRg st="0" end="0"/>
                                            </p:txEl>
                                          </p:spTgt>
                                        </p:tgtEl>
                                      </p:cBhvr>
                                      <p:from x="100000" y="100000"/>
                                      <p:to x="80000" y="100000"/>
                                    </p:animScale>
                                    <p:anim by="(#ppt_h/3+#ppt_w*0.1)" calcmode="lin" valueType="num">
                                      <p:cBhvr additive="sum">
                                        <p:cTn id="10" dur="200" decel="100000" autoRev="1" fill="hold">
                                          <p:stCondLst>
                                            <p:cond delay="600"/>
                                          </p:stCondLst>
                                        </p:cTn>
                                        <p:tgtEl>
                                          <p:spTgt spid="34819">
                                            <p:txEl>
                                              <p:pRg st="0" end="0"/>
                                            </p:txEl>
                                          </p:spTgt>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4" presetClass="entr" presetSubtype="0" fill="hold" grpId="0" nodeType="clickEffect">
                                  <p:stCondLst>
                                    <p:cond delay="0"/>
                                  </p:stCondLst>
                                  <p:childTnLst>
                                    <p:set>
                                      <p:cBhvr>
                                        <p:cTn id="14" dur="1" fill="hold">
                                          <p:stCondLst>
                                            <p:cond delay="0"/>
                                          </p:stCondLst>
                                        </p:cTn>
                                        <p:tgtEl>
                                          <p:spTgt spid="34819">
                                            <p:txEl>
                                              <p:pRg st="1" end="1"/>
                                            </p:txEl>
                                          </p:spTgt>
                                        </p:tgtEl>
                                        <p:attrNameLst>
                                          <p:attrName>style.visibility</p:attrName>
                                        </p:attrNameLst>
                                      </p:cBhvr>
                                      <p:to>
                                        <p:strVal val="visible"/>
                                      </p:to>
                                    </p:set>
                                    <p:anim from="(-#ppt_w/2)" to="(#ppt_x)" calcmode="lin" valueType="num">
                                      <p:cBhvr>
                                        <p:cTn id="15" dur="600" fill="hold">
                                          <p:stCondLst>
                                            <p:cond delay="0"/>
                                          </p:stCondLst>
                                        </p:cTn>
                                        <p:tgtEl>
                                          <p:spTgt spid="34819">
                                            <p:txEl>
                                              <p:pRg st="1" end="1"/>
                                            </p:txEl>
                                          </p:spTgt>
                                        </p:tgtEl>
                                        <p:attrNameLst>
                                          <p:attrName>ppt_x</p:attrName>
                                        </p:attrNameLst>
                                      </p:cBhvr>
                                    </p:anim>
                                    <p:anim from="0" to="-1.0" calcmode="lin" valueType="num">
                                      <p:cBhvr>
                                        <p:cTn id="16" dur="200" decel="50000" autoRev="1" fill="hold">
                                          <p:stCondLst>
                                            <p:cond delay="600"/>
                                          </p:stCondLst>
                                        </p:cTn>
                                        <p:tgtEl>
                                          <p:spTgt spid="34819">
                                            <p:txEl>
                                              <p:pRg st="1" end="1"/>
                                            </p:txEl>
                                          </p:spTgt>
                                        </p:tgtEl>
                                        <p:attrNameLst>
                                          <p:attrName>xshear</p:attrName>
                                        </p:attrNameLst>
                                      </p:cBhvr>
                                    </p:anim>
                                    <p:animScale>
                                      <p:cBhvr>
                                        <p:cTn id="17" dur="200" decel="100000" autoRev="1" fill="hold">
                                          <p:stCondLst>
                                            <p:cond delay="600"/>
                                          </p:stCondLst>
                                        </p:cTn>
                                        <p:tgtEl>
                                          <p:spTgt spid="34819">
                                            <p:txEl>
                                              <p:pRg st="1" end="1"/>
                                            </p:txEl>
                                          </p:spTgt>
                                        </p:tgtEl>
                                      </p:cBhvr>
                                      <p:from x="100000" y="100000"/>
                                      <p:to x="80000" y="100000"/>
                                    </p:animScale>
                                    <p:anim by="(#ppt_h/3+#ppt_w*0.1)" calcmode="lin" valueType="num">
                                      <p:cBhvr additive="sum">
                                        <p:cTn id="18" dur="200" decel="100000" autoRev="1" fill="hold">
                                          <p:stCondLst>
                                            <p:cond delay="600"/>
                                          </p:stCondLst>
                                        </p:cTn>
                                        <p:tgtEl>
                                          <p:spTgt spid="34819">
                                            <p:txEl>
                                              <p:pRg st="1" end="1"/>
                                            </p:txEl>
                                          </p:spTgt>
                                        </p:tgtEl>
                                        <p:attrNameLst>
                                          <p:attrName>ppt_x</p:attrName>
                                        </p:attrNameLst>
                                      </p:cBhvr>
                                    </p:anim>
                                  </p:childTnLst>
                                </p:cTn>
                              </p:par>
                              <p:par>
                                <p:cTn id="19" presetID="34" presetClass="entr" presetSubtype="0" fill="hold" grpId="0" nodeType="withEffect">
                                  <p:stCondLst>
                                    <p:cond delay="0"/>
                                  </p:stCondLst>
                                  <p:childTnLst>
                                    <p:set>
                                      <p:cBhvr>
                                        <p:cTn id="20" dur="1" fill="hold">
                                          <p:stCondLst>
                                            <p:cond delay="0"/>
                                          </p:stCondLst>
                                        </p:cTn>
                                        <p:tgtEl>
                                          <p:spTgt spid="34819">
                                            <p:txEl>
                                              <p:pRg st="2" end="2"/>
                                            </p:txEl>
                                          </p:spTgt>
                                        </p:tgtEl>
                                        <p:attrNameLst>
                                          <p:attrName>style.visibility</p:attrName>
                                        </p:attrNameLst>
                                      </p:cBhvr>
                                      <p:to>
                                        <p:strVal val="visible"/>
                                      </p:to>
                                    </p:set>
                                    <p:anim from="(-#ppt_w/2)" to="(#ppt_x)" calcmode="lin" valueType="num">
                                      <p:cBhvr>
                                        <p:cTn id="21" dur="600" fill="hold">
                                          <p:stCondLst>
                                            <p:cond delay="0"/>
                                          </p:stCondLst>
                                        </p:cTn>
                                        <p:tgtEl>
                                          <p:spTgt spid="34819">
                                            <p:txEl>
                                              <p:pRg st="2" end="2"/>
                                            </p:txEl>
                                          </p:spTgt>
                                        </p:tgtEl>
                                        <p:attrNameLst>
                                          <p:attrName>ppt_x</p:attrName>
                                        </p:attrNameLst>
                                      </p:cBhvr>
                                    </p:anim>
                                    <p:anim from="0" to="-1.0" calcmode="lin" valueType="num">
                                      <p:cBhvr>
                                        <p:cTn id="22" dur="200" decel="50000" autoRev="1" fill="hold">
                                          <p:stCondLst>
                                            <p:cond delay="600"/>
                                          </p:stCondLst>
                                        </p:cTn>
                                        <p:tgtEl>
                                          <p:spTgt spid="34819">
                                            <p:txEl>
                                              <p:pRg st="2" end="2"/>
                                            </p:txEl>
                                          </p:spTgt>
                                        </p:tgtEl>
                                        <p:attrNameLst>
                                          <p:attrName>xshear</p:attrName>
                                        </p:attrNameLst>
                                      </p:cBhvr>
                                    </p:anim>
                                    <p:animScale>
                                      <p:cBhvr>
                                        <p:cTn id="23" dur="200" decel="100000" autoRev="1" fill="hold">
                                          <p:stCondLst>
                                            <p:cond delay="600"/>
                                          </p:stCondLst>
                                        </p:cTn>
                                        <p:tgtEl>
                                          <p:spTgt spid="34819">
                                            <p:txEl>
                                              <p:pRg st="2" end="2"/>
                                            </p:txEl>
                                          </p:spTgt>
                                        </p:tgtEl>
                                      </p:cBhvr>
                                      <p:from x="100000" y="100000"/>
                                      <p:to x="80000" y="100000"/>
                                    </p:animScale>
                                    <p:anim by="(#ppt_h/3+#ppt_w*0.1)" calcmode="lin" valueType="num">
                                      <p:cBhvr additive="sum">
                                        <p:cTn id="24" dur="200" decel="100000" autoRev="1" fill="hold">
                                          <p:stCondLst>
                                            <p:cond delay="600"/>
                                          </p:stCondLst>
                                        </p:cTn>
                                        <p:tgtEl>
                                          <p:spTgt spid="34819">
                                            <p:txEl>
                                              <p:pRg st="2" end="2"/>
                                            </p:txEl>
                                          </p:spTgt>
                                        </p:tgtEl>
                                        <p:attrNameLst>
                                          <p:attrName>ppt_x</p:attrName>
                                        </p:attrNameLst>
                                      </p:cBhvr>
                                    </p:anim>
                                  </p:childTnLst>
                                </p:cTn>
                              </p:par>
                              <p:par>
                                <p:cTn id="25" presetID="34" presetClass="entr" presetSubtype="0" fill="hold" grpId="0" nodeType="withEffect">
                                  <p:stCondLst>
                                    <p:cond delay="0"/>
                                  </p:stCondLst>
                                  <p:childTnLst>
                                    <p:set>
                                      <p:cBhvr>
                                        <p:cTn id="26" dur="1" fill="hold">
                                          <p:stCondLst>
                                            <p:cond delay="0"/>
                                          </p:stCondLst>
                                        </p:cTn>
                                        <p:tgtEl>
                                          <p:spTgt spid="34819">
                                            <p:txEl>
                                              <p:pRg st="3" end="3"/>
                                            </p:txEl>
                                          </p:spTgt>
                                        </p:tgtEl>
                                        <p:attrNameLst>
                                          <p:attrName>style.visibility</p:attrName>
                                        </p:attrNameLst>
                                      </p:cBhvr>
                                      <p:to>
                                        <p:strVal val="visible"/>
                                      </p:to>
                                    </p:set>
                                    <p:anim from="(-#ppt_w/2)" to="(#ppt_x)" calcmode="lin" valueType="num">
                                      <p:cBhvr>
                                        <p:cTn id="27" dur="600" fill="hold">
                                          <p:stCondLst>
                                            <p:cond delay="0"/>
                                          </p:stCondLst>
                                        </p:cTn>
                                        <p:tgtEl>
                                          <p:spTgt spid="34819">
                                            <p:txEl>
                                              <p:pRg st="3" end="3"/>
                                            </p:txEl>
                                          </p:spTgt>
                                        </p:tgtEl>
                                        <p:attrNameLst>
                                          <p:attrName>ppt_x</p:attrName>
                                        </p:attrNameLst>
                                      </p:cBhvr>
                                    </p:anim>
                                    <p:anim from="0" to="-1.0" calcmode="lin" valueType="num">
                                      <p:cBhvr>
                                        <p:cTn id="28" dur="200" decel="50000" autoRev="1" fill="hold">
                                          <p:stCondLst>
                                            <p:cond delay="600"/>
                                          </p:stCondLst>
                                        </p:cTn>
                                        <p:tgtEl>
                                          <p:spTgt spid="34819">
                                            <p:txEl>
                                              <p:pRg st="3" end="3"/>
                                            </p:txEl>
                                          </p:spTgt>
                                        </p:tgtEl>
                                        <p:attrNameLst>
                                          <p:attrName>xshear</p:attrName>
                                        </p:attrNameLst>
                                      </p:cBhvr>
                                    </p:anim>
                                    <p:animScale>
                                      <p:cBhvr>
                                        <p:cTn id="29" dur="200" decel="100000" autoRev="1" fill="hold">
                                          <p:stCondLst>
                                            <p:cond delay="600"/>
                                          </p:stCondLst>
                                        </p:cTn>
                                        <p:tgtEl>
                                          <p:spTgt spid="34819">
                                            <p:txEl>
                                              <p:pRg st="3" end="3"/>
                                            </p:txEl>
                                          </p:spTgt>
                                        </p:tgtEl>
                                      </p:cBhvr>
                                      <p:from x="100000" y="100000"/>
                                      <p:to x="80000" y="100000"/>
                                    </p:animScale>
                                    <p:anim by="(#ppt_h/3+#ppt_w*0.1)" calcmode="lin" valueType="num">
                                      <p:cBhvr additive="sum">
                                        <p:cTn id="30" dur="200" decel="100000" autoRev="1" fill="hold">
                                          <p:stCondLst>
                                            <p:cond delay="600"/>
                                          </p:stCondLst>
                                        </p:cTn>
                                        <p:tgtEl>
                                          <p:spTgt spid="34819">
                                            <p:txEl>
                                              <p:pRg st="3" end="3"/>
                                            </p:txEl>
                                          </p:spTgt>
                                        </p:tgtEl>
                                        <p:attrNameLst>
                                          <p:attrName>ppt_x</p:attrName>
                                        </p:attrNameLst>
                                      </p:cBhvr>
                                    </p:anim>
                                  </p:childTnLst>
                                </p:cTn>
                              </p:par>
                              <p:par>
                                <p:cTn id="31" presetID="34" presetClass="entr" presetSubtype="0" fill="hold" grpId="0" nodeType="withEffect">
                                  <p:stCondLst>
                                    <p:cond delay="0"/>
                                  </p:stCondLst>
                                  <p:childTnLst>
                                    <p:set>
                                      <p:cBhvr>
                                        <p:cTn id="32" dur="1" fill="hold">
                                          <p:stCondLst>
                                            <p:cond delay="0"/>
                                          </p:stCondLst>
                                        </p:cTn>
                                        <p:tgtEl>
                                          <p:spTgt spid="34819">
                                            <p:txEl>
                                              <p:pRg st="4" end="4"/>
                                            </p:txEl>
                                          </p:spTgt>
                                        </p:tgtEl>
                                        <p:attrNameLst>
                                          <p:attrName>style.visibility</p:attrName>
                                        </p:attrNameLst>
                                      </p:cBhvr>
                                      <p:to>
                                        <p:strVal val="visible"/>
                                      </p:to>
                                    </p:set>
                                    <p:anim from="(-#ppt_w/2)" to="(#ppt_x)" calcmode="lin" valueType="num">
                                      <p:cBhvr>
                                        <p:cTn id="33" dur="600" fill="hold">
                                          <p:stCondLst>
                                            <p:cond delay="0"/>
                                          </p:stCondLst>
                                        </p:cTn>
                                        <p:tgtEl>
                                          <p:spTgt spid="34819">
                                            <p:txEl>
                                              <p:pRg st="4" end="4"/>
                                            </p:txEl>
                                          </p:spTgt>
                                        </p:tgtEl>
                                        <p:attrNameLst>
                                          <p:attrName>ppt_x</p:attrName>
                                        </p:attrNameLst>
                                      </p:cBhvr>
                                    </p:anim>
                                    <p:anim from="0" to="-1.0" calcmode="lin" valueType="num">
                                      <p:cBhvr>
                                        <p:cTn id="34" dur="200" decel="50000" autoRev="1" fill="hold">
                                          <p:stCondLst>
                                            <p:cond delay="600"/>
                                          </p:stCondLst>
                                        </p:cTn>
                                        <p:tgtEl>
                                          <p:spTgt spid="34819">
                                            <p:txEl>
                                              <p:pRg st="4" end="4"/>
                                            </p:txEl>
                                          </p:spTgt>
                                        </p:tgtEl>
                                        <p:attrNameLst>
                                          <p:attrName>xshear</p:attrName>
                                        </p:attrNameLst>
                                      </p:cBhvr>
                                    </p:anim>
                                    <p:animScale>
                                      <p:cBhvr>
                                        <p:cTn id="35" dur="200" decel="100000" autoRev="1" fill="hold">
                                          <p:stCondLst>
                                            <p:cond delay="600"/>
                                          </p:stCondLst>
                                        </p:cTn>
                                        <p:tgtEl>
                                          <p:spTgt spid="34819">
                                            <p:txEl>
                                              <p:pRg st="4" end="4"/>
                                            </p:txEl>
                                          </p:spTgt>
                                        </p:tgtEl>
                                      </p:cBhvr>
                                      <p:from x="100000" y="100000"/>
                                      <p:to x="80000" y="100000"/>
                                    </p:animScale>
                                    <p:anim by="(#ppt_h/3+#ppt_w*0.1)" calcmode="lin" valueType="num">
                                      <p:cBhvr additive="sum">
                                        <p:cTn id="36" dur="200" decel="100000" autoRev="1" fill="hold">
                                          <p:stCondLst>
                                            <p:cond delay="600"/>
                                          </p:stCondLst>
                                        </p:cTn>
                                        <p:tgtEl>
                                          <p:spTgt spid="34819">
                                            <p:txEl>
                                              <p:pRg st="4" end="4"/>
                                            </p:txEl>
                                          </p:spTgt>
                                        </p:tgtEl>
                                        <p:attrNameLst>
                                          <p:attrName>ppt_x</p:attrName>
                                        </p:attrNameLst>
                                      </p:cBhvr>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34" presetClass="entr" presetSubtype="0" fill="hold" grpId="0" nodeType="clickEffect">
                                  <p:stCondLst>
                                    <p:cond delay="0"/>
                                  </p:stCondLst>
                                  <p:childTnLst>
                                    <p:set>
                                      <p:cBhvr>
                                        <p:cTn id="40" dur="1" fill="hold">
                                          <p:stCondLst>
                                            <p:cond delay="0"/>
                                          </p:stCondLst>
                                        </p:cTn>
                                        <p:tgtEl>
                                          <p:spTgt spid="34819">
                                            <p:txEl>
                                              <p:pRg st="5" end="5"/>
                                            </p:txEl>
                                          </p:spTgt>
                                        </p:tgtEl>
                                        <p:attrNameLst>
                                          <p:attrName>style.visibility</p:attrName>
                                        </p:attrNameLst>
                                      </p:cBhvr>
                                      <p:to>
                                        <p:strVal val="visible"/>
                                      </p:to>
                                    </p:set>
                                    <p:anim from="(-#ppt_w/2)" to="(#ppt_x)" calcmode="lin" valueType="num">
                                      <p:cBhvr>
                                        <p:cTn id="41" dur="600" fill="hold">
                                          <p:stCondLst>
                                            <p:cond delay="0"/>
                                          </p:stCondLst>
                                        </p:cTn>
                                        <p:tgtEl>
                                          <p:spTgt spid="34819">
                                            <p:txEl>
                                              <p:pRg st="5" end="5"/>
                                            </p:txEl>
                                          </p:spTgt>
                                        </p:tgtEl>
                                        <p:attrNameLst>
                                          <p:attrName>ppt_x</p:attrName>
                                        </p:attrNameLst>
                                      </p:cBhvr>
                                    </p:anim>
                                    <p:anim from="0" to="-1.0" calcmode="lin" valueType="num">
                                      <p:cBhvr>
                                        <p:cTn id="42" dur="200" decel="50000" autoRev="1" fill="hold">
                                          <p:stCondLst>
                                            <p:cond delay="600"/>
                                          </p:stCondLst>
                                        </p:cTn>
                                        <p:tgtEl>
                                          <p:spTgt spid="34819">
                                            <p:txEl>
                                              <p:pRg st="5" end="5"/>
                                            </p:txEl>
                                          </p:spTgt>
                                        </p:tgtEl>
                                        <p:attrNameLst>
                                          <p:attrName>xshear</p:attrName>
                                        </p:attrNameLst>
                                      </p:cBhvr>
                                    </p:anim>
                                    <p:animScale>
                                      <p:cBhvr>
                                        <p:cTn id="43" dur="200" decel="100000" autoRev="1" fill="hold">
                                          <p:stCondLst>
                                            <p:cond delay="600"/>
                                          </p:stCondLst>
                                        </p:cTn>
                                        <p:tgtEl>
                                          <p:spTgt spid="34819">
                                            <p:txEl>
                                              <p:pRg st="5" end="5"/>
                                            </p:txEl>
                                          </p:spTgt>
                                        </p:tgtEl>
                                      </p:cBhvr>
                                      <p:from x="100000" y="100000"/>
                                      <p:to x="80000" y="100000"/>
                                    </p:animScale>
                                    <p:anim by="(#ppt_h/3+#ppt_w*0.1)" calcmode="lin" valueType="num">
                                      <p:cBhvr additive="sum">
                                        <p:cTn id="44" dur="200" decel="100000" autoRev="1" fill="hold">
                                          <p:stCondLst>
                                            <p:cond delay="600"/>
                                          </p:stCondLst>
                                        </p:cTn>
                                        <p:tgtEl>
                                          <p:spTgt spid="34819">
                                            <p:txEl>
                                              <p:pRg st="5" end="5"/>
                                            </p:txEl>
                                          </p:spTgt>
                                        </p:tgtEl>
                                        <p:attrNameLst>
                                          <p:attrName>ppt_x</p:attrName>
                                        </p:attrNameLst>
                                      </p:cBhvr>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34" presetClass="entr" presetSubtype="0" fill="hold" grpId="0" nodeType="clickEffect">
                                  <p:stCondLst>
                                    <p:cond delay="0"/>
                                  </p:stCondLst>
                                  <p:childTnLst>
                                    <p:set>
                                      <p:cBhvr>
                                        <p:cTn id="48" dur="1" fill="hold">
                                          <p:stCondLst>
                                            <p:cond delay="0"/>
                                          </p:stCondLst>
                                        </p:cTn>
                                        <p:tgtEl>
                                          <p:spTgt spid="34819">
                                            <p:txEl>
                                              <p:pRg st="6" end="6"/>
                                            </p:txEl>
                                          </p:spTgt>
                                        </p:tgtEl>
                                        <p:attrNameLst>
                                          <p:attrName>style.visibility</p:attrName>
                                        </p:attrNameLst>
                                      </p:cBhvr>
                                      <p:to>
                                        <p:strVal val="visible"/>
                                      </p:to>
                                    </p:set>
                                    <p:anim from="(-#ppt_w/2)" to="(#ppt_x)" calcmode="lin" valueType="num">
                                      <p:cBhvr>
                                        <p:cTn id="49" dur="600" fill="hold">
                                          <p:stCondLst>
                                            <p:cond delay="0"/>
                                          </p:stCondLst>
                                        </p:cTn>
                                        <p:tgtEl>
                                          <p:spTgt spid="34819">
                                            <p:txEl>
                                              <p:pRg st="6" end="6"/>
                                            </p:txEl>
                                          </p:spTgt>
                                        </p:tgtEl>
                                        <p:attrNameLst>
                                          <p:attrName>ppt_x</p:attrName>
                                        </p:attrNameLst>
                                      </p:cBhvr>
                                    </p:anim>
                                    <p:anim from="0" to="-1.0" calcmode="lin" valueType="num">
                                      <p:cBhvr>
                                        <p:cTn id="50" dur="200" decel="50000" autoRev="1" fill="hold">
                                          <p:stCondLst>
                                            <p:cond delay="600"/>
                                          </p:stCondLst>
                                        </p:cTn>
                                        <p:tgtEl>
                                          <p:spTgt spid="34819">
                                            <p:txEl>
                                              <p:pRg st="6" end="6"/>
                                            </p:txEl>
                                          </p:spTgt>
                                        </p:tgtEl>
                                        <p:attrNameLst>
                                          <p:attrName>xshear</p:attrName>
                                        </p:attrNameLst>
                                      </p:cBhvr>
                                    </p:anim>
                                    <p:animScale>
                                      <p:cBhvr>
                                        <p:cTn id="51" dur="200" decel="100000" autoRev="1" fill="hold">
                                          <p:stCondLst>
                                            <p:cond delay="600"/>
                                          </p:stCondLst>
                                        </p:cTn>
                                        <p:tgtEl>
                                          <p:spTgt spid="34819">
                                            <p:txEl>
                                              <p:pRg st="6" end="6"/>
                                            </p:txEl>
                                          </p:spTgt>
                                        </p:tgtEl>
                                      </p:cBhvr>
                                      <p:from x="100000" y="100000"/>
                                      <p:to x="80000" y="100000"/>
                                    </p:animScale>
                                    <p:anim by="(#ppt_h/3+#ppt_w*0.1)" calcmode="lin" valueType="num">
                                      <p:cBhvr additive="sum">
                                        <p:cTn id="52" dur="200" decel="100000" autoRev="1" fill="hold">
                                          <p:stCondLst>
                                            <p:cond delay="600"/>
                                          </p:stCondLst>
                                        </p:cTn>
                                        <p:tgtEl>
                                          <p:spTgt spid="34819">
                                            <p:txEl>
                                              <p:pRg st="6" end="6"/>
                                            </p:txEl>
                                          </p:spTgt>
                                        </p:tgtEl>
                                        <p:attrNameLst>
                                          <p:attrName>ppt_x</p:attrName>
                                        </p:attrNameLst>
                                      </p:cBhvr>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34" presetClass="entr" presetSubtype="0" fill="hold" grpId="0" nodeType="clickEffect">
                                  <p:stCondLst>
                                    <p:cond delay="0"/>
                                  </p:stCondLst>
                                  <p:childTnLst>
                                    <p:set>
                                      <p:cBhvr>
                                        <p:cTn id="56" dur="1" fill="hold">
                                          <p:stCondLst>
                                            <p:cond delay="0"/>
                                          </p:stCondLst>
                                        </p:cTn>
                                        <p:tgtEl>
                                          <p:spTgt spid="34819">
                                            <p:txEl>
                                              <p:pRg st="7" end="7"/>
                                            </p:txEl>
                                          </p:spTgt>
                                        </p:tgtEl>
                                        <p:attrNameLst>
                                          <p:attrName>style.visibility</p:attrName>
                                        </p:attrNameLst>
                                      </p:cBhvr>
                                      <p:to>
                                        <p:strVal val="visible"/>
                                      </p:to>
                                    </p:set>
                                    <p:anim from="(-#ppt_w/2)" to="(#ppt_x)" calcmode="lin" valueType="num">
                                      <p:cBhvr>
                                        <p:cTn id="57" dur="600" fill="hold">
                                          <p:stCondLst>
                                            <p:cond delay="0"/>
                                          </p:stCondLst>
                                        </p:cTn>
                                        <p:tgtEl>
                                          <p:spTgt spid="34819">
                                            <p:txEl>
                                              <p:pRg st="7" end="7"/>
                                            </p:txEl>
                                          </p:spTgt>
                                        </p:tgtEl>
                                        <p:attrNameLst>
                                          <p:attrName>ppt_x</p:attrName>
                                        </p:attrNameLst>
                                      </p:cBhvr>
                                    </p:anim>
                                    <p:anim from="0" to="-1.0" calcmode="lin" valueType="num">
                                      <p:cBhvr>
                                        <p:cTn id="58" dur="200" decel="50000" autoRev="1" fill="hold">
                                          <p:stCondLst>
                                            <p:cond delay="600"/>
                                          </p:stCondLst>
                                        </p:cTn>
                                        <p:tgtEl>
                                          <p:spTgt spid="34819">
                                            <p:txEl>
                                              <p:pRg st="7" end="7"/>
                                            </p:txEl>
                                          </p:spTgt>
                                        </p:tgtEl>
                                        <p:attrNameLst>
                                          <p:attrName>xshear</p:attrName>
                                        </p:attrNameLst>
                                      </p:cBhvr>
                                    </p:anim>
                                    <p:animScale>
                                      <p:cBhvr>
                                        <p:cTn id="59" dur="200" decel="100000" autoRev="1" fill="hold">
                                          <p:stCondLst>
                                            <p:cond delay="600"/>
                                          </p:stCondLst>
                                        </p:cTn>
                                        <p:tgtEl>
                                          <p:spTgt spid="34819">
                                            <p:txEl>
                                              <p:pRg st="7" end="7"/>
                                            </p:txEl>
                                          </p:spTgt>
                                        </p:tgtEl>
                                      </p:cBhvr>
                                      <p:from x="100000" y="100000"/>
                                      <p:to x="80000" y="100000"/>
                                    </p:animScale>
                                    <p:anim by="(#ppt_h/3+#ppt_w*0.1)" calcmode="lin" valueType="num">
                                      <p:cBhvr additive="sum">
                                        <p:cTn id="60" dur="200" decel="100000" autoRev="1" fill="hold">
                                          <p:stCondLst>
                                            <p:cond delay="600"/>
                                          </p:stCondLst>
                                        </p:cTn>
                                        <p:tgtEl>
                                          <p:spTgt spid="34819">
                                            <p:txEl>
                                              <p:pRg st="7" end="7"/>
                                            </p:txEl>
                                          </p:spTgt>
                                        </p:tgtEl>
                                        <p:attrNameLst>
                                          <p:attrName>ppt_x</p:attrName>
                                        </p:attrNameLst>
                                      </p:cBhvr>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34" presetClass="entr" presetSubtype="0" fill="hold" grpId="0" nodeType="clickEffect">
                                  <p:stCondLst>
                                    <p:cond delay="0"/>
                                  </p:stCondLst>
                                  <p:childTnLst>
                                    <p:set>
                                      <p:cBhvr>
                                        <p:cTn id="64" dur="1" fill="hold">
                                          <p:stCondLst>
                                            <p:cond delay="0"/>
                                          </p:stCondLst>
                                        </p:cTn>
                                        <p:tgtEl>
                                          <p:spTgt spid="34819">
                                            <p:txEl>
                                              <p:pRg st="8" end="8"/>
                                            </p:txEl>
                                          </p:spTgt>
                                        </p:tgtEl>
                                        <p:attrNameLst>
                                          <p:attrName>style.visibility</p:attrName>
                                        </p:attrNameLst>
                                      </p:cBhvr>
                                      <p:to>
                                        <p:strVal val="visible"/>
                                      </p:to>
                                    </p:set>
                                    <p:anim from="(-#ppt_w/2)" to="(#ppt_x)" calcmode="lin" valueType="num">
                                      <p:cBhvr>
                                        <p:cTn id="65" dur="600" fill="hold">
                                          <p:stCondLst>
                                            <p:cond delay="0"/>
                                          </p:stCondLst>
                                        </p:cTn>
                                        <p:tgtEl>
                                          <p:spTgt spid="34819">
                                            <p:txEl>
                                              <p:pRg st="8" end="8"/>
                                            </p:txEl>
                                          </p:spTgt>
                                        </p:tgtEl>
                                        <p:attrNameLst>
                                          <p:attrName>ppt_x</p:attrName>
                                        </p:attrNameLst>
                                      </p:cBhvr>
                                    </p:anim>
                                    <p:anim from="0" to="-1.0" calcmode="lin" valueType="num">
                                      <p:cBhvr>
                                        <p:cTn id="66" dur="200" decel="50000" autoRev="1" fill="hold">
                                          <p:stCondLst>
                                            <p:cond delay="600"/>
                                          </p:stCondLst>
                                        </p:cTn>
                                        <p:tgtEl>
                                          <p:spTgt spid="34819">
                                            <p:txEl>
                                              <p:pRg st="8" end="8"/>
                                            </p:txEl>
                                          </p:spTgt>
                                        </p:tgtEl>
                                        <p:attrNameLst>
                                          <p:attrName>xshear</p:attrName>
                                        </p:attrNameLst>
                                      </p:cBhvr>
                                    </p:anim>
                                    <p:animScale>
                                      <p:cBhvr>
                                        <p:cTn id="67" dur="200" decel="100000" autoRev="1" fill="hold">
                                          <p:stCondLst>
                                            <p:cond delay="600"/>
                                          </p:stCondLst>
                                        </p:cTn>
                                        <p:tgtEl>
                                          <p:spTgt spid="34819">
                                            <p:txEl>
                                              <p:pRg st="8" end="8"/>
                                            </p:txEl>
                                          </p:spTgt>
                                        </p:tgtEl>
                                      </p:cBhvr>
                                      <p:from x="100000" y="100000"/>
                                      <p:to x="80000" y="100000"/>
                                    </p:animScale>
                                    <p:anim by="(#ppt_h/3+#ppt_w*0.1)" calcmode="lin" valueType="num">
                                      <p:cBhvr additive="sum">
                                        <p:cTn id="68" dur="200" decel="100000" autoRev="1" fill="hold">
                                          <p:stCondLst>
                                            <p:cond delay="600"/>
                                          </p:stCondLst>
                                        </p:cTn>
                                        <p:tgtEl>
                                          <p:spTgt spid="34819">
                                            <p:txEl>
                                              <p:pRg st="8" end="8"/>
                                            </p:txEl>
                                          </p:spTgt>
                                        </p:tgtEl>
                                        <p:attrNameLst>
                                          <p:attrName>ppt_x</p:attrName>
                                        </p:attrNameLst>
                                      </p:cBhvr>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34" presetClass="entr" presetSubtype="0" fill="hold" grpId="0" nodeType="clickEffect">
                                  <p:stCondLst>
                                    <p:cond delay="0"/>
                                  </p:stCondLst>
                                  <p:childTnLst>
                                    <p:set>
                                      <p:cBhvr>
                                        <p:cTn id="72" dur="1" fill="hold">
                                          <p:stCondLst>
                                            <p:cond delay="0"/>
                                          </p:stCondLst>
                                        </p:cTn>
                                        <p:tgtEl>
                                          <p:spTgt spid="34819">
                                            <p:txEl>
                                              <p:pRg st="9" end="9"/>
                                            </p:txEl>
                                          </p:spTgt>
                                        </p:tgtEl>
                                        <p:attrNameLst>
                                          <p:attrName>style.visibility</p:attrName>
                                        </p:attrNameLst>
                                      </p:cBhvr>
                                      <p:to>
                                        <p:strVal val="visible"/>
                                      </p:to>
                                    </p:set>
                                    <p:anim from="(-#ppt_w/2)" to="(#ppt_x)" calcmode="lin" valueType="num">
                                      <p:cBhvr>
                                        <p:cTn id="73" dur="600" fill="hold">
                                          <p:stCondLst>
                                            <p:cond delay="0"/>
                                          </p:stCondLst>
                                        </p:cTn>
                                        <p:tgtEl>
                                          <p:spTgt spid="34819">
                                            <p:txEl>
                                              <p:pRg st="9" end="9"/>
                                            </p:txEl>
                                          </p:spTgt>
                                        </p:tgtEl>
                                        <p:attrNameLst>
                                          <p:attrName>ppt_x</p:attrName>
                                        </p:attrNameLst>
                                      </p:cBhvr>
                                    </p:anim>
                                    <p:anim from="0" to="-1.0" calcmode="lin" valueType="num">
                                      <p:cBhvr>
                                        <p:cTn id="74" dur="200" decel="50000" autoRev="1" fill="hold">
                                          <p:stCondLst>
                                            <p:cond delay="600"/>
                                          </p:stCondLst>
                                        </p:cTn>
                                        <p:tgtEl>
                                          <p:spTgt spid="34819">
                                            <p:txEl>
                                              <p:pRg st="9" end="9"/>
                                            </p:txEl>
                                          </p:spTgt>
                                        </p:tgtEl>
                                        <p:attrNameLst>
                                          <p:attrName>xshear</p:attrName>
                                        </p:attrNameLst>
                                      </p:cBhvr>
                                    </p:anim>
                                    <p:animScale>
                                      <p:cBhvr>
                                        <p:cTn id="75" dur="200" decel="100000" autoRev="1" fill="hold">
                                          <p:stCondLst>
                                            <p:cond delay="600"/>
                                          </p:stCondLst>
                                        </p:cTn>
                                        <p:tgtEl>
                                          <p:spTgt spid="34819">
                                            <p:txEl>
                                              <p:pRg st="9" end="9"/>
                                            </p:txEl>
                                          </p:spTgt>
                                        </p:tgtEl>
                                      </p:cBhvr>
                                      <p:from x="100000" y="100000"/>
                                      <p:to x="80000" y="100000"/>
                                    </p:animScale>
                                    <p:anim by="(#ppt_h/3+#ppt_w*0.1)" calcmode="lin" valueType="num">
                                      <p:cBhvr additive="sum">
                                        <p:cTn id="76" dur="200" decel="100000" autoRev="1" fill="hold">
                                          <p:stCondLst>
                                            <p:cond delay="600"/>
                                          </p:stCondLst>
                                        </p:cTn>
                                        <p:tgtEl>
                                          <p:spTgt spid="34819">
                                            <p:txEl>
                                              <p:pRg st="9" end="9"/>
                                            </p:txEl>
                                          </p:spTgt>
                                        </p:tgtEl>
                                        <p:attrNameLst>
                                          <p:attrName>ppt_x</p:attrName>
                                        </p:attrNameLst>
                                      </p:cBhvr>
                                    </p:anim>
                                  </p:childTnLst>
                                </p:cTn>
                              </p:par>
                              <p:par>
                                <p:cTn id="77" presetID="34" presetClass="entr" presetSubtype="0" fill="hold" grpId="0" nodeType="withEffect">
                                  <p:stCondLst>
                                    <p:cond delay="0"/>
                                  </p:stCondLst>
                                  <p:childTnLst>
                                    <p:set>
                                      <p:cBhvr>
                                        <p:cTn id="78" dur="1" fill="hold">
                                          <p:stCondLst>
                                            <p:cond delay="0"/>
                                          </p:stCondLst>
                                        </p:cTn>
                                        <p:tgtEl>
                                          <p:spTgt spid="34819">
                                            <p:txEl>
                                              <p:pRg st="10" end="10"/>
                                            </p:txEl>
                                          </p:spTgt>
                                        </p:tgtEl>
                                        <p:attrNameLst>
                                          <p:attrName>style.visibility</p:attrName>
                                        </p:attrNameLst>
                                      </p:cBhvr>
                                      <p:to>
                                        <p:strVal val="visible"/>
                                      </p:to>
                                    </p:set>
                                    <p:anim from="(-#ppt_w/2)" to="(#ppt_x)" calcmode="lin" valueType="num">
                                      <p:cBhvr>
                                        <p:cTn id="79" dur="600" fill="hold">
                                          <p:stCondLst>
                                            <p:cond delay="0"/>
                                          </p:stCondLst>
                                        </p:cTn>
                                        <p:tgtEl>
                                          <p:spTgt spid="34819">
                                            <p:txEl>
                                              <p:pRg st="10" end="10"/>
                                            </p:txEl>
                                          </p:spTgt>
                                        </p:tgtEl>
                                        <p:attrNameLst>
                                          <p:attrName>ppt_x</p:attrName>
                                        </p:attrNameLst>
                                      </p:cBhvr>
                                    </p:anim>
                                    <p:anim from="0" to="-1.0" calcmode="lin" valueType="num">
                                      <p:cBhvr>
                                        <p:cTn id="80" dur="200" decel="50000" autoRev="1" fill="hold">
                                          <p:stCondLst>
                                            <p:cond delay="600"/>
                                          </p:stCondLst>
                                        </p:cTn>
                                        <p:tgtEl>
                                          <p:spTgt spid="34819">
                                            <p:txEl>
                                              <p:pRg st="10" end="10"/>
                                            </p:txEl>
                                          </p:spTgt>
                                        </p:tgtEl>
                                        <p:attrNameLst>
                                          <p:attrName>xshear</p:attrName>
                                        </p:attrNameLst>
                                      </p:cBhvr>
                                    </p:anim>
                                    <p:animScale>
                                      <p:cBhvr>
                                        <p:cTn id="81" dur="200" decel="100000" autoRev="1" fill="hold">
                                          <p:stCondLst>
                                            <p:cond delay="600"/>
                                          </p:stCondLst>
                                        </p:cTn>
                                        <p:tgtEl>
                                          <p:spTgt spid="34819">
                                            <p:txEl>
                                              <p:pRg st="10" end="10"/>
                                            </p:txEl>
                                          </p:spTgt>
                                        </p:tgtEl>
                                      </p:cBhvr>
                                      <p:from x="100000" y="100000"/>
                                      <p:to x="80000" y="100000"/>
                                    </p:animScale>
                                    <p:anim by="(#ppt_h/3+#ppt_w*0.1)" calcmode="lin" valueType="num">
                                      <p:cBhvr additive="sum">
                                        <p:cTn id="82" dur="200" decel="100000" autoRev="1" fill="hold">
                                          <p:stCondLst>
                                            <p:cond delay="600"/>
                                          </p:stCondLst>
                                        </p:cTn>
                                        <p:tgtEl>
                                          <p:spTgt spid="34819">
                                            <p:txEl>
                                              <p:pRg st="10" end="10"/>
                                            </p:txEl>
                                          </p:spTgt>
                                        </p:tgtEl>
                                        <p:attrNameLst>
                                          <p:attrName>ppt_x</p:attrName>
                                        </p:attrNameLst>
                                      </p:cBhvr>
                                    </p:anim>
                                  </p:childTnLst>
                                </p:cTn>
                              </p:par>
                              <p:par>
                                <p:cTn id="83" presetID="34" presetClass="entr" presetSubtype="0" fill="hold" grpId="0" nodeType="withEffect">
                                  <p:stCondLst>
                                    <p:cond delay="0"/>
                                  </p:stCondLst>
                                  <p:childTnLst>
                                    <p:set>
                                      <p:cBhvr>
                                        <p:cTn id="84" dur="1" fill="hold">
                                          <p:stCondLst>
                                            <p:cond delay="0"/>
                                          </p:stCondLst>
                                        </p:cTn>
                                        <p:tgtEl>
                                          <p:spTgt spid="34819">
                                            <p:txEl>
                                              <p:pRg st="11" end="11"/>
                                            </p:txEl>
                                          </p:spTgt>
                                        </p:tgtEl>
                                        <p:attrNameLst>
                                          <p:attrName>style.visibility</p:attrName>
                                        </p:attrNameLst>
                                      </p:cBhvr>
                                      <p:to>
                                        <p:strVal val="visible"/>
                                      </p:to>
                                    </p:set>
                                    <p:anim from="(-#ppt_w/2)" to="(#ppt_x)" calcmode="lin" valueType="num">
                                      <p:cBhvr>
                                        <p:cTn id="85" dur="600" fill="hold">
                                          <p:stCondLst>
                                            <p:cond delay="0"/>
                                          </p:stCondLst>
                                        </p:cTn>
                                        <p:tgtEl>
                                          <p:spTgt spid="34819">
                                            <p:txEl>
                                              <p:pRg st="11" end="11"/>
                                            </p:txEl>
                                          </p:spTgt>
                                        </p:tgtEl>
                                        <p:attrNameLst>
                                          <p:attrName>ppt_x</p:attrName>
                                        </p:attrNameLst>
                                      </p:cBhvr>
                                    </p:anim>
                                    <p:anim from="0" to="-1.0" calcmode="lin" valueType="num">
                                      <p:cBhvr>
                                        <p:cTn id="86" dur="200" decel="50000" autoRev="1" fill="hold">
                                          <p:stCondLst>
                                            <p:cond delay="600"/>
                                          </p:stCondLst>
                                        </p:cTn>
                                        <p:tgtEl>
                                          <p:spTgt spid="34819">
                                            <p:txEl>
                                              <p:pRg st="11" end="11"/>
                                            </p:txEl>
                                          </p:spTgt>
                                        </p:tgtEl>
                                        <p:attrNameLst>
                                          <p:attrName>xshear</p:attrName>
                                        </p:attrNameLst>
                                      </p:cBhvr>
                                    </p:anim>
                                    <p:animScale>
                                      <p:cBhvr>
                                        <p:cTn id="87" dur="200" decel="100000" autoRev="1" fill="hold">
                                          <p:stCondLst>
                                            <p:cond delay="600"/>
                                          </p:stCondLst>
                                        </p:cTn>
                                        <p:tgtEl>
                                          <p:spTgt spid="34819">
                                            <p:txEl>
                                              <p:pRg st="11" end="11"/>
                                            </p:txEl>
                                          </p:spTgt>
                                        </p:tgtEl>
                                      </p:cBhvr>
                                      <p:from x="100000" y="100000"/>
                                      <p:to x="80000" y="100000"/>
                                    </p:animScale>
                                    <p:anim by="(#ppt_h/3+#ppt_w*0.1)" calcmode="lin" valueType="num">
                                      <p:cBhvr additive="sum">
                                        <p:cTn id="88" dur="200" decel="100000" autoRev="1" fill="hold">
                                          <p:stCondLst>
                                            <p:cond delay="600"/>
                                          </p:stCondLst>
                                        </p:cTn>
                                        <p:tgtEl>
                                          <p:spTgt spid="34819">
                                            <p:txEl>
                                              <p:pRg st="11" end="11"/>
                                            </p:txEl>
                                          </p:spTgt>
                                        </p:tgtEl>
                                        <p:attrNameLst>
                                          <p:attrName>ppt_x</p:attrName>
                                        </p:attrNameLst>
                                      </p:cBhvr>
                                    </p:anim>
                                  </p:childTnLst>
                                </p:cTn>
                              </p:par>
                              <p:par>
                                <p:cTn id="89" presetID="34" presetClass="entr" presetSubtype="0" fill="hold" grpId="0" nodeType="withEffect">
                                  <p:stCondLst>
                                    <p:cond delay="0"/>
                                  </p:stCondLst>
                                  <p:childTnLst>
                                    <p:set>
                                      <p:cBhvr>
                                        <p:cTn id="90" dur="1" fill="hold">
                                          <p:stCondLst>
                                            <p:cond delay="0"/>
                                          </p:stCondLst>
                                        </p:cTn>
                                        <p:tgtEl>
                                          <p:spTgt spid="34819">
                                            <p:txEl>
                                              <p:pRg st="12" end="12"/>
                                            </p:txEl>
                                          </p:spTgt>
                                        </p:tgtEl>
                                        <p:attrNameLst>
                                          <p:attrName>style.visibility</p:attrName>
                                        </p:attrNameLst>
                                      </p:cBhvr>
                                      <p:to>
                                        <p:strVal val="visible"/>
                                      </p:to>
                                    </p:set>
                                    <p:anim from="(-#ppt_w/2)" to="(#ppt_x)" calcmode="lin" valueType="num">
                                      <p:cBhvr>
                                        <p:cTn id="91" dur="600" fill="hold">
                                          <p:stCondLst>
                                            <p:cond delay="0"/>
                                          </p:stCondLst>
                                        </p:cTn>
                                        <p:tgtEl>
                                          <p:spTgt spid="34819">
                                            <p:txEl>
                                              <p:pRg st="12" end="12"/>
                                            </p:txEl>
                                          </p:spTgt>
                                        </p:tgtEl>
                                        <p:attrNameLst>
                                          <p:attrName>ppt_x</p:attrName>
                                        </p:attrNameLst>
                                      </p:cBhvr>
                                    </p:anim>
                                    <p:anim from="0" to="-1.0" calcmode="lin" valueType="num">
                                      <p:cBhvr>
                                        <p:cTn id="92" dur="200" decel="50000" autoRev="1" fill="hold">
                                          <p:stCondLst>
                                            <p:cond delay="600"/>
                                          </p:stCondLst>
                                        </p:cTn>
                                        <p:tgtEl>
                                          <p:spTgt spid="34819">
                                            <p:txEl>
                                              <p:pRg st="12" end="12"/>
                                            </p:txEl>
                                          </p:spTgt>
                                        </p:tgtEl>
                                        <p:attrNameLst>
                                          <p:attrName>xshear</p:attrName>
                                        </p:attrNameLst>
                                      </p:cBhvr>
                                    </p:anim>
                                    <p:animScale>
                                      <p:cBhvr>
                                        <p:cTn id="93" dur="200" decel="100000" autoRev="1" fill="hold">
                                          <p:stCondLst>
                                            <p:cond delay="600"/>
                                          </p:stCondLst>
                                        </p:cTn>
                                        <p:tgtEl>
                                          <p:spTgt spid="34819">
                                            <p:txEl>
                                              <p:pRg st="12" end="12"/>
                                            </p:txEl>
                                          </p:spTgt>
                                        </p:tgtEl>
                                      </p:cBhvr>
                                      <p:from x="100000" y="100000"/>
                                      <p:to x="80000" y="100000"/>
                                    </p:animScale>
                                    <p:anim by="(#ppt_h/3+#ppt_w*0.1)" calcmode="lin" valueType="num">
                                      <p:cBhvr additive="sum">
                                        <p:cTn id="94" dur="200" decel="100000" autoRev="1" fill="hold">
                                          <p:stCondLst>
                                            <p:cond delay="600"/>
                                          </p:stCondLst>
                                        </p:cTn>
                                        <p:tgtEl>
                                          <p:spTgt spid="34819">
                                            <p:txEl>
                                              <p:pRg st="12" end="12"/>
                                            </p:txEl>
                                          </p:spTgt>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1919288" y="836613"/>
            <a:ext cx="8229600" cy="723900"/>
          </a:xfrm>
        </p:spPr>
        <p:txBody>
          <a:bodyPr/>
          <a:lstStyle/>
          <a:p>
            <a:pPr algn="ctr"/>
            <a:r>
              <a:rPr lang="en-US" sz="3200">
                <a:latin typeface="Book Antiqua" panose="02040602050305030304" pitchFamily="18" charset="0"/>
              </a:rPr>
              <a:t>Applications of Priority Queues</a:t>
            </a:r>
            <a:endParaRPr lang="en-US" sz="3200"/>
          </a:p>
        </p:txBody>
      </p:sp>
      <p:sp>
        <p:nvSpPr>
          <p:cNvPr id="3" name="Content Placeholder 2"/>
          <p:cNvSpPr>
            <a:spLocks noGrp="1"/>
          </p:cNvSpPr>
          <p:nvPr>
            <p:ph idx="1"/>
          </p:nvPr>
        </p:nvSpPr>
        <p:spPr/>
        <p:txBody>
          <a:bodyPr>
            <a:normAutofit fontScale="92500" lnSpcReduction="10000"/>
          </a:bodyPr>
          <a:lstStyle/>
          <a:p>
            <a:pPr>
              <a:defRPr/>
            </a:pPr>
            <a:r>
              <a:rPr lang="en-US" sz="2400" dirty="0">
                <a:solidFill>
                  <a:srgbClr val="000000"/>
                </a:solidFill>
                <a:latin typeface="Book Antiqua" pitchFamily="18" charset="0"/>
              </a:rPr>
              <a:t>Scheduling queue</a:t>
            </a:r>
            <a:r>
              <a:rPr lang="en-US" sz="2400" b="1" dirty="0">
                <a:solidFill>
                  <a:srgbClr val="000000"/>
                </a:solidFill>
                <a:latin typeface="Book Antiqua" pitchFamily="18" charset="0"/>
              </a:rPr>
              <a:t>s</a:t>
            </a:r>
            <a:r>
              <a:rPr lang="en-US" sz="2400" dirty="0">
                <a:solidFill>
                  <a:srgbClr val="000000"/>
                </a:solidFill>
                <a:latin typeface="Book Antiqua" pitchFamily="18" charset="0"/>
              </a:rPr>
              <a:t> for a processor</a:t>
            </a:r>
          </a:p>
          <a:p>
            <a:pPr>
              <a:defRPr/>
            </a:pPr>
            <a:r>
              <a:rPr lang="en-US" sz="2400" dirty="0">
                <a:solidFill>
                  <a:srgbClr val="000000"/>
                </a:solidFill>
                <a:latin typeface="Book Antiqua" pitchFamily="18" charset="0"/>
              </a:rPr>
              <a:t>Print Queues</a:t>
            </a:r>
          </a:p>
          <a:p>
            <a:pPr>
              <a:defRPr/>
            </a:pPr>
            <a:r>
              <a:rPr lang="en-US" sz="2400" dirty="0">
                <a:solidFill>
                  <a:srgbClr val="000000"/>
                </a:solidFill>
                <a:latin typeface="Book Antiqua" pitchFamily="18" charset="0"/>
              </a:rPr>
              <a:t>Transmit Queues, etc.….</a:t>
            </a:r>
          </a:p>
          <a:p>
            <a:pPr>
              <a:defRPr/>
            </a:pPr>
            <a:endParaRPr lang="en-US" sz="2400" dirty="0">
              <a:solidFill>
                <a:srgbClr val="000000"/>
              </a:solidFill>
              <a:latin typeface="Book Antiqua" pitchFamily="18" charset="0"/>
            </a:endParaRPr>
          </a:p>
          <a:p>
            <a:pPr marL="307975" indent="-307975">
              <a:lnSpc>
                <a:spcPct val="80000"/>
              </a:lnSpc>
              <a:buClr>
                <a:srgbClr val="FFFFFF"/>
              </a:buClr>
              <a:buNone/>
              <a:defRPr/>
            </a:pPr>
            <a:r>
              <a:rPr lang="en-US" sz="2400" dirty="0">
                <a:solidFill>
                  <a:srgbClr val="000000"/>
                </a:solidFill>
                <a:latin typeface="Book Antiqua" pitchFamily="18" charset="0"/>
              </a:rPr>
              <a:t>This means Required item for process will be in the </a:t>
            </a:r>
            <a:r>
              <a:rPr lang="en-US" sz="2400" b="1" u="sng" dirty="0">
                <a:solidFill>
                  <a:srgbClr val="000000"/>
                </a:solidFill>
                <a:latin typeface="Book Antiqua" pitchFamily="18" charset="0"/>
              </a:rPr>
              <a:t>front</a:t>
            </a:r>
            <a:r>
              <a:rPr lang="en-US" sz="2400" dirty="0">
                <a:solidFill>
                  <a:srgbClr val="000000"/>
                </a:solidFill>
                <a:latin typeface="Book Antiqua" pitchFamily="18" charset="0"/>
              </a:rPr>
              <a:t> of queue which obtained via a </a:t>
            </a:r>
            <a:r>
              <a:rPr lang="en-US" sz="2400" b="1" dirty="0" err="1">
                <a:solidFill>
                  <a:srgbClr val="000000"/>
                </a:solidFill>
                <a:latin typeface="Book Antiqua" pitchFamily="18" charset="0"/>
              </a:rPr>
              <a:t>dequeue</a:t>
            </a:r>
            <a:r>
              <a:rPr lang="en-US" sz="2400" dirty="0">
                <a:solidFill>
                  <a:srgbClr val="000000"/>
                </a:solidFill>
                <a:latin typeface="Book Antiqua" pitchFamily="18" charset="0"/>
              </a:rPr>
              <a:t>() operation.</a:t>
            </a:r>
            <a:endParaRPr lang="en-US" sz="2400" dirty="0"/>
          </a:p>
          <a:p>
            <a:pPr marL="307975" indent="-307975">
              <a:lnSpc>
                <a:spcPct val="80000"/>
              </a:lnSpc>
              <a:buClr>
                <a:srgbClr val="FFFFFF"/>
              </a:buClr>
              <a:buNone/>
              <a:defRPr/>
            </a:pPr>
            <a:endParaRPr lang="en-US" sz="2400" dirty="0">
              <a:solidFill>
                <a:srgbClr val="000000"/>
              </a:solidFill>
              <a:latin typeface="Book Antiqua" pitchFamily="18" charset="0"/>
            </a:endParaRPr>
          </a:p>
          <a:p>
            <a:pPr marL="307975" indent="-307975">
              <a:lnSpc>
                <a:spcPct val="80000"/>
              </a:lnSpc>
              <a:buClr>
                <a:srgbClr val="FFFFFF"/>
              </a:buClr>
              <a:buNone/>
              <a:defRPr/>
            </a:pPr>
            <a:r>
              <a:rPr lang="en-US" sz="2400" b="1" dirty="0">
                <a:solidFill>
                  <a:schemeClr val="tx2"/>
                </a:solidFill>
                <a:latin typeface="Book Antiqua" pitchFamily="18" charset="0"/>
              </a:rPr>
              <a:t>Note:  a priority queue is no longer FIFO.</a:t>
            </a:r>
          </a:p>
          <a:p>
            <a:pPr marL="307975" indent="-307975">
              <a:lnSpc>
                <a:spcPct val="80000"/>
              </a:lnSpc>
              <a:buClr>
                <a:srgbClr val="FFFFFF"/>
              </a:buClr>
              <a:buNone/>
              <a:defRPr/>
            </a:pPr>
            <a:r>
              <a:rPr lang="en-US" sz="2400" b="1" dirty="0">
                <a:solidFill>
                  <a:schemeClr val="tx2"/>
                </a:solidFill>
                <a:latin typeface="Book Antiqua" pitchFamily="18" charset="0"/>
              </a:rPr>
              <a:t>		    Because Deletion is still from front of queue,	    but insertions Depends on priority.</a:t>
            </a:r>
          </a:p>
          <a:p>
            <a:pPr>
              <a:defRPr/>
            </a:pPr>
            <a:endParaRPr lang="en-US" sz="2400" dirty="0"/>
          </a:p>
        </p:txBody>
      </p:sp>
      <p:sp>
        <p:nvSpPr>
          <p:cNvPr id="4" name="Date Placeholder 3"/>
          <p:cNvSpPr>
            <a:spLocks noGrp="1"/>
          </p:cNvSpPr>
          <p:nvPr>
            <p:ph type="dt" sz="quarter" idx="10"/>
          </p:nvPr>
        </p:nvSpPr>
        <p:spPr/>
        <p:txBody>
          <a:bodyPr/>
          <a:lstStyle/>
          <a:p>
            <a:pPr>
              <a:defRPr/>
            </a:pPr>
            <a:fld id="{B1B272B5-28A0-440F-8092-17F8B144158E}" type="datetime1">
              <a:rPr lang="en-US" smtClean="0"/>
              <a:pPr>
                <a:defRPr/>
              </a:pPr>
              <a:t>9/30/2024</a:t>
            </a:fld>
            <a:endParaRPr lang="en-IN"/>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A1375F5-BF56-4066-A35A-3D3A40B2FB34}" type="slidenum">
              <a:rPr lang="en-IN">
                <a:solidFill>
                  <a:srgbClr val="045C75"/>
                </a:solidFill>
                <a:latin typeface="Constantia" panose="02030602050306030303" pitchFamily="18" charset="0"/>
              </a:rPr>
              <a:pPr eaLnBrk="1" hangingPunct="1"/>
              <a:t>67</a:t>
            </a:fld>
            <a:endParaRPr lang="en-IN">
              <a:solidFill>
                <a:srgbClr val="045C75"/>
              </a:solidFill>
              <a:latin typeface="Constantia" panose="02030602050306030303" pitchFamily="18" charset="0"/>
            </a:endParaRPr>
          </a:p>
        </p:txBody>
      </p:sp>
      <p:sp>
        <p:nvSpPr>
          <p:cNvPr id="6" name="Footer Placeholder 5"/>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6614969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from="(-#ppt_w/2)" to="(#ppt_x)" calcmode="lin" valueType="num">
                                      <p:cBhvr>
                                        <p:cTn id="7" dur="600" fill="hold">
                                          <p:stCondLst>
                                            <p:cond delay="0"/>
                                          </p:stCondLst>
                                        </p:cTn>
                                        <p:tgtEl>
                                          <p:spTgt spid="3">
                                            <p:txEl>
                                              <p:pRg st="0" end="0"/>
                                            </p:txEl>
                                          </p:spTgt>
                                        </p:tgtEl>
                                        <p:attrNameLst>
                                          <p:attrName>ppt_x</p:attrName>
                                        </p:attrNameLst>
                                      </p:cBhvr>
                                    </p:anim>
                                    <p:anim from="0" to="-1.0" calcmode="lin" valueType="num">
                                      <p:cBhvr>
                                        <p:cTn id="8" dur="200" decel="50000" autoRev="1" fill="hold">
                                          <p:stCondLst>
                                            <p:cond delay="600"/>
                                          </p:stCondLst>
                                        </p:cTn>
                                        <p:tgtEl>
                                          <p:spTgt spid="3">
                                            <p:txEl>
                                              <p:pRg st="0" end="0"/>
                                            </p:txEl>
                                          </p:spTgt>
                                        </p:tgtEl>
                                        <p:attrNameLst>
                                          <p:attrName>xshear</p:attrName>
                                        </p:attrNameLst>
                                      </p:cBhvr>
                                    </p:anim>
                                    <p:animScale>
                                      <p:cBhvr>
                                        <p:cTn id="9" dur="200" decel="100000" autoRev="1" fill="hold">
                                          <p:stCondLst>
                                            <p:cond delay="600"/>
                                          </p:stCondLst>
                                        </p:cTn>
                                        <p:tgtEl>
                                          <p:spTgt spid="3">
                                            <p:txEl>
                                              <p:pRg st="0" end="0"/>
                                            </p:txEl>
                                          </p:spTgt>
                                        </p:tgtEl>
                                      </p:cBhvr>
                                      <p:from x="100000" y="100000"/>
                                      <p:to x="80000" y="100000"/>
                                    </p:animScale>
                                    <p:anim by="(#ppt_h/3+#ppt_w*0.1)" calcmode="lin" valueType="num">
                                      <p:cBhvr additive="sum">
                                        <p:cTn id="10" dur="200" decel="100000" autoRev="1" fill="hold">
                                          <p:stCondLst>
                                            <p:cond delay="600"/>
                                          </p:stCondLst>
                                        </p:cTn>
                                        <p:tgtEl>
                                          <p:spTgt spid="3">
                                            <p:txEl>
                                              <p:pRg st="0" end="0"/>
                                            </p:txEl>
                                          </p:spTgt>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4"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from="(-#ppt_w/2)" to="(#ppt_x)" calcmode="lin" valueType="num">
                                      <p:cBhvr>
                                        <p:cTn id="15" dur="600" fill="hold">
                                          <p:stCondLst>
                                            <p:cond delay="0"/>
                                          </p:stCondLst>
                                        </p:cTn>
                                        <p:tgtEl>
                                          <p:spTgt spid="3">
                                            <p:txEl>
                                              <p:pRg st="1" end="1"/>
                                            </p:txEl>
                                          </p:spTgt>
                                        </p:tgtEl>
                                        <p:attrNameLst>
                                          <p:attrName>ppt_x</p:attrName>
                                        </p:attrNameLst>
                                      </p:cBhvr>
                                    </p:anim>
                                    <p:anim from="0" to="-1.0" calcmode="lin" valueType="num">
                                      <p:cBhvr>
                                        <p:cTn id="16" dur="200" decel="50000" autoRev="1" fill="hold">
                                          <p:stCondLst>
                                            <p:cond delay="600"/>
                                          </p:stCondLst>
                                        </p:cTn>
                                        <p:tgtEl>
                                          <p:spTgt spid="3">
                                            <p:txEl>
                                              <p:pRg st="1" end="1"/>
                                            </p:txEl>
                                          </p:spTgt>
                                        </p:tgtEl>
                                        <p:attrNameLst>
                                          <p:attrName>xshear</p:attrName>
                                        </p:attrNameLst>
                                      </p:cBhvr>
                                    </p:anim>
                                    <p:animScale>
                                      <p:cBhvr>
                                        <p:cTn id="17" dur="200" decel="100000" autoRev="1" fill="hold">
                                          <p:stCondLst>
                                            <p:cond delay="600"/>
                                          </p:stCondLst>
                                        </p:cTn>
                                        <p:tgtEl>
                                          <p:spTgt spid="3">
                                            <p:txEl>
                                              <p:pRg st="1" end="1"/>
                                            </p:txEl>
                                          </p:spTgt>
                                        </p:tgtEl>
                                      </p:cBhvr>
                                      <p:from x="100000" y="100000"/>
                                      <p:to x="80000" y="100000"/>
                                    </p:animScale>
                                    <p:anim by="(#ppt_h/3+#ppt_w*0.1)" calcmode="lin" valueType="num">
                                      <p:cBhvr additive="sum">
                                        <p:cTn id="18" dur="200" decel="100000" autoRev="1" fill="hold">
                                          <p:stCondLst>
                                            <p:cond delay="600"/>
                                          </p:stCondLst>
                                        </p:cTn>
                                        <p:tgtEl>
                                          <p:spTgt spid="3">
                                            <p:txEl>
                                              <p:pRg st="1" end="1"/>
                                            </p:txEl>
                                          </p:spTgt>
                                        </p:tgtEl>
                                        <p:attrNameLst>
                                          <p:attrName>ppt_x</p:attrName>
                                        </p:attrNameLst>
                                      </p:cBhvr>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4"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from="(-#ppt_w/2)" to="(#ppt_x)" calcmode="lin" valueType="num">
                                      <p:cBhvr>
                                        <p:cTn id="23" dur="600" fill="hold">
                                          <p:stCondLst>
                                            <p:cond delay="0"/>
                                          </p:stCondLst>
                                        </p:cTn>
                                        <p:tgtEl>
                                          <p:spTgt spid="3">
                                            <p:txEl>
                                              <p:pRg st="2" end="2"/>
                                            </p:txEl>
                                          </p:spTgt>
                                        </p:tgtEl>
                                        <p:attrNameLst>
                                          <p:attrName>ppt_x</p:attrName>
                                        </p:attrNameLst>
                                      </p:cBhvr>
                                    </p:anim>
                                    <p:anim from="0" to="-1.0" calcmode="lin" valueType="num">
                                      <p:cBhvr>
                                        <p:cTn id="24" dur="200" decel="50000" autoRev="1" fill="hold">
                                          <p:stCondLst>
                                            <p:cond delay="600"/>
                                          </p:stCondLst>
                                        </p:cTn>
                                        <p:tgtEl>
                                          <p:spTgt spid="3">
                                            <p:txEl>
                                              <p:pRg st="2" end="2"/>
                                            </p:txEl>
                                          </p:spTgt>
                                        </p:tgtEl>
                                        <p:attrNameLst>
                                          <p:attrName>xshear</p:attrName>
                                        </p:attrNameLst>
                                      </p:cBhvr>
                                    </p:anim>
                                    <p:animScale>
                                      <p:cBhvr>
                                        <p:cTn id="25" dur="200" decel="100000" autoRev="1" fill="hold">
                                          <p:stCondLst>
                                            <p:cond delay="600"/>
                                          </p:stCondLst>
                                        </p:cTn>
                                        <p:tgtEl>
                                          <p:spTgt spid="3">
                                            <p:txEl>
                                              <p:pRg st="2" end="2"/>
                                            </p:txEl>
                                          </p:spTgt>
                                        </p:tgtEl>
                                      </p:cBhvr>
                                      <p:from x="100000" y="100000"/>
                                      <p:to x="80000" y="100000"/>
                                    </p:animScale>
                                    <p:anim by="(#ppt_h/3+#ppt_w*0.1)" calcmode="lin" valueType="num">
                                      <p:cBhvr additive="sum">
                                        <p:cTn id="26" dur="200" decel="100000" autoRev="1" fill="hold">
                                          <p:stCondLst>
                                            <p:cond delay="600"/>
                                          </p:stCondLst>
                                        </p:cTn>
                                        <p:tgtEl>
                                          <p:spTgt spid="3">
                                            <p:txEl>
                                              <p:pRg st="2" end="2"/>
                                            </p:txEl>
                                          </p:spTgt>
                                        </p:tgtEl>
                                        <p:attrNameLst>
                                          <p:attrName>ppt_x</p:attrName>
                                        </p:attrNameLst>
                                      </p:cBhvr>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34"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from="(-#ppt_w/2)" to="(#ppt_x)" calcmode="lin" valueType="num">
                                      <p:cBhvr>
                                        <p:cTn id="31" dur="600" fill="hold">
                                          <p:stCondLst>
                                            <p:cond delay="0"/>
                                          </p:stCondLst>
                                        </p:cTn>
                                        <p:tgtEl>
                                          <p:spTgt spid="3">
                                            <p:txEl>
                                              <p:pRg st="4" end="4"/>
                                            </p:txEl>
                                          </p:spTgt>
                                        </p:tgtEl>
                                        <p:attrNameLst>
                                          <p:attrName>ppt_x</p:attrName>
                                        </p:attrNameLst>
                                      </p:cBhvr>
                                    </p:anim>
                                    <p:anim from="0" to="-1.0" calcmode="lin" valueType="num">
                                      <p:cBhvr>
                                        <p:cTn id="32" dur="200" decel="50000" autoRev="1" fill="hold">
                                          <p:stCondLst>
                                            <p:cond delay="600"/>
                                          </p:stCondLst>
                                        </p:cTn>
                                        <p:tgtEl>
                                          <p:spTgt spid="3">
                                            <p:txEl>
                                              <p:pRg st="4" end="4"/>
                                            </p:txEl>
                                          </p:spTgt>
                                        </p:tgtEl>
                                        <p:attrNameLst>
                                          <p:attrName>xshear</p:attrName>
                                        </p:attrNameLst>
                                      </p:cBhvr>
                                    </p:anim>
                                    <p:animScale>
                                      <p:cBhvr>
                                        <p:cTn id="33" dur="200" decel="100000" autoRev="1" fill="hold">
                                          <p:stCondLst>
                                            <p:cond delay="600"/>
                                          </p:stCondLst>
                                        </p:cTn>
                                        <p:tgtEl>
                                          <p:spTgt spid="3">
                                            <p:txEl>
                                              <p:pRg st="4" end="4"/>
                                            </p:txEl>
                                          </p:spTgt>
                                        </p:tgtEl>
                                      </p:cBhvr>
                                      <p:from x="100000" y="100000"/>
                                      <p:to x="80000" y="100000"/>
                                    </p:animScale>
                                    <p:anim by="(#ppt_h/3+#ppt_w*0.1)" calcmode="lin" valueType="num">
                                      <p:cBhvr additive="sum">
                                        <p:cTn id="34" dur="200" decel="100000" autoRev="1" fill="hold">
                                          <p:stCondLst>
                                            <p:cond delay="600"/>
                                          </p:stCondLst>
                                        </p:cTn>
                                        <p:tgtEl>
                                          <p:spTgt spid="3">
                                            <p:txEl>
                                              <p:pRg st="4" end="4"/>
                                            </p:txEl>
                                          </p:spTgt>
                                        </p:tgtEl>
                                        <p:attrNameLst>
                                          <p:attrName>ppt_x</p:attrName>
                                        </p:attrNameLst>
                                      </p:cBhvr>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34" presetClass="entr" presetSubtype="0" fill="hold" grpId="0"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from="(-#ppt_w/2)" to="(#ppt_x)" calcmode="lin" valueType="num">
                                      <p:cBhvr>
                                        <p:cTn id="39" dur="600" fill="hold">
                                          <p:stCondLst>
                                            <p:cond delay="0"/>
                                          </p:stCondLst>
                                        </p:cTn>
                                        <p:tgtEl>
                                          <p:spTgt spid="3">
                                            <p:txEl>
                                              <p:pRg st="6" end="6"/>
                                            </p:txEl>
                                          </p:spTgt>
                                        </p:tgtEl>
                                        <p:attrNameLst>
                                          <p:attrName>ppt_x</p:attrName>
                                        </p:attrNameLst>
                                      </p:cBhvr>
                                    </p:anim>
                                    <p:anim from="0" to="-1.0" calcmode="lin" valueType="num">
                                      <p:cBhvr>
                                        <p:cTn id="40" dur="200" decel="50000" autoRev="1" fill="hold">
                                          <p:stCondLst>
                                            <p:cond delay="600"/>
                                          </p:stCondLst>
                                        </p:cTn>
                                        <p:tgtEl>
                                          <p:spTgt spid="3">
                                            <p:txEl>
                                              <p:pRg st="6" end="6"/>
                                            </p:txEl>
                                          </p:spTgt>
                                        </p:tgtEl>
                                        <p:attrNameLst>
                                          <p:attrName>xshear</p:attrName>
                                        </p:attrNameLst>
                                      </p:cBhvr>
                                    </p:anim>
                                    <p:animScale>
                                      <p:cBhvr>
                                        <p:cTn id="41" dur="200" decel="100000" autoRev="1" fill="hold">
                                          <p:stCondLst>
                                            <p:cond delay="600"/>
                                          </p:stCondLst>
                                        </p:cTn>
                                        <p:tgtEl>
                                          <p:spTgt spid="3">
                                            <p:txEl>
                                              <p:pRg st="6" end="6"/>
                                            </p:txEl>
                                          </p:spTgt>
                                        </p:tgtEl>
                                      </p:cBhvr>
                                      <p:from x="100000" y="100000"/>
                                      <p:to x="80000" y="100000"/>
                                    </p:animScale>
                                    <p:anim by="(#ppt_h/3+#ppt_w*0.1)" calcmode="lin" valueType="num">
                                      <p:cBhvr additive="sum">
                                        <p:cTn id="42" dur="200" decel="100000" autoRev="1" fill="hold">
                                          <p:stCondLst>
                                            <p:cond delay="600"/>
                                          </p:stCondLst>
                                        </p:cTn>
                                        <p:tgtEl>
                                          <p:spTgt spid="3">
                                            <p:txEl>
                                              <p:pRg st="6" end="6"/>
                                            </p:txEl>
                                          </p:spTgt>
                                        </p:tgtEl>
                                        <p:attrNameLst>
                                          <p:attrName>ppt_x</p:attrName>
                                        </p:attrNameLst>
                                      </p:cBhvr>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34" presetClass="entr" presetSubtype="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 from="(-#ppt_w/2)" to="(#ppt_x)" calcmode="lin" valueType="num">
                                      <p:cBhvr>
                                        <p:cTn id="47" dur="600" fill="hold">
                                          <p:stCondLst>
                                            <p:cond delay="0"/>
                                          </p:stCondLst>
                                        </p:cTn>
                                        <p:tgtEl>
                                          <p:spTgt spid="3">
                                            <p:txEl>
                                              <p:pRg st="7" end="7"/>
                                            </p:txEl>
                                          </p:spTgt>
                                        </p:tgtEl>
                                        <p:attrNameLst>
                                          <p:attrName>ppt_x</p:attrName>
                                        </p:attrNameLst>
                                      </p:cBhvr>
                                    </p:anim>
                                    <p:anim from="0" to="-1.0" calcmode="lin" valueType="num">
                                      <p:cBhvr>
                                        <p:cTn id="48" dur="200" decel="50000" autoRev="1" fill="hold">
                                          <p:stCondLst>
                                            <p:cond delay="600"/>
                                          </p:stCondLst>
                                        </p:cTn>
                                        <p:tgtEl>
                                          <p:spTgt spid="3">
                                            <p:txEl>
                                              <p:pRg st="7" end="7"/>
                                            </p:txEl>
                                          </p:spTgt>
                                        </p:tgtEl>
                                        <p:attrNameLst>
                                          <p:attrName>xshear</p:attrName>
                                        </p:attrNameLst>
                                      </p:cBhvr>
                                    </p:anim>
                                    <p:animScale>
                                      <p:cBhvr>
                                        <p:cTn id="49" dur="200" decel="100000" autoRev="1" fill="hold">
                                          <p:stCondLst>
                                            <p:cond delay="600"/>
                                          </p:stCondLst>
                                        </p:cTn>
                                        <p:tgtEl>
                                          <p:spTgt spid="3">
                                            <p:txEl>
                                              <p:pRg st="7" end="7"/>
                                            </p:txEl>
                                          </p:spTgt>
                                        </p:tgtEl>
                                      </p:cBhvr>
                                      <p:from x="100000" y="100000"/>
                                      <p:to x="80000" y="100000"/>
                                    </p:animScale>
                                    <p:anim by="(#ppt_h/3+#ppt_w*0.1)" calcmode="lin" valueType="num">
                                      <p:cBhvr additive="sum">
                                        <p:cTn id="50" dur="200" decel="100000" autoRev="1" fill="hold">
                                          <p:stCondLst>
                                            <p:cond delay="600"/>
                                          </p:stCondLst>
                                        </p:cTn>
                                        <p:tgtEl>
                                          <p:spTgt spid="3">
                                            <p:txEl>
                                              <p:pRg st="7" end="7"/>
                                            </p:txEl>
                                          </p:spTgt>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슬라이드 번호 개체 틀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8A8F04C-0BCF-456F-9AC5-7DD4B764F12C}" type="slidenum">
              <a:rPr lang="en-US" altLang="ko-KR">
                <a:solidFill>
                  <a:srgbClr val="045C75"/>
                </a:solidFill>
                <a:latin typeface="Book Antiqua" panose="02040602050305030304" pitchFamily="18" charset="0"/>
                <a:cs typeface="HY신명조"/>
              </a:rPr>
              <a:pPr eaLnBrk="1" hangingPunct="1"/>
              <a:t>68</a:t>
            </a:fld>
            <a:endParaRPr lang="en-US" altLang="ko-KR">
              <a:solidFill>
                <a:srgbClr val="045C75"/>
              </a:solidFill>
              <a:latin typeface="Book Antiqua" panose="02040602050305030304" pitchFamily="18" charset="0"/>
              <a:cs typeface="HY신명조"/>
            </a:endParaRPr>
          </a:p>
        </p:txBody>
      </p:sp>
      <p:sp>
        <p:nvSpPr>
          <p:cNvPr id="34819" name="Rectangle 2"/>
          <p:cNvSpPr>
            <a:spLocks noGrp="1" noChangeArrowheads="1"/>
          </p:cNvSpPr>
          <p:nvPr>
            <p:ph type="title"/>
          </p:nvPr>
        </p:nvSpPr>
        <p:spPr/>
        <p:txBody>
          <a:bodyPr/>
          <a:lstStyle/>
          <a:p>
            <a:pPr algn="ctr" eaLnBrk="1" hangingPunct="1"/>
            <a:r>
              <a:rPr lang="en-US" altLang="ko-KR">
                <a:latin typeface="Book Antiqua" panose="02040602050305030304" pitchFamily="18" charset="0"/>
                <a:cs typeface="HY중고딕"/>
              </a:rPr>
              <a:t>Priority Queues</a:t>
            </a:r>
          </a:p>
        </p:txBody>
      </p:sp>
      <p:sp>
        <p:nvSpPr>
          <p:cNvPr id="443395" name="Rectangle 3"/>
          <p:cNvSpPr>
            <a:spLocks noGrp="1" noChangeArrowheads="1"/>
          </p:cNvSpPr>
          <p:nvPr>
            <p:ph type="body" idx="1"/>
          </p:nvPr>
        </p:nvSpPr>
        <p:spPr>
          <a:xfrm>
            <a:off x="1676400" y="2033588"/>
            <a:ext cx="8991600" cy="4564062"/>
          </a:xfrm>
        </p:spPr>
        <p:txBody>
          <a:bodyPr/>
          <a:lstStyle/>
          <a:p>
            <a:pPr eaLnBrk="1" hangingPunct="1">
              <a:buFont typeface="Wingdings 2" panose="05020102010507070707" pitchFamily="18" charset="2"/>
              <a:buNone/>
            </a:pPr>
            <a:r>
              <a:rPr lang="en-US" altLang="ko-KR" sz="2200">
                <a:latin typeface="Book Antiqua" panose="02040602050305030304" pitchFamily="18" charset="0"/>
                <a:cs typeface="HY신명조"/>
              </a:rPr>
              <a:t>Operations performed on priority queues</a:t>
            </a:r>
          </a:p>
          <a:p>
            <a:pPr marL="914400" lvl="1" indent="-457200">
              <a:buFontTx/>
              <a:buAutoNum type="arabicParenR"/>
            </a:pPr>
            <a:r>
              <a:rPr lang="en-US" altLang="ko-KR" sz="2200">
                <a:latin typeface="Book Antiqua" panose="02040602050305030304" pitchFamily="18" charset="0"/>
                <a:cs typeface="HY신명조"/>
              </a:rPr>
              <a:t>Find an element,</a:t>
            </a:r>
          </a:p>
          <a:p>
            <a:pPr marL="914400" lvl="1" indent="-457200">
              <a:buFontTx/>
              <a:buAutoNum type="arabicParenR"/>
            </a:pPr>
            <a:r>
              <a:rPr lang="en-US" altLang="ko-KR" sz="2200">
                <a:latin typeface="Book Antiqua" panose="02040602050305030304" pitchFamily="18" charset="0"/>
                <a:cs typeface="HY신명조"/>
              </a:rPr>
              <a:t>Insert a new element</a:t>
            </a:r>
          </a:p>
          <a:p>
            <a:pPr marL="914400" lvl="1" indent="-457200">
              <a:buFontTx/>
              <a:buAutoNum type="arabicParenR"/>
            </a:pPr>
            <a:r>
              <a:rPr lang="en-US" altLang="ko-KR" sz="2200">
                <a:latin typeface="Book Antiqua" panose="02040602050305030304" pitchFamily="18" charset="0"/>
                <a:cs typeface="HY신명조"/>
              </a:rPr>
              <a:t>Delete an element, etc.</a:t>
            </a:r>
          </a:p>
          <a:p>
            <a:pPr eaLnBrk="1" hangingPunct="1">
              <a:buFont typeface="Wingdings 2" panose="05020102010507070707" pitchFamily="18" charset="2"/>
              <a:buNone/>
            </a:pPr>
            <a:r>
              <a:rPr lang="en-US" altLang="ko-KR" sz="2200">
                <a:latin typeface="Book Antiqua" panose="02040602050305030304" pitchFamily="18" charset="0"/>
                <a:cs typeface="HY신명조"/>
              </a:rPr>
              <a:t>Two kinds of (Min, Max) priority queues exist:</a:t>
            </a:r>
          </a:p>
          <a:p>
            <a:pPr eaLnBrk="1" hangingPunct="1"/>
            <a:r>
              <a:rPr lang="en-US" altLang="ko-KR" sz="2200">
                <a:latin typeface="Book Antiqua" panose="02040602050305030304" pitchFamily="18" charset="0"/>
                <a:cs typeface="HY신명조"/>
              </a:rPr>
              <a:t>In a </a:t>
            </a:r>
            <a:r>
              <a:rPr lang="en-US" altLang="ko-KR" sz="2200">
                <a:solidFill>
                  <a:srgbClr val="0000FF"/>
                </a:solidFill>
                <a:latin typeface="Book Antiqua" panose="02040602050305030304" pitchFamily="18" charset="0"/>
                <a:cs typeface="HY신명조"/>
              </a:rPr>
              <a:t>Min priority queue</a:t>
            </a:r>
            <a:r>
              <a:rPr lang="en-US" altLang="ko-KR" sz="2200">
                <a:latin typeface="Book Antiqua" panose="02040602050305030304" pitchFamily="18" charset="0"/>
                <a:cs typeface="HY신명조"/>
              </a:rPr>
              <a:t>, find/delete operation finds/deletes the element with minimum priority</a:t>
            </a:r>
          </a:p>
          <a:p>
            <a:pPr eaLnBrk="1" hangingPunct="1"/>
            <a:r>
              <a:rPr lang="en-US" altLang="ko-KR" sz="2200">
                <a:latin typeface="Book Antiqua" panose="02040602050305030304" pitchFamily="18" charset="0"/>
                <a:cs typeface="HY신명조"/>
              </a:rPr>
              <a:t>In a </a:t>
            </a:r>
            <a:r>
              <a:rPr lang="en-US" altLang="ko-KR" sz="2200">
                <a:solidFill>
                  <a:srgbClr val="0000FF"/>
                </a:solidFill>
                <a:latin typeface="Book Antiqua" panose="02040602050305030304" pitchFamily="18" charset="0"/>
                <a:cs typeface="HY신명조"/>
              </a:rPr>
              <a:t>Max priority queue</a:t>
            </a:r>
            <a:r>
              <a:rPr lang="en-US" altLang="ko-KR" sz="2200">
                <a:latin typeface="Book Antiqua" panose="02040602050305030304" pitchFamily="18" charset="0"/>
                <a:cs typeface="HY신명조"/>
              </a:rPr>
              <a:t>, find/delete operation finds/deletes the element with maximum priority</a:t>
            </a:r>
          </a:p>
          <a:p>
            <a:pPr eaLnBrk="1" hangingPunct="1"/>
            <a:r>
              <a:rPr lang="en-US" altLang="ko-KR" sz="2200">
                <a:latin typeface="Book Antiqua" panose="02040602050305030304" pitchFamily="18" charset="0"/>
                <a:cs typeface="HY신명조"/>
              </a:rPr>
              <a:t>Two or more elements can have the same priority</a:t>
            </a:r>
          </a:p>
        </p:txBody>
      </p:sp>
      <p:sp>
        <p:nvSpPr>
          <p:cNvPr id="6" name="Date Placeholder 5"/>
          <p:cNvSpPr>
            <a:spLocks noGrp="1"/>
          </p:cNvSpPr>
          <p:nvPr>
            <p:ph type="dt" sz="quarter" idx="10"/>
          </p:nvPr>
        </p:nvSpPr>
        <p:spPr/>
        <p:txBody>
          <a:bodyPr/>
          <a:lstStyle/>
          <a:p>
            <a:pPr>
              <a:defRPr/>
            </a:pPr>
            <a:fld id="{68C8AB35-6EE8-45ED-B7FC-342C11368331}" type="datetime1">
              <a:rPr lang="en-US" smtClean="0"/>
              <a:pPr>
                <a:defRPr/>
              </a:pPr>
              <a:t>9/30/2024</a:t>
            </a:fld>
            <a:endParaRPr lang="en-IN"/>
          </a:p>
        </p:txBody>
      </p:sp>
      <p:sp>
        <p:nvSpPr>
          <p:cNvPr id="7" name="Footer Placeholder 6"/>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294706483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43395">
                                            <p:txEl>
                                              <p:pRg st="0" end="0"/>
                                            </p:txEl>
                                          </p:spTgt>
                                        </p:tgtEl>
                                        <p:attrNameLst>
                                          <p:attrName>style.visibility</p:attrName>
                                        </p:attrNameLst>
                                      </p:cBhvr>
                                      <p:to>
                                        <p:strVal val="visible"/>
                                      </p:to>
                                    </p:set>
                                    <p:anim calcmode="lin" valueType="num">
                                      <p:cBhvr additive="base">
                                        <p:cTn id="7" dur="500" fill="hold"/>
                                        <p:tgtEl>
                                          <p:spTgt spid="44339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433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43395">
                                            <p:txEl>
                                              <p:pRg st="1" end="1"/>
                                            </p:txEl>
                                          </p:spTgt>
                                        </p:tgtEl>
                                        <p:attrNameLst>
                                          <p:attrName>style.visibility</p:attrName>
                                        </p:attrNameLst>
                                      </p:cBhvr>
                                      <p:to>
                                        <p:strVal val="visible"/>
                                      </p:to>
                                    </p:set>
                                    <p:anim calcmode="lin" valueType="num">
                                      <p:cBhvr additive="base">
                                        <p:cTn id="13" dur="500" fill="hold"/>
                                        <p:tgtEl>
                                          <p:spTgt spid="44339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4339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43395">
                                            <p:txEl>
                                              <p:pRg st="2" end="2"/>
                                            </p:txEl>
                                          </p:spTgt>
                                        </p:tgtEl>
                                        <p:attrNameLst>
                                          <p:attrName>style.visibility</p:attrName>
                                        </p:attrNameLst>
                                      </p:cBhvr>
                                      <p:to>
                                        <p:strVal val="visible"/>
                                      </p:to>
                                    </p:set>
                                    <p:anim calcmode="lin" valueType="num">
                                      <p:cBhvr additive="base">
                                        <p:cTn id="19" dur="500" fill="hold"/>
                                        <p:tgtEl>
                                          <p:spTgt spid="44339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4339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43395">
                                            <p:txEl>
                                              <p:pRg st="3" end="3"/>
                                            </p:txEl>
                                          </p:spTgt>
                                        </p:tgtEl>
                                        <p:attrNameLst>
                                          <p:attrName>style.visibility</p:attrName>
                                        </p:attrNameLst>
                                      </p:cBhvr>
                                      <p:to>
                                        <p:strVal val="visible"/>
                                      </p:to>
                                    </p:set>
                                    <p:anim calcmode="lin" valueType="num">
                                      <p:cBhvr additive="base">
                                        <p:cTn id="25" dur="500" fill="hold"/>
                                        <p:tgtEl>
                                          <p:spTgt spid="44339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4339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43395">
                                            <p:txEl>
                                              <p:pRg st="4" end="4"/>
                                            </p:txEl>
                                          </p:spTgt>
                                        </p:tgtEl>
                                        <p:attrNameLst>
                                          <p:attrName>style.visibility</p:attrName>
                                        </p:attrNameLst>
                                      </p:cBhvr>
                                      <p:to>
                                        <p:strVal val="visible"/>
                                      </p:to>
                                    </p:set>
                                    <p:anim calcmode="lin" valueType="num">
                                      <p:cBhvr additive="base">
                                        <p:cTn id="31" dur="500" fill="hold"/>
                                        <p:tgtEl>
                                          <p:spTgt spid="44339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4339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43395">
                                            <p:txEl>
                                              <p:pRg st="5" end="5"/>
                                            </p:txEl>
                                          </p:spTgt>
                                        </p:tgtEl>
                                        <p:attrNameLst>
                                          <p:attrName>style.visibility</p:attrName>
                                        </p:attrNameLst>
                                      </p:cBhvr>
                                      <p:to>
                                        <p:strVal val="visible"/>
                                      </p:to>
                                    </p:set>
                                    <p:anim calcmode="lin" valueType="num">
                                      <p:cBhvr additive="base">
                                        <p:cTn id="37" dur="500" fill="hold"/>
                                        <p:tgtEl>
                                          <p:spTgt spid="44339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4339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443395">
                                            <p:txEl>
                                              <p:pRg st="6" end="6"/>
                                            </p:txEl>
                                          </p:spTgt>
                                        </p:tgtEl>
                                        <p:attrNameLst>
                                          <p:attrName>style.visibility</p:attrName>
                                        </p:attrNameLst>
                                      </p:cBhvr>
                                      <p:to>
                                        <p:strVal val="visible"/>
                                      </p:to>
                                    </p:set>
                                    <p:anim calcmode="lin" valueType="num">
                                      <p:cBhvr additive="base">
                                        <p:cTn id="43" dur="500" fill="hold"/>
                                        <p:tgtEl>
                                          <p:spTgt spid="443395">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44339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443395">
                                            <p:txEl>
                                              <p:pRg st="7" end="7"/>
                                            </p:txEl>
                                          </p:spTgt>
                                        </p:tgtEl>
                                        <p:attrNameLst>
                                          <p:attrName>style.visibility</p:attrName>
                                        </p:attrNameLst>
                                      </p:cBhvr>
                                      <p:to>
                                        <p:strVal val="visible"/>
                                      </p:to>
                                    </p:set>
                                    <p:anim calcmode="lin" valueType="num">
                                      <p:cBhvr additive="base">
                                        <p:cTn id="49" dur="500" fill="hold"/>
                                        <p:tgtEl>
                                          <p:spTgt spid="443395">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443395">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3395" grpId="0" build="p" bldLvl="2"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1847850" y="2573338"/>
            <a:ext cx="8229600" cy="1143000"/>
          </a:xfrm>
        </p:spPr>
        <p:txBody>
          <a:bodyPr/>
          <a:lstStyle/>
          <a:p>
            <a:pPr algn="ctr"/>
            <a:r>
              <a:rPr lang="en-US" sz="5400" b="1">
                <a:latin typeface="Times New Roman" panose="02020603050405020304" pitchFamily="18" charset="0"/>
                <a:cs typeface="Times New Roman" panose="02020603050405020304" pitchFamily="18" charset="0"/>
              </a:rPr>
              <a:t>Double-Ended Queue</a:t>
            </a:r>
            <a:endParaRPr lang="en-US"/>
          </a:p>
        </p:txBody>
      </p:sp>
      <p:sp>
        <p:nvSpPr>
          <p:cNvPr id="3" name="Date Placeholder 2"/>
          <p:cNvSpPr>
            <a:spLocks noGrp="1"/>
          </p:cNvSpPr>
          <p:nvPr>
            <p:ph type="dt" sz="quarter" idx="10"/>
          </p:nvPr>
        </p:nvSpPr>
        <p:spPr/>
        <p:txBody>
          <a:bodyPr/>
          <a:lstStyle/>
          <a:p>
            <a:pPr>
              <a:defRPr/>
            </a:pPr>
            <a:fld id="{D0E3B1A1-AB8A-4300-96CB-6DDE78AE4B37}" type="datetime1">
              <a:rPr lang="en-US" smtClean="0"/>
              <a:pPr>
                <a:defRPr/>
              </a:pPr>
              <a:t>9/30/2024</a:t>
            </a:fld>
            <a:endParaRPr lang="en-IN"/>
          </a:p>
        </p:txBody>
      </p:sp>
      <p:sp>
        <p:nvSpPr>
          <p:cNvPr id="4" name="Slide Number Placeholder 3"/>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CE04F06-A1B1-4B29-A01F-9CEEF2212C0E}" type="slidenum">
              <a:rPr lang="en-IN">
                <a:solidFill>
                  <a:srgbClr val="045C75"/>
                </a:solidFill>
                <a:latin typeface="Constantia" panose="02030602050306030303" pitchFamily="18" charset="0"/>
              </a:rPr>
              <a:pPr eaLnBrk="1" hangingPunct="1"/>
              <a:t>69</a:t>
            </a:fld>
            <a:endParaRPr lang="en-IN">
              <a:solidFill>
                <a:srgbClr val="045C75"/>
              </a:solidFill>
              <a:latin typeface="Constantia" panose="02030602050306030303" pitchFamily="18" charset="0"/>
            </a:endParaRPr>
          </a:p>
        </p:txBody>
      </p:sp>
      <p:sp>
        <p:nvSpPr>
          <p:cNvPr id="5" name="Footer Placeholder 4"/>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38690091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1952625" y="285750"/>
            <a:ext cx="8229600" cy="1143000"/>
          </a:xfrm>
        </p:spPr>
        <p:txBody>
          <a:bodyPr/>
          <a:lstStyle/>
          <a:p>
            <a:pPr algn="ctr" eaLnBrk="1" hangingPunct="1"/>
            <a:r>
              <a:rPr lang="en-US" sz="2800" b="1" dirty="0">
                <a:latin typeface="Times New Roman" panose="02020603050405020304" pitchFamily="18" charset="0"/>
                <a:cs typeface="Times New Roman" panose="02020603050405020304" pitchFamily="18" charset="0"/>
              </a:rPr>
              <a:t>Double-Ended Queue (</a:t>
            </a:r>
            <a:r>
              <a:rPr lang="en-US" sz="2800" b="1" dirty="0" err="1">
                <a:latin typeface="Times New Roman" panose="02020603050405020304" pitchFamily="18" charset="0"/>
                <a:cs typeface="Times New Roman" panose="02020603050405020304" pitchFamily="18" charset="0"/>
              </a:rPr>
              <a:t>Deque</a:t>
            </a:r>
            <a:r>
              <a:rPr lang="en-US" sz="2800" b="1" dirty="0">
                <a:latin typeface="Times New Roman" panose="02020603050405020304" pitchFamily="18" charset="0"/>
                <a:cs typeface="Times New Roman" panose="02020603050405020304" pitchFamily="18" charset="0"/>
              </a:rPr>
              <a:t>)</a:t>
            </a:r>
            <a:endParaRPr lang="en-IN" sz="2800" b="1" dirty="0">
              <a:latin typeface="Times New Roman" panose="02020603050405020304" pitchFamily="18" charset="0"/>
              <a:cs typeface="Times New Roman" panose="02020603050405020304" pitchFamily="18" charset="0"/>
            </a:endParaRPr>
          </a:p>
        </p:txBody>
      </p:sp>
      <p:sp>
        <p:nvSpPr>
          <p:cNvPr id="40963" name="Content Placeholder 2"/>
          <p:cNvSpPr>
            <a:spLocks noGrp="1"/>
          </p:cNvSpPr>
          <p:nvPr>
            <p:ph idx="1"/>
          </p:nvPr>
        </p:nvSpPr>
        <p:spPr>
          <a:xfrm>
            <a:off x="1847850" y="1773239"/>
            <a:ext cx="8229600" cy="4389437"/>
          </a:xfrm>
        </p:spPr>
        <p:txBody>
          <a:bodyPr/>
          <a:lstStyle/>
          <a:p>
            <a:pPr eaLnBrk="1" hangingPunct="1">
              <a:lnSpc>
                <a:spcPct val="150000"/>
              </a:lnSpc>
            </a:pPr>
            <a:r>
              <a:rPr lang="en-IN" sz="2800">
                <a:latin typeface="Times New Roman" panose="02020603050405020304" pitchFamily="18" charset="0"/>
                <a:cs typeface="Times New Roman" panose="02020603050405020304" pitchFamily="18" charset="0"/>
              </a:rPr>
              <a:t>A Deque or deck is a double-ended queue.</a:t>
            </a:r>
            <a:endParaRPr lang="en-US" sz="2800">
              <a:latin typeface="Times New Roman" panose="02020603050405020304" pitchFamily="18" charset="0"/>
              <a:cs typeface="Times New Roman" panose="02020603050405020304" pitchFamily="18" charset="0"/>
            </a:endParaRPr>
          </a:p>
          <a:p>
            <a:pPr eaLnBrk="1" hangingPunct="1">
              <a:lnSpc>
                <a:spcPct val="150000"/>
              </a:lnSpc>
            </a:pPr>
            <a:r>
              <a:rPr lang="en-US" altLang="zh-TW" sz="2800">
                <a:latin typeface="Times New Roman" panose="02020603050405020304" pitchFamily="18" charset="0"/>
                <a:cs typeface="Times New Roman" panose="02020603050405020304" pitchFamily="18" charset="0"/>
              </a:rPr>
              <a:t>Allows elements to be added or removed on either the ends.</a:t>
            </a:r>
          </a:p>
          <a:p>
            <a:pPr eaLnBrk="1" hangingPunct="1">
              <a:lnSpc>
                <a:spcPct val="150000"/>
              </a:lnSpc>
            </a:pPr>
            <a:endParaRPr lang="en-US" altLang="zh-TW" sz="2800">
              <a:latin typeface="Times New Roman" panose="02020603050405020304" pitchFamily="18" charset="0"/>
              <a:cs typeface="Times New Roman" panose="02020603050405020304" pitchFamily="18" charset="0"/>
            </a:endParaRPr>
          </a:p>
          <a:p>
            <a:pPr eaLnBrk="1" hangingPunct="1">
              <a:lnSpc>
                <a:spcPct val="150000"/>
              </a:lnSpc>
            </a:pPr>
            <a:endParaRPr lang="en-US" altLang="zh-TW" sz="2800">
              <a:latin typeface="Times New Roman" panose="02020603050405020304" pitchFamily="18" charset="0"/>
              <a:cs typeface="Times New Roman" panose="02020603050405020304" pitchFamily="18" charset="0"/>
            </a:endParaRPr>
          </a:p>
        </p:txBody>
      </p:sp>
      <p:pic>
        <p:nvPicPr>
          <p:cNvPr id="40964" name="Picture 5" descr="C:\Users\dwharder\Desktop\deq.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6114" y="4429125"/>
            <a:ext cx="5534025" cy="108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4"/>
          <p:cNvSpPr>
            <a:spLocks noGrp="1"/>
          </p:cNvSpPr>
          <p:nvPr>
            <p:ph type="dt" sz="quarter" idx="10"/>
          </p:nvPr>
        </p:nvSpPr>
        <p:spPr/>
        <p:txBody>
          <a:bodyPr/>
          <a:lstStyle/>
          <a:p>
            <a:pPr>
              <a:defRPr/>
            </a:pPr>
            <a:fld id="{56259E1D-380B-4C9F-97DA-FA48BFB01F59}" type="datetime1">
              <a:rPr lang="en-US" smtClean="0"/>
              <a:pPr>
                <a:defRPr/>
              </a:pPr>
              <a:t>9/30/2024</a:t>
            </a:fld>
            <a:endParaRPr lang="en-IN"/>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03BECE4-E86A-4763-8408-937F0A908C58}" type="slidenum">
              <a:rPr lang="en-IN">
                <a:solidFill>
                  <a:srgbClr val="045C75"/>
                </a:solidFill>
                <a:latin typeface="Constantia" panose="02030602050306030303" pitchFamily="18" charset="0"/>
              </a:rPr>
              <a:pPr eaLnBrk="1" hangingPunct="1"/>
              <a:t>70</a:t>
            </a:fld>
            <a:endParaRPr lang="en-IN">
              <a:solidFill>
                <a:srgbClr val="045C75"/>
              </a:solidFill>
              <a:latin typeface="Constantia" panose="02030602050306030303" pitchFamily="18" charset="0"/>
            </a:endParaRPr>
          </a:p>
        </p:txBody>
      </p:sp>
      <p:sp>
        <p:nvSpPr>
          <p:cNvPr id="7" name="Footer Placeholder 6"/>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30155134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anim from="(-#ppt_w/2)" to="(#ppt_x)" calcmode="lin" valueType="num">
                                      <p:cBhvr>
                                        <p:cTn id="7" dur="600" fill="hold">
                                          <p:stCondLst>
                                            <p:cond delay="0"/>
                                          </p:stCondLst>
                                        </p:cTn>
                                        <p:tgtEl>
                                          <p:spTgt spid="40963">
                                            <p:txEl>
                                              <p:pRg st="0" end="0"/>
                                            </p:txEl>
                                          </p:spTgt>
                                        </p:tgtEl>
                                        <p:attrNameLst>
                                          <p:attrName>ppt_x</p:attrName>
                                        </p:attrNameLst>
                                      </p:cBhvr>
                                    </p:anim>
                                    <p:anim from="0" to="-1.0" calcmode="lin" valueType="num">
                                      <p:cBhvr>
                                        <p:cTn id="8" dur="200" decel="50000" autoRev="1" fill="hold">
                                          <p:stCondLst>
                                            <p:cond delay="600"/>
                                          </p:stCondLst>
                                        </p:cTn>
                                        <p:tgtEl>
                                          <p:spTgt spid="40963">
                                            <p:txEl>
                                              <p:pRg st="0" end="0"/>
                                            </p:txEl>
                                          </p:spTgt>
                                        </p:tgtEl>
                                        <p:attrNameLst>
                                          <p:attrName>xshear</p:attrName>
                                        </p:attrNameLst>
                                      </p:cBhvr>
                                    </p:anim>
                                    <p:animScale>
                                      <p:cBhvr>
                                        <p:cTn id="9" dur="200" decel="100000" autoRev="1" fill="hold">
                                          <p:stCondLst>
                                            <p:cond delay="600"/>
                                          </p:stCondLst>
                                        </p:cTn>
                                        <p:tgtEl>
                                          <p:spTgt spid="40963">
                                            <p:txEl>
                                              <p:pRg st="0" end="0"/>
                                            </p:txEl>
                                          </p:spTgt>
                                        </p:tgtEl>
                                      </p:cBhvr>
                                      <p:from x="100000" y="100000"/>
                                      <p:to x="80000" y="100000"/>
                                    </p:animScale>
                                    <p:anim by="(#ppt_h/3+#ppt_w*0.1)" calcmode="lin" valueType="num">
                                      <p:cBhvr additive="sum">
                                        <p:cTn id="10" dur="200" decel="100000" autoRev="1" fill="hold">
                                          <p:stCondLst>
                                            <p:cond delay="600"/>
                                          </p:stCondLst>
                                        </p:cTn>
                                        <p:tgtEl>
                                          <p:spTgt spid="40963">
                                            <p:txEl>
                                              <p:pRg st="0" end="0"/>
                                            </p:txEl>
                                          </p:spTgt>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4" presetClass="entr" presetSubtype="0" fill="hold" nodeType="clickEffect">
                                  <p:stCondLst>
                                    <p:cond delay="0"/>
                                  </p:stCondLst>
                                  <p:childTnLst>
                                    <p:set>
                                      <p:cBhvr>
                                        <p:cTn id="14" dur="1" fill="hold">
                                          <p:stCondLst>
                                            <p:cond delay="0"/>
                                          </p:stCondLst>
                                        </p:cTn>
                                        <p:tgtEl>
                                          <p:spTgt spid="40964"/>
                                        </p:tgtEl>
                                        <p:attrNameLst>
                                          <p:attrName>style.visibility</p:attrName>
                                        </p:attrNameLst>
                                      </p:cBhvr>
                                      <p:to>
                                        <p:strVal val="visible"/>
                                      </p:to>
                                    </p:set>
                                    <p:anim from="(-#ppt_w/2)" to="(#ppt_x)" calcmode="lin" valueType="num">
                                      <p:cBhvr>
                                        <p:cTn id="15" dur="600" fill="hold">
                                          <p:stCondLst>
                                            <p:cond delay="0"/>
                                          </p:stCondLst>
                                        </p:cTn>
                                        <p:tgtEl>
                                          <p:spTgt spid="40964"/>
                                        </p:tgtEl>
                                        <p:attrNameLst>
                                          <p:attrName>ppt_x</p:attrName>
                                        </p:attrNameLst>
                                      </p:cBhvr>
                                    </p:anim>
                                    <p:anim from="0" to="-1.0" calcmode="lin" valueType="num">
                                      <p:cBhvr>
                                        <p:cTn id="16" dur="200" decel="50000" autoRev="1" fill="hold">
                                          <p:stCondLst>
                                            <p:cond delay="600"/>
                                          </p:stCondLst>
                                        </p:cTn>
                                        <p:tgtEl>
                                          <p:spTgt spid="40964"/>
                                        </p:tgtEl>
                                        <p:attrNameLst>
                                          <p:attrName>xshear</p:attrName>
                                        </p:attrNameLst>
                                      </p:cBhvr>
                                    </p:anim>
                                    <p:animScale>
                                      <p:cBhvr>
                                        <p:cTn id="17" dur="200" decel="100000" autoRev="1" fill="hold">
                                          <p:stCondLst>
                                            <p:cond delay="600"/>
                                          </p:stCondLst>
                                        </p:cTn>
                                        <p:tgtEl>
                                          <p:spTgt spid="40964"/>
                                        </p:tgtEl>
                                      </p:cBhvr>
                                      <p:from x="100000" y="100000"/>
                                      <p:to x="80000" y="100000"/>
                                    </p:animScale>
                                    <p:anim by="(#ppt_h/3+#ppt_w*0.1)" calcmode="lin" valueType="num">
                                      <p:cBhvr additive="sum">
                                        <p:cTn id="18" dur="200" decel="100000" autoRev="1" fill="hold">
                                          <p:stCondLst>
                                            <p:cond delay="600"/>
                                          </p:stCondLst>
                                        </p:cTn>
                                        <p:tgtEl>
                                          <p:spTgt spid="40964"/>
                                        </p:tgtEl>
                                        <p:attrNameLst>
                                          <p:attrName>ppt_x</p:attrName>
                                        </p:attrNameLst>
                                      </p:cBhvr>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4" presetClass="entr" presetSubtype="0" fill="hold" grpId="0" nodeType="clickEffect">
                                  <p:stCondLst>
                                    <p:cond delay="0"/>
                                  </p:stCondLst>
                                  <p:childTnLst>
                                    <p:set>
                                      <p:cBhvr>
                                        <p:cTn id="22" dur="1" fill="hold">
                                          <p:stCondLst>
                                            <p:cond delay="0"/>
                                          </p:stCondLst>
                                        </p:cTn>
                                        <p:tgtEl>
                                          <p:spTgt spid="40963">
                                            <p:txEl>
                                              <p:pRg st="1" end="1"/>
                                            </p:txEl>
                                          </p:spTgt>
                                        </p:tgtEl>
                                        <p:attrNameLst>
                                          <p:attrName>style.visibility</p:attrName>
                                        </p:attrNameLst>
                                      </p:cBhvr>
                                      <p:to>
                                        <p:strVal val="visible"/>
                                      </p:to>
                                    </p:set>
                                    <p:anim from="(-#ppt_w/2)" to="(#ppt_x)" calcmode="lin" valueType="num">
                                      <p:cBhvr>
                                        <p:cTn id="23" dur="600" fill="hold">
                                          <p:stCondLst>
                                            <p:cond delay="0"/>
                                          </p:stCondLst>
                                        </p:cTn>
                                        <p:tgtEl>
                                          <p:spTgt spid="40963">
                                            <p:txEl>
                                              <p:pRg st="1" end="1"/>
                                            </p:txEl>
                                          </p:spTgt>
                                        </p:tgtEl>
                                        <p:attrNameLst>
                                          <p:attrName>ppt_x</p:attrName>
                                        </p:attrNameLst>
                                      </p:cBhvr>
                                    </p:anim>
                                    <p:anim from="0" to="-1.0" calcmode="lin" valueType="num">
                                      <p:cBhvr>
                                        <p:cTn id="24" dur="200" decel="50000" autoRev="1" fill="hold">
                                          <p:stCondLst>
                                            <p:cond delay="600"/>
                                          </p:stCondLst>
                                        </p:cTn>
                                        <p:tgtEl>
                                          <p:spTgt spid="40963">
                                            <p:txEl>
                                              <p:pRg st="1" end="1"/>
                                            </p:txEl>
                                          </p:spTgt>
                                        </p:tgtEl>
                                        <p:attrNameLst>
                                          <p:attrName>xshear</p:attrName>
                                        </p:attrNameLst>
                                      </p:cBhvr>
                                    </p:anim>
                                    <p:animScale>
                                      <p:cBhvr>
                                        <p:cTn id="25" dur="200" decel="100000" autoRev="1" fill="hold">
                                          <p:stCondLst>
                                            <p:cond delay="600"/>
                                          </p:stCondLst>
                                        </p:cTn>
                                        <p:tgtEl>
                                          <p:spTgt spid="40963">
                                            <p:txEl>
                                              <p:pRg st="1" end="1"/>
                                            </p:txEl>
                                          </p:spTgt>
                                        </p:tgtEl>
                                      </p:cBhvr>
                                      <p:from x="100000" y="100000"/>
                                      <p:to x="80000" y="100000"/>
                                    </p:animScale>
                                    <p:anim by="(#ppt_h/3+#ppt_w*0.1)" calcmode="lin" valueType="num">
                                      <p:cBhvr additive="sum">
                                        <p:cTn id="26" dur="200" decel="100000" autoRev="1" fill="hold">
                                          <p:stCondLst>
                                            <p:cond delay="600"/>
                                          </p:stCondLst>
                                        </p:cTn>
                                        <p:tgtEl>
                                          <p:spTgt spid="40963">
                                            <p:txEl>
                                              <p:pRg st="1" end="1"/>
                                            </p:txEl>
                                          </p:spTgt>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81188" y="928689"/>
            <a:ext cx="8329612" cy="5197475"/>
          </a:xfrm>
        </p:spPr>
        <p:txBody>
          <a:bodyPr>
            <a:normAutofit fontScale="92500" lnSpcReduction="10000"/>
          </a:bodyPr>
          <a:lstStyle/>
          <a:p>
            <a:pPr marL="274320" indent="-274320" algn="ctr">
              <a:lnSpc>
                <a:spcPct val="150000"/>
              </a:lnSpc>
              <a:buClr>
                <a:schemeClr val="accent3"/>
              </a:buClr>
              <a:buNone/>
              <a:defRPr/>
            </a:pPr>
            <a:r>
              <a:rPr lang="en-US" sz="2800" b="1" dirty="0">
                <a:latin typeface="Times New Roman" pitchFamily="18" charset="0"/>
                <a:cs typeface="Times New Roman" pitchFamily="18" charset="0"/>
              </a:rPr>
              <a:t>TYPES OF DEQUE</a:t>
            </a:r>
          </a:p>
          <a:p>
            <a:pPr marL="514350" indent="-514350">
              <a:lnSpc>
                <a:spcPct val="150000"/>
              </a:lnSpc>
              <a:buClr>
                <a:schemeClr val="accent3"/>
              </a:buClr>
              <a:buFont typeface="Wingdings" pitchFamily="2" charset="2"/>
              <a:buChar char="q"/>
              <a:defRPr/>
            </a:pPr>
            <a:r>
              <a:rPr lang="en-US" sz="2800" b="1" dirty="0">
                <a:latin typeface="Times New Roman" pitchFamily="18" charset="0"/>
                <a:cs typeface="Times New Roman" pitchFamily="18" charset="0"/>
              </a:rPr>
              <a:t>Input restricted </a:t>
            </a:r>
            <a:r>
              <a:rPr lang="en-US" sz="2800" b="1" dirty="0" err="1">
                <a:latin typeface="Times New Roman" pitchFamily="18" charset="0"/>
                <a:cs typeface="Times New Roman" pitchFamily="18" charset="0"/>
              </a:rPr>
              <a:t>Deque</a:t>
            </a:r>
            <a:endParaRPr lang="en-US" sz="2800" b="1" dirty="0">
              <a:latin typeface="Times New Roman" pitchFamily="18" charset="0"/>
              <a:cs typeface="Times New Roman" pitchFamily="18" charset="0"/>
            </a:endParaRPr>
          </a:p>
          <a:p>
            <a:pPr marL="274320" indent="-274320">
              <a:lnSpc>
                <a:spcPct val="150000"/>
              </a:lnSpc>
              <a:buClr>
                <a:schemeClr val="accent3"/>
              </a:buClr>
              <a:buFont typeface="Wingdings 2"/>
              <a:buChar char=""/>
              <a:defRPr/>
            </a:pPr>
            <a:r>
              <a:rPr lang="en-US" sz="2400" dirty="0">
                <a:latin typeface="Times New Roman" pitchFamily="18" charset="0"/>
                <a:cs typeface="Times New Roman" pitchFamily="18" charset="0"/>
              </a:rPr>
              <a:t>Elements can be inserted only at one end.</a:t>
            </a:r>
          </a:p>
          <a:p>
            <a:pPr marL="274320" indent="-274320">
              <a:lnSpc>
                <a:spcPct val="150000"/>
              </a:lnSpc>
              <a:buClr>
                <a:schemeClr val="accent3"/>
              </a:buClr>
              <a:buFont typeface="Wingdings 2"/>
              <a:buChar char=""/>
              <a:defRPr/>
            </a:pPr>
            <a:r>
              <a:rPr lang="en-US" sz="2400" dirty="0">
                <a:latin typeface="Times New Roman" pitchFamily="18" charset="0"/>
                <a:cs typeface="Times New Roman" pitchFamily="18" charset="0"/>
              </a:rPr>
              <a:t>Elements can be removed from both the ends.</a:t>
            </a:r>
          </a:p>
          <a:p>
            <a:pPr marL="274320" indent="-274320">
              <a:lnSpc>
                <a:spcPct val="150000"/>
              </a:lnSpc>
              <a:buClr>
                <a:schemeClr val="accent3"/>
              </a:buClr>
              <a:buNone/>
              <a:defRPr/>
            </a:pPr>
            <a:endParaRPr lang="en-US" sz="2800" dirty="0">
              <a:latin typeface="Times New Roman" pitchFamily="18" charset="0"/>
              <a:cs typeface="Times New Roman" pitchFamily="18" charset="0"/>
            </a:endParaRPr>
          </a:p>
          <a:p>
            <a:pPr marL="514350" indent="-514350">
              <a:lnSpc>
                <a:spcPct val="150000"/>
              </a:lnSpc>
              <a:buClr>
                <a:schemeClr val="accent3"/>
              </a:buClr>
              <a:buFont typeface="Wingdings" pitchFamily="2" charset="2"/>
              <a:buChar char="q"/>
              <a:defRPr/>
            </a:pPr>
            <a:r>
              <a:rPr lang="en-US" sz="2800" b="1" dirty="0">
                <a:latin typeface="Times New Roman" pitchFamily="18" charset="0"/>
                <a:cs typeface="Times New Roman" pitchFamily="18" charset="0"/>
              </a:rPr>
              <a:t>Output restricted </a:t>
            </a:r>
            <a:r>
              <a:rPr lang="en-US" sz="2800" b="1" dirty="0" err="1">
                <a:latin typeface="Times New Roman" pitchFamily="18" charset="0"/>
                <a:cs typeface="Times New Roman" pitchFamily="18" charset="0"/>
              </a:rPr>
              <a:t>Deque</a:t>
            </a:r>
            <a:endParaRPr lang="en-US" sz="2800" b="1" dirty="0">
              <a:latin typeface="Times New Roman" pitchFamily="18" charset="0"/>
              <a:cs typeface="Times New Roman" pitchFamily="18" charset="0"/>
            </a:endParaRPr>
          </a:p>
          <a:p>
            <a:pPr marL="274320" indent="-274320">
              <a:lnSpc>
                <a:spcPct val="150000"/>
              </a:lnSpc>
              <a:buClr>
                <a:schemeClr val="accent3"/>
              </a:buClr>
              <a:buFont typeface="Wingdings 2"/>
              <a:buChar char=""/>
              <a:defRPr/>
            </a:pPr>
            <a:r>
              <a:rPr lang="en-US" sz="2400" dirty="0">
                <a:latin typeface="Times New Roman" pitchFamily="18" charset="0"/>
                <a:cs typeface="Times New Roman" pitchFamily="18" charset="0"/>
              </a:rPr>
              <a:t>Elements can be removed only at one end.</a:t>
            </a:r>
          </a:p>
          <a:p>
            <a:pPr marL="274320" indent="-274320">
              <a:lnSpc>
                <a:spcPct val="150000"/>
              </a:lnSpc>
              <a:buClr>
                <a:schemeClr val="accent3"/>
              </a:buClr>
              <a:buFont typeface="Wingdings 2"/>
              <a:buChar char=""/>
              <a:defRPr/>
            </a:pPr>
            <a:r>
              <a:rPr lang="en-US" sz="2400" dirty="0">
                <a:latin typeface="Times New Roman" pitchFamily="18" charset="0"/>
                <a:cs typeface="Times New Roman" pitchFamily="18" charset="0"/>
              </a:rPr>
              <a:t>Elements can be inserted from both the ends.</a:t>
            </a:r>
          </a:p>
          <a:p>
            <a:pPr marL="274320" indent="-274320">
              <a:buClr>
                <a:schemeClr val="accent3"/>
              </a:buClr>
              <a:buNone/>
              <a:defRPr/>
            </a:pPr>
            <a:endParaRPr lang="en-US" dirty="0">
              <a:latin typeface="Times New Roman" pitchFamily="18" charset="0"/>
              <a:cs typeface="Times New Roman" pitchFamily="18" charset="0"/>
            </a:endParaRPr>
          </a:p>
          <a:p>
            <a:pPr marL="274320" indent="-274320">
              <a:buClr>
                <a:schemeClr val="accent3"/>
              </a:buClr>
              <a:buNone/>
              <a:defRPr/>
            </a:pPr>
            <a:endParaRPr lang="en-US" dirty="0"/>
          </a:p>
          <a:p>
            <a:pPr marL="274320" indent="-274320">
              <a:buClr>
                <a:schemeClr val="accent3"/>
              </a:buClr>
              <a:buNone/>
              <a:defRPr/>
            </a:pPr>
            <a:endParaRPr lang="en-IN" dirty="0"/>
          </a:p>
        </p:txBody>
      </p:sp>
      <p:sp>
        <p:nvSpPr>
          <p:cNvPr id="4" name="Date Placeholder 3"/>
          <p:cNvSpPr>
            <a:spLocks noGrp="1"/>
          </p:cNvSpPr>
          <p:nvPr>
            <p:ph type="dt" sz="quarter" idx="10"/>
          </p:nvPr>
        </p:nvSpPr>
        <p:spPr/>
        <p:txBody>
          <a:bodyPr/>
          <a:lstStyle/>
          <a:p>
            <a:pPr>
              <a:defRPr/>
            </a:pPr>
            <a:fld id="{6DF1F9AC-6F43-4378-9CAA-64525415A835}" type="datetime1">
              <a:rPr lang="en-US" smtClean="0"/>
              <a:pPr>
                <a:defRPr/>
              </a:pPr>
              <a:t>9/30/2024</a:t>
            </a:fld>
            <a:endParaRPr lang="en-IN"/>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D738896-5AE9-4948-8228-47BE4E5F2BAF}" type="slidenum">
              <a:rPr lang="en-IN">
                <a:solidFill>
                  <a:srgbClr val="045C75"/>
                </a:solidFill>
                <a:latin typeface="Constantia" panose="02030602050306030303" pitchFamily="18" charset="0"/>
              </a:rPr>
              <a:pPr eaLnBrk="1" hangingPunct="1"/>
              <a:t>71</a:t>
            </a:fld>
            <a:endParaRPr lang="en-IN">
              <a:solidFill>
                <a:srgbClr val="045C75"/>
              </a:solidFill>
              <a:latin typeface="Constantia" panose="02030602050306030303" pitchFamily="18" charset="0"/>
            </a:endParaRPr>
          </a:p>
        </p:txBody>
      </p:sp>
      <p:sp>
        <p:nvSpPr>
          <p:cNvPr id="6" name="Footer Placeholder 5"/>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35344476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mph" presetSubtype="0" nodeType="clickEffect">
                                  <p:stCondLst>
                                    <p:cond delay="0"/>
                                  </p:stCondLst>
                                  <p:childTnLst>
                                    <p:set>
                                      <p:cBhvr override="childStyle">
                                        <p:cTn id="6" dur="indefinite"/>
                                        <p:tgtEl>
                                          <p:spTgt spid="3">
                                            <p:txEl>
                                              <p:pRg st="1" end="1"/>
                                            </p:txEl>
                                          </p:spTgt>
                                        </p:tgtEl>
                                        <p:attrNameLst>
                                          <p:attrName>style.fontFamily</p:attrName>
                                        </p:attrNameLst>
                                      </p:cBhvr>
                                      <p:to>
                                        <p:strVal val="Times New Roman"/>
                                      </p:to>
                                    </p:set>
                                  </p:childTnLst>
                                </p:cTn>
                              </p:par>
                              <p:par>
                                <p:cTn id="7" presetID="2" presetClass="emph" presetSubtype="0" nodeType="withEffect">
                                  <p:stCondLst>
                                    <p:cond delay="0"/>
                                  </p:stCondLst>
                                  <p:childTnLst>
                                    <p:set>
                                      <p:cBhvr override="childStyle">
                                        <p:cTn id="8" dur="indefinite"/>
                                        <p:tgtEl>
                                          <p:spTgt spid="3">
                                            <p:txEl>
                                              <p:pRg st="2" end="2"/>
                                            </p:txEl>
                                          </p:spTgt>
                                        </p:tgtEl>
                                        <p:attrNameLst>
                                          <p:attrName>style.fontFamily</p:attrName>
                                        </p:attrNameLst>
                                      </p:cBhvr>
                                      <p:to>
                                        <p:strVal val="Times New Roman"/>
                                      </p:to>
                                    </p:set>
                                  </p:childTnLst>
                                </p:cTn>
                              </p:par>
                              <p:par>
                                <p:cTn id="9" presetID="2" presetClass="emph" presetSubtype="0" nodeType="withEffect">
                                  <p:stCondLst>
                                    <p:cond delay="0"/>
                                  </p:stCondLst>
                                  <p:childTnLst>
                                    <p:set>
                                      <p:cBhvr override="childStyle">
                                        <p:cTn id="10" dur="indefinite"/>
                                        <p:tgtEl>
                                          <p:spTgt spid="3">
                                            <p:txEl>
                                              <p:pRg st="3" end="3"/>
                                            </p:txEl>
                                          </p:spTgt>
                                        </p:tgtEl>
                                        <p:attrNameLst>
                                          <p:attrName>style.fontFamily</p:attrName>
                                        </p:attrNameLst>
                                      </p:cBhvr>
                                      <p:to>
                                        <p:strVal val="Times New Roman"/>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34"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from="(-#ppt_w/2)" to="(#ppt_x)" calcmode="lin" valueType="num">
                                      <p:cBhvr>
                                        <p:cTn id="15" dur="600" fill="hold">
                                          <p:stCondLst>
                                            <p:cond delay="0"/>
                                          </p:stCondLst>
                                        </p:cTn>
                                        <p:tgtEl>
                                          <p:spTgt spid="3">
                                            <p:txEl>
                                              <p:pRg st="5" end="5"/>
                                            </p:txEl>
                                          </p:spTgt>
                                        </p:tgtEl>
                                        <p:attrNameLst>
                                          <p:attrName>ppt_x</p:attrName>
                                        </p:attrNameLst>
                                      </p:cBhvr>
                                    </p:anim>
                                    <p:anim from="0" to="-1.0" calcmode="lin" valueType="num">
                                      <p:cBhvr>
                                        <p:cTn id="16" dur="200" decel="50000" autoRev="1" fill="hold">
                                          <p:stCondLst>
                                            <p:cond delay="600"/>
                                          </p:stCondLst>
                                        </p:cTn>
                                        <p:tgtEl>
                                          <p:spTgt spid="3">
                                            <p:txEl>
                                              <p:pRg st="5" end="5"/>
                                            </p:txEl>
                                          </p:spTgt>
                                        </p:tgtEl>
                                        <p:attrNameLst>
                                          <p:attrName>xshear</p:attrName>
                                        </p:attrNameLst>
                                      </p:cBhvr>
                                    </p:anim>
                                    <p:animScale>
                                      <p:cBhvr>
                                        <p:cTn id="17" dur="200" decel="100000" autoRev="1" fill="hold">
                                          <p:stCondLst>
                                            <p:cond delay="600"/>
                                          </p:stCondLst>
                                        </p:cTn>
                                        <p:tgtEl>
                                          <p:spTgt spid="3">
                                            <p:txEl>
                                              <p:pRg st="5" end="5"/>
                                            </p:txEl>
                                          </p:spTgt>
                                        </p:tgtEl>
                                      </p:cBhvr>
                                      <p:from x="100000" y="100000"/>
                                      <p:to x="80000" y="100000"/>
                                    </p:animScale>
                                    <p:anim by="(#ppt_h/3+#ppt_w*0.1)" calcmode="lin" valueType="num">
                                      <p:cBhvr additive="sum">
                                        <p:cTn id="18" dur="200" decel="100000" autoRev="1" fill="hold">
                                          <p:stCondLst>
                                            <p:cond delay="600"/>
                                          </p:stCondLst>
                                        </p:cTn>
                                        <p:tgtEl>
                                          <p:spTgt spid="3">
                                            <p:txEl>
                                              <p:pRg st="5" end="5"/>
                                            </p:txEl>
                                          </p:spTgt>
                                        </p:tgtEl>
                                        <p:attrNameLst>
                                          <p:attrName>ppt_x</p:attrName>
                                        </p:attrNameLst>
                                      </p:cBhvr>
                                    </p:anim>
                                  </p:childTnLst>
                                </p:cTn>
                              </p:par>
                              <p:par>
                                <p:cTn id="19" presetID="34"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 from="(-#ppt_w/2)" to="(#ppt_x)" calcmode="lin" valueType="num">
                                      <p:cBhvr>
                                        <p:cTn id="21" dur="600" fill="hold">
                                          <p:stCondLst>
                                            <p:cond delay="0"/>
                                          </p:stCondLst>
                                        </p:cTn>
                                        <p:tgtEl>
                                          <p:spTgt spid="3">
                                            <p:txEl>
                                              <p:pRg st="6" end="6"/>
                                            </p:txEl>
                                          </p:spTgt>
                                        </p:tgtEl>
                                        <p:attrNameLst>
                                          <p:attrName>ppt_x</p:attrName>
                                        </p:attrNameLst>
                                      </p:cBhvr>
                                    </p:anim>
                                    <p:anim from="0" to="-1.0" calcmode="lin" valueType="num">
                                      <p:cBhvr>
                                        <p:cTn id="22" dur="200" decel="50000" autoRev="1" fill="hold">
                                          <p:stCondLst>
                                            <p:cond delay="600"/>
                                          </p:stCondLst>
                                        </p:cTn>
                                        <p:tgtEl>
                                          <p:spTgt spid="3">
                                            <p:txEl>
                                              <p:pRg st="6" end="6"/>
                                            </p:txEl>
                                          </p:spTgt>
                                        </p:tgtEl>
                                        <p:attrNameLst>
                                          <p:attrName>xshear</p:attrName>
                                        </p:attrNameLst>
                                      </p:cBhvr>
                                    </p:anim>
                                    <p:animScale>
                                      <p:cBhvr>
                                        <p:cTn id="23" dur="200" decel="100000" autoRev="1" fill="hold">
                                          <p:stCondLst>
                                            <p:cond delay="600"/>
                                          </p:stCondLst>
                                        </p:cTn>
                                        <p:tgtEl>
                                          <p:spTgt spid="3">
                                            <p:txEl>
                                              <p:pRg st="6" end="6"/>
                                            </p:txEl>
                                          </p:spTgt>
                                        </p:tgtEl>
                                      </p:cBhvr>
                                      <p:from x="100000" y="100000"/>
                                      <p:to x="80000" y="100000"/>
                                    </p:animScale>
                                    <p:anim by="(#ppt_h/3+#ppt_w*0.1)" calcmode="lin" valueType="num">
                                      <p:cBhvr additive="sum">
                                        <p:cTn id="24" dur="200" decel="100000" autoRev="1" fill="hold">
                                          <p:stCondLst>
                                            <p:cond delay="600"/>
                                          </p:stCondLst>
                                        </p:cTn>
                                        <p:tgtEl>
                                          <p:spTgt spid="3">
                                            <p:txEl>
                                              <p:pRg st="6" end="6"/>
                                            </p:txEl>
                                          </p:spTgt>
                                        </p:tgtEl>
                                        <p:attrNameLst>
                                          <p:attrName>ppt_x</p:attrName>
                                        </p:attrNameLst>
                                      </p:cBhvr>
                                    </p:anim>
                                  </p:childTnLst>
                                </p:cTn>
                              </p:par>
                              <p:par>
                                <p:cTn id="25" presetID="34"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 from="(-#ppt_w/2)" to="(#ppt_x)" calcmode="lin" valueType="num">
                                      <p:cBhvr>
                                        <p:cTn id="27" dur="600" fill="hold">
                                          <p:stCondLst>
                                            <p:cond delay="0"/>
                                          </p:stCondLst>
                                        </p:cTn>
                                        <p:tgtEl>
                                          <p:spTgt spid="3">
                                            <p:txEl>
                                              <p:pRg st="7" end="7"/>
                                            </p:txEl>
                                          </p:spTgt>
                                        </p:tgtEl>
                                        <p:attrNameLst>
                                          <p:attrName>ppt_x</p:attrName>
                                        </p:attrNameLst>
                                      </p:cBhvr>
                                    </p:anim>
                                    <p:anim from="0" to="-1.0" calcmode="lin" valueType="num">
                                      <p:cBhvr>
                                        <p:cTn id="28" dur="200" decel="50000" autoRev="1" fill="hold">
                                          <p:stCondLst>
                                            <p:cond delay="600"/>
                                          </p:stCondLst>
                                        </p:cTn>
                                        <p:tgtEl>
                                          <p:spTgt spid="3">
                                            <p:txEl>
                                              <p:pRg st="7" end="7"/>
                                            </p:txEl>
                                          </p:spTgt>
                                        </p:tgtEl>
                                        <p:attrNameLst>
                                          <p:attrName>xshear</p:attrName>
                                        </p:attrNameLst>
                                      </p:cBhvr>
                                    </p:anim>
                                    <p:animScale>
                                      <p:cBhvr>
                                        <p:cTn id="29" dur="200" decel="100000" autoRev="1" fill="hold">
                                          <p:stCondLst>
                                            <p:cond delay="600"/>
                                          </p:stCondLst>
                                        </p:cTn>
                                        <p:tgtEl>
                                          <p:spTgt spid="3">
                                            <p:txEl>
                                              <p:pRg st="7" end="7"/>
                                            </p:txEl>
                                          </p:spTgt>
                                        </p:tgtEl>
                                      </p:cBhvr>
                                      <p:from x="100000" y="100000"/>
                                      <p:to x="80000" y="100000"/>
                                    </p:animScale>
                                    <p:anim by="(#ppt_h/3+#ppt_w*0.1)" calcmode="lin" valueType="num">
                                      <p:cBhvr additive="sum">
                                        <p:cTn id="30" dur="200" decel="100000" autoRev="1" fill="hold">
                                          <p:stCondLst>
                                            <p:cond delay="600"/>
                                          </p:stCondLst>
                                        </p:cTn>
                                        <p:tgtEl>
                                          <p:spTgt spid="3">
                                            <p:txEl>
                                              <p:pRg st="7" end="7"/>
                                            </p:txEl>
                                          </p:spTgt>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p:cNvSpPr>
            <a:spLocks noGrp="1"/>
          </p:cNvSpPr>
          <p:nvPr>
            <p:ph idx="1"/>
          </p:nvPr>
        </p:nvSpPr>
        <p:spPr>
          <a:xfrm>
            <a:off x="2024063" y="857250"/>
            <a:ext cx="8229600" cy="5697538"/>
          </a:xfrm>
        </p:spPr>
        <p:txBody>
          <a:bodyPr/>
          <a:lstStyle/>
          <a:p>
            <a:pPr eaLnBrk="1" hangingPunct="1">
              <a:buFont typeface="Wingdings 2" panose="05020102010507070707" pitchFamily="18" charset="2"/>
              <a:buNone/>
            </a:pPr>
            <a:r>
              <a:rPr lang="en-US"/>
              <a:t>			</a:t>
            </a:r>
            <a:r>
              <a:rPr lang="en-US" sz="2800" b="1">
                <a:latin typeface="Times New Roman" panose="02020603050405020304" pitchFamily="18" charset="0"/>
                <a:cs typeface="Times New Roman" panose="02020603050405020304" pitchFamily="18" charset="0"/>
              </a:rPr>
              <a:t>Deque as Stack and Queue</a:t>
            </a:r>
          </a:p>
          <a:p>
            <a:pPr eaLnBrk="1" hangingPunct="1">
              <a:lnSpc>
                <a:spcPct val="150000"/>
              </a:lnSpc>
              <a:buFont typeface="Wingdings 2" panose="05020102010507070707" pitchFamily="18" charset="2"/>
              <a:buNone/>
            </a:pPr>
            <a:r>
              <a:rPr lang="en-US" sz="2400" b="1">
                <a:latin typeface="Times New Roman" panose="02020603050405020304" pitchFamily="18" charset="0"/>
                <a:cs typeface="Times New Roman" panose="02020603050405020304" pitchFamily="18" charset="0"/>
              </a:rPr>
              <a:t>As STACK</a:t>
            </a:r>
          </a:p>
          <a:p>
            <a:pPr eaLnBrk="1" hangingPunct="1">
              <a:lnSpc>
                <a:spcPct val="150000"/>
              </a:lnSpc>
            </a:pPr>
            <a:r>
              <a:rPr lang="en-US" sz="2400">
                <a:latin typeface="Times New Roman" panose="02020603050405020304" pitchFamily="18" charset="0"/>
                <a:cs typeface="Times New Roman" panose="02020603050405020304" pitchFamily="18" charset="0"/>
              </a:rPr>
              <a:t>When insertion and deletion is made at the same side.</a:t>
            </a:r>
          </a:p>
          <a:p>
            <a:pPr eaLnBrk="1" hangingPunct="1">
              <a:lnSpc>
                <a:spcPct val="150000"/>
              </a:lnSpc>
              <a:buFont typeface="Wingdings 2" panose="05020102010507070707" pitchFamily="18" charset="2"/>
              <a:buNone/>
            </a:pPr>
            <a:endParaRPr lang="en-US" sz="2400">
              <a:latin typeface="Times New Roman" panose="02020603050405020304" pitchFamily="18" charset="0"/>
              <a:cs typeface="Times New Roman" panose="02020603050405020304" pitchFamily="18" charset="0"/>
            </a:endParaRPr>
          </a:p>
          <a:p>
            <a:pPr eaLnBrk="1" hangingPunct="1">
              <a:lnSpc>
                <a:spcPct val="150000"/>
              </a:lnSpc>
              <a:buFont typeface="Wingdings 2" panose="05020102010507070707" pitchFamily="18" charset="2"/>
              <a:buNone/>
            </a:pPr>
            <a:r>
              <a:rPr lang="en-US" sz="2400" b="1">
                <a:latin typeface="Times New Roman" panose="02020603050405020304" pitchFamily="18" charset="0"/>
                <a:cs typeface="Times New Roman" panose="02020603050405020304" pitchFamily="18" charset="0"/>
              </a:rPr>
              <a:t>As Queue</a:t>
            </a:r>
          </a:p>
          <a:p>
            <a:pPr eaLnBrk="1" hangingPunct="1">
              <a:lnSpc>
                <a:spcPct val="150000"/>
              </a:lnSpc>
            </a:pPr>
            <a:r>
              <a:rPr lang="en-US" sz="2400">
                <a:latin typeface="Times New Roman" panose="02020603050405020304" pitchFamily="18" charset="0"/>
                <a:cs typeface="Times New Roman" panose="02020603050405020304" pitchFamily="18" charset="0"/>
              </a:rPr>
              <a:t>When items are inserted at one end and removed at the other end.</a:t>
            </a:r>
          </a:p>
        </p:txBody>
      </p:sp>
      <p:sp>
        <p:nvSpPr>
          <p:cNvPr id="3" name="Date Placeholder 2"/>
          <p:cNvSpPr>
            <a:spLocks noGrp="1"/>
          </p:cNvSpPr>
          <p:nvPr>
            <p:ph type="dt" sz="quarter" idx="10"/>
          </p:nvPr>
        </p:nvSpPr>
        <p:spPr/>
        <p:txBody>
          <a:bodyPr/>
          <a:lstStyle/>
          <a:p>
            <a:pPr>
              <a:defRPr/>
            </a:pPr>
            <a:fld id="{B9858D68-2AD5-45B9-8A4C-2BF77131C447}" type="datetime1">
              <a:rPr lang="en-US" smtClean="0"/>
              <a:pPr>
                <a:defRPr/>
              </a:pPr>
              <a:t>9/30/2024</a:t>
            </a:fld>
            <a:endParaRPr lang="en-IN"/>
          </a:p>
        </p:txBody>
      </p:sp>
      <p:sp>
        <p:nvSpPr>
          <p:cNvPr id="4" name="Slide Number Placeholder 3"/>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F47AECB-E0B8-4F64-96D7-E9545029277E}" type="slidenum">
              <a:rPr lang="en-IN">
                <a:solidFill>
                  <a:srgbClr val="045C75"/>
                </a:solidFill>
                <a:latin typeface="Constantia" panose="02030602050306030303" pitchFamily="18" charset="0"/>
              </a:rPr>
              <a:pPr eaLnBrk="1" hangingPunct="1"/>
              <a:t>72</a:t>
            </a:fld>
            <a:endParaRPr lang="en-IN">
              <a:solidFill>
                <a:srgbClr val="045C75"/>
              </a:solidFill>
              <a:latin typeface="Constantia" panose="02030602050306030303" pitchFamily="18" charset="0"/>
            </a:endParaRPr>
          </a:p>
        </p:txBody>
      </p:sp>
      <p:sp>
        <p:nvSpPr>
          <p:cNvPr id="5" name="Footer Placeholder 4"/>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22793085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43010">
                                            <p:txEl>
                                              <p:pRg st="0" end="0"/>
                                            </p:txEl>
                                          </p:spTgt>
                                        </p:tgtEl>
                                        <p:attrNameLst>
                                          <p:attrName>style.visibility</p:attrName>
                                        </p:attrNameLst>
                                      </p:cBhvr>
                                      <p:to>
                                        <p:strVal val="visible"/>
                                      </p:to>
                                    </p:set>
                                    <p:anim from="(-#ppt_w/2)" to="(#ppt_x)" calcmode="lin" valueType="num">
                                      <p:cBhvr>
                                        <p:cTn id="7" dur="600" fill="hold">
                                          <p:stCondLst>
                                            <p:cond delay="0"/>
                                          </p:stCondLst>
                                        </p:cTn>
                                        <p:tgtEl>
                                          <p:spTgt spid="43010">
                                            <p:txEl>
                                              <p:pRg st="0" end="0"/>
                                            </p:txEl>
                                          </p:spTgt>
                                        </p:tgtEl>
                                        <p:attrNameLst>
                                          <p:attrName>ppt_x</p:attrName>
                                        </p:attrNameLst>
                                      </p:cBhvr>
                                    </p:anim>
                                    <p:anim from="0" to="-1.0" calcmode="lin" valueType="num">
                                      <p:cBhvr>
                                        <p:cTn id="8" dur="200" decel="50000" autoRev="1" fill="hold">
                                          <p:stCondLst>
                                            <p:cond delay="600"/>
                                          </p:stCondLst>
                                        </p:cTn>
                                        <p:tgtEl>
                                          <p:spTgt spid="43010">
                                            <p:txEl>
                                              <p:pRg st="0" end="0"/>
                                            </p:txEl>
                                          </p:spTgt>
                                        </p:tgtEl>
                                        <p:attrNameLst>
                                          <p:attrName>xshear</p:attrName>
                                        </p:attrNameLst>
                                      </p:cBhvr>
                                    </p:anim>
                                    <p:animScale>
                                      <p:cBhvr>
                                        <p:cTn id="9" dur="200" decel="100000" autoRev="1" fill="hold">
                                          <p:stCondLst>
                                            <p:cond delay="600"/>
                                          </p:stCondLst>
                                        </p:cTn>
                                        <p:tgtEl>
                                          <p:spTgt spid="43010">
                                            <p:txEl>
                                              <p:pRg st="0" end="0"/>
                                            </p:txEl>
                                          </p:spTgt>
                                        </p:tgtEl>
                                      </p:cBhvr>
                                      <p:from x="100000" y="100000"/>
                                      <p:to x="80000" y="100000"/>
                                    </p:animScale>
                                    <p:anim by="(#ppt_h/3+#ppt_w*0.1)" calcmode="lin" valueType="num">
                                      <p:cBhvr additive="sum">
                                        <p:cTn id="10" dur="200" decel="100000" autoRev="1" fill="hold">
                                          <p:stCondLst>
                                            <p:cond delay="600"/>
                                          </p:stCondLst>
                                        </p:cTn>
                                        <p:tgtEl>
                                          <p:spTgt spid="43010">
                                            <p:txEl>
                                              <p:pRg st="0" end="0"/>
                                            </p:txEl>
                                          </p:spTgt>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4" presetClass="entr" presetSubtype="0" fill="hold" grpId="0" nodeType="clickEffect">
                                  <p:stCondLst>
                                    <p:cond delay="0"/>
                                  </p:stCondLst>
                                  <p:childTnLst>
                                    <p:set>
                                      <p:cBhvr>
                                        <p:cTn id="14" dur="1" fill="hold">
                                          <p:stCondLst>
                                            <p:cond delay="0"/>
                                          </p:stCondLst>
                                        </p:cTn>
                                        <p:tgtEl>
                                          <p:spTgt spid="43010">
                                            <p:txEl>
                                              <p:pRg st="1" end="1"/>
                                            </p:txEl>
                                          </p:spTgt>
                                        </p:tgtEl>
                                        <p:attrNameLst>
                                          <p:attrName>style.visibility</p:attrName>
                                        </p:attrNameLst>
                                      </p:cBhvr>
                                      <p:to>
                                        <p:strVal val="visible"/>
                                      </p:to>
                                    </p:set>
                                    <p:anim from="(-#ppt_w/2)" to="(#ppt_x)" calcmode="lin" valueType="num">
                                      <p:cBhvr>
                                        <p:cTn id="15" dur="600" fill="hold">
                                          <p:stCondLst>
                                            <p:cond delay="0"/>
                                          </p:stCondLst>
                                        </p:cTn>
                                        <p:tgtEl>
                                          <p:spTgt spid="43010">
                                            <p:txEl>
                                              <p:pRg st="1" end="1"/>
                                            </p:txEl>
                                          </p:spTgt>
                                        </p:tgtEl>
                                        <p:attrNameLst>
                                          <p:attrName>ppt_x</p:attrName>
                                        </p:attrNameLst>
                                      </p:cBhvr>
                                    </p:anim>
                                    <p:anim from="0" to="-1.0" calcmode="lin" valueType="num">
                                      <p:cBhvr>
                                        <p:cTn id="16" dur="200" decel="50000" autoRev="1" fill="hold">
                                          <p:stCondLst>
                                            <p:cond delay="600"/>
                                          </p:stCondLst>
                                        </p:cTn>
                                        <p:tgtEl>
                                          <p:spTgt spid="43010">
                                            <p:txEl>
                                              <p:pRg st="1" end="1"/>
                                            </p:txEl>
                                          </p:spTgt>
                                        </p:tgtEl>
                                        <p:attrNameLst>
                                          <p:attrName>xshear</p:attrName>
                                        </p:attrNameLst>
                                      </p:cBhvr>
                                    </p:anim>
                                    <p:animScale>
                                      <p:cBhvr>
                                        <p:cTn id="17" dur="200" decel="100000" autoRev="1" fill="hold">
                                          <p:stCondLst>
                                            <p:cond delay="600"/>
                                          </p:stCondLst>
                                        </p:cTn>
                                        <p:tgtEl>
                                          <p:spTgt spid="43010">
                                            <p:txEl>
                                              <p:pRg st="1" end="1"/>
                                            </p:txEl>
                                          </p:spTgt>
                                        </p:tgtEl>
                                      </p:cBhvr>
                                      <p:from x="100000" y="100000"/>
                                      <p:to x="80000" y="100000"/>
                                    </p:animScale>
                                    <p:anim by="(#ppt_h/3+#ppt_w*0.1)" calcmode="lin" valueType="num">
                                      <p:cBhvr additive="sum">
                                        <p:cTn id="18" dur="200" decel="100000" autoRev="1" fill="hold">
                                          <p:stCondLst>
                                            <p:cond delay="600"/>
                                          </p:stCondLst>
                                        </p:cTn>
                                        <p:tgtEl>
                                          <p:spTgt spid="43010">
                                            <p:txEl>
                                              <p:pRg st="1" end="1"/>
                                            </p:txEl>
                                          </p:spTgt>
                                        </p:tgtEl>
                                        <p:attrNameLst>
                                          <p:attrName>ppt_x</p:attrName>
                                        </p:attrNameLst>
                                      </p:cBhvr>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4" presetClass="entr" presetSubtype="0" fill="hold" grpId="0" nodeType="clickEffect">
                                  <p:stCondLst>
                                    <p:cond delay="0"/>
                                  </p:stCondLst>
                                  <p:childTnLst>
                                    <p:set>
                                      <p:cBhvr>
                                        <p:cTn id="22" dur="1" fill="hold">
                                          <p:stCondLst>
                                            <p:cond delay="0"/>
                                          </p:stCondLst>
                                        </p:cTn>
                                        <p:tgtEl>
                                          <p:spTgt spid="43010">
                                            <p:txEl>
                                              <p:pRg st="2" end="2"/>
                                            </p:txEl>
                                          </p:spTgt>
                                        </p:tgtEl>
                                        <p:attrNameLst>
                                          <p:attrName>style.visibility</p:attrName>
                                        </p:attrNameLst>
                                      </p:cBhvr>
                                      <p:to>
                                        <p:strVal val="visible"/>
                                      </p:to>
                                    </p:set>
                                    <p:anim from="(-#ppt_w/2)" to="(#ppt_x)" calcmode="lin" valueType="num">
                                      <p:cBhvr>
                                        <p:cTn id="23" dur="600" fill="hold">
                                          <p:stCondLst>
                                            <p:cond delay="0"/>
                                          </p:stCondLst>
                                        </p:cTn>
                                        <p:tgtEl>
                                          <p:spTgt spid="43010">
                                            <p:txEl>
                                              <p:pRg st="2" end="2"/>
                                            </p:txEl>
                                          </p:spTgt>
                                        </p:tgtEl>
                                        <p:attrNameLst>
                                          <p:attrName>ppt_x</p:attrName>
                                        </p:attrNameLst>
                                      </p:cBhvr>
                                    </p:anim>
                                    <p:anim from="0" to="-1.0" calcmode="lin" valueType="num">
                                      <p:cBhvr>
                                        <p:cTn id="24" dur="200" decel="50000" autoRev="1" fill="hold">
                                          <p:stCondLst>
                                            <p:cond delay="600"/>
                                          </p:stCondLst>
                                        </p:cTn>
                                        <p:tgtEl>
                                          <p:spTgt spid="43010">
                                            <p:txEl>
                                              <p:pRg st="2" end="2"/>
                                            </p:txEl>
                                          </p:spTgt>
                                        </p:tgtEl>
                                        <p:attrNameLst>
                                          <p:attrName>xshear</p:attrName>
                                        </p:attrNameLst>
                                      </p:cBhvr>
                                    </p:anim>
                                    <p:animScale>
                                      <p:cBhvr>
                                        <p:cTn id="25" dur="200" decel="100000" autoRev="1" fill="hold">
                                          <p:stCondLst>
                                            <p:cond delay="600"/>
                                          </p:stCondLst>
                                        </p:cTn>
                                        <p:tgtEl>
                                          <p:spTgt spid="43010">
                                            <p:txEl>
                                              <p:pRg st="2" end="2"/>
                                            </p:txEl>
                                          </p:spTgt>
                                        </p:tgtEl>
                                      </p:cBhvr>
                                      <p:from x="100000" y="100000"/>
                                      <p:to x="80000" y="100000"/>
                                    </p:animScale>
                                    <p:anim by="(#ppt_h/3+#ppt_w*0.1)" calcmode="lin" valueType="num">
                                      <p:cBhvr additive="sum">
                                        <p:cTn id="26" dur="200" decel="100000" autoRev="1" fill="hold">
                                          <p:stCondLst>
                                            <p:cond delay="600"/>
                                          </p:stCondLst>
                                        </p:cTn>
                                        <p:tgtEl>
                                          <p:spTgt spid="43010">
                                            <p:txEl>
                                              <p:pRg st="2" end="2"/>
                                            </p:txEl>
                                          </p:spTgt>
                                        </p:tgtEl>
                                        <p:attrNameLst>
                                          <p:attrName>ppt_x</p:attrName>
                                        </p:attrNameLst>
                                      </p:cBhvr>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34" presetClass="entr" presetSubtype="0" fill="hold" grpId="0" nodeType="clickEffect">
                                  <p:stCondLst>
                                    <p:cond delay="0"/>
                                  </p:stCondLst>
                                  <p:childTnLst>
                                    <p:set>
                                      <p:cBhvr>
                                        <p:cTn id="30" dur="1" fill="hold">
                                          <p:stCondLst>
                                            <p:cond delay="0"/>
                                          </p:stCondLst>
                                        </p:cTn>
                                        <p:tgtEl>
                                          <p:spTgt spid="43010">
                                            <p:txEl>
                                              <p:pRg st="4" end="4"/>
                                            </p:txEl>
                                          </p:spTgt>
                                        </p:tgtEl>
                                        <p:attrNameLst>
                                          <p:attrName>style.visibility</p:attrName>
                                        </p:attrNameLst>
                                      </p:cBhvr>
                                      <p:to>
                                        <p:strVal val="visible"/>
                                      </p:to>
                                    </p:set>
                                    <p:anim from="(-#ppt_w/2)" to="(#ppt_x)" calcmode="lin" valueType="num">
                                      <p:cBhvr>
                                        <p:cTn id="31" dur="600" fill="hold">
                                          <p:stCondLst>
                                            <p:cond delay="0"/>
                                          </p:stCondLst>
                                        </p:cTn>
                                        <p:tgtEl>
                                          <p:spTgt spid="43010">
                                            <p:txEl>
                                              <p:pRg st="4" end="4"/>
                                            </p:txEl>
                                          </p:spTgt>
                                        </p:tgtEl>
                                        <p:attrNameLst>
                                          <p:attrName>ppt_x</p:attrName>
                                        </p:attrNameLst>
                                      </p:cBhvr>
                                    </p:anim>
                                    <p:anim from="0" to="-1.0" calcmode="lin" valueType="num">
                                      <p:cBhvr>
                                        <p:cTn id="32" dur="200" decel="50000" autoRev="1" fill="hold">
                                          <p:stCondLst>
                                            <p:cond delay="600"/>
                                          </p:stCondLst>
                                        </p:cTn>
                                        <p:tgtEl>
                                          <p:spTgt spid="43010">
                                            <p:txEl>
                                              <p:pRg st="4" end="4"/>
                                            </p:txEl>
                                          </p:spTgt>
                                        </p:tgtEl>
                                        <p:attrNameLst>
                                          <p:attrName>xshear</p:attrName>
                                        </p:attrNameLst>
                                      </p:cBhvr>
                                    </p:anim>
                                    <p:animScale>
                                      <p:cBhvr>
                                        <p:cTn id="33" dur="200" decel="100000" autoRev="1" fill="hold">
                                          <p:stCondLst>
                                            <p:cond delay="600"/>
                                          </p:stCondLst>
                                        </p:cTn>
                                        <p:tgtEl>
                                          <p:spTgt spid="43010">
                                            <p:txEl>
                                              <p:pRg st="4" end="4"/>
                                            </p:txEl>
                                          </p:spTgt>
                                        </p:tgtEl>
                                      </p:cBhvr>
                                      <p:from x="100000" y="100000"/>
                                      <p:to x="80000" y="100000"/>
                                    </p:animScale>
                                    <p:anim by="(#ppt_h/3+#ppt_w*0.1)" calcmode="lin" valueType="num">
                                      <p:cBhvr additive="sum">
                                        <p:cTn id="34" dur="200" decel="100000" autoRev="1" fill="hold">
                                          <p:stCondLst>
                                            <p:cond delay="600"/>
                                          </p:stCondLst>
                                        </p:cTn>
                                        <p:tgtEl>
                                          <p:spTgt spid="43010">
                                            <p:txEl>
                                              <p:pRg st="4" end="4"/>
                                            </p:txEl>
                                          </p:spTgt>
                                        </p:tgtEl>
                                        <p:attrNameLst>
                                          <p:attrName>ppt_x</p:attrName>
                                        </p:attrNameLst>
                                      </p:cBhvr>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34" presetClass="entr" presetSubtype="0" fill="hold" grpId="0" nodeType="clickEffect">
                                  <p:stCondLst>
                                    <p:cond delay="0"/>
                                  </p:stCondLst>
                                  <p:childTnLst>
                                    <p:set>
                                      <p:cBhvr>
                                        <p:cTn id="38" dur="1" fill="hold">
                                          <p:stCondLst>
                                            <p:cond delay="0"/>
                                          </p:stCondLst>
                                        </p:cTn>
                                        <p:tgtEl>
                                          <p:spTgt spid="43010">
                                            <p:txEl>
                                              <p:pRg st="5" end="5"/>
                                            </p:txEl>
                                          </p:spTgt>
                                        </p:tgtEl>
                                        <p:attrNameLst>
                                          <p:attrName>style.visibility</p:attrName>
                                        </p:attrNameLst>
                                      </p:cBhvr>
                                      <p:to>
                                        <p:strVal val="visible"/>
                                      </p:to>
                                    </p:set>
                                    <p:anim from="(-#ppt_w/2)" to="(#ppt_x)" calcmode="lin" valueType="num">
                                      <p:cBhvr>
                                        <p:cTn id="39" dur="600" fill="hold">
                                          <p:stCondLst>
                                            <p:cond delay="0"/>
                                          </p:stCondLst>
                                        </p:cTn>
                                        <p:tgtEl>
                                          <p:spTgt spid="43010">
                                            <p:txEl>
                                              <p:pRg st="5" end="5"/>
                                            </p:txEl>
                                          </p:spTgt>
                                        </p:tgtEl>
                                        <p:attrNameLst>
                                          <p:attrName>ppt_x</p:attrName>
                                        </p:attrNameLst>
                                      </p:cBhvr>
                                    </p:anim>
                                    <p:anim from="0" to="-1.0" calcmode="lin" valueType="num">
                                      <p:cBhvr>
                                        <p:cTn id="40" dur="200" decel="50000" autoRev="1" fill="hold">
                                          <p:stCondLst>
                                            <p:cond delay="600"/>
                                          </p:stCondLst>
                                        </p:cTn>
                                        <p:tgtEl>
                                          <p:spTgt spid="43010">
                                            <p:txEl>
                                              <p:pRg st="5" end="5"/>
                                            </p:txEl>
                                          </p:spTgt>
                                        </p:tgtEl>
                                        <p:attrNameLst>
                                          <p:attrName>xshear</p:attrName>
                                        </p:attrNameLst>
                                      </p:cBhvr>
                                    </p:anim>
                                    <p:animScale>
                                      <p:cBhvr>
                                        <p:cTn id="41" dur="200" decel="100000" autoRev="1" fill="hold">
                                          <p:stCondLst>
                                            <p:cond delay="600"/>
                                          </p:stCondLst>
                                        </p:cTn>
                                        <p:tgtEl>
                                          <p:spTgt spid="43010">
                                            <p:txEl>
                                              <p:pRg st="5" end="5"/>
                                            </p:txEl>
                                          </p:spTgt>
                                        </p:tgtEl>
                                      </p:cBhvr>
                                      <p:from x="100000" y="100000"/>
                                      <p:to x="80000" y="100000"/>
                                    </p:animScale>
                                    <p:anim by="(#ppt_h/3+#ppt_w*0.1)" calcmode="lin" valueType="num">
                                      <p:cBhvr additive="sum">
                                        <p:cTn id="42" dur="200" decel="100000" autoRev="1" fill="hold">
                                          <p:stCondLst>
                                            <p:cond delay="600"/>
                                          </p:stCondLst>
                                        </p:cTn>
                                        <p:tgtEl>
                                          <p:spTgt spid="43010">
                                            <p:txEl>
                                              <p:pRg st="5" end="5"/>
                                            </p:txEl>
                                          </p:spTgt>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2595564" y="785813"/>
            <a:ext cx="6929437" cy="704850"/>
          </a:xfrm>
        </p:spPr>
        <p:txBody>
          <a:bodyPr/>
          <a:lstStyle/>
          <a:p>
            <a:pPr algn="ctr" eaLnBrk="1" hangingPunct="1"/>
            <a:r>
              <a:rPr lang="en-US" sz="3200" b="1">
                <a:solidFill>
                  <a:schemeClr val="tx1"/>
                </a:solidFill>
                <a:latin typeface="Times New Roman" panose="02020603050405020304" pitchFamily="18" charset="0"/>
                <a:cs typeface="Times New Roman" panose="02020603050405020304" pitchFamily="18" charset="0"/>
              </a:rPr>
              <a:t>OPERATIONS IN DEQUE</a:t>
            </a:r>
            <a:endParaRPr lang="en-IN" sz="3200" b="1">
              <a:solidFill>
                <a:schemeClr val="tx1"/>
              </a:solidFill>
              <a:latin typeface="Times New Roman" panose="02020603050405020304" pitchFamily="18" charset="0"/>
              <a:cs typeface="Times New Roman" panose="02020603050405020304" pitchFamily="18" charset="0"/>
            </a:endParaRPr>
          </a:p>
        </p:txBody>
      </p:sp>
      <p:sp>
        <p:nvSpPr>
          <p:cNvPr id="44035" name="Content Placeholder 2"/>
          <p:cNvSpPr>
            <a:spLocks noGrp="1"/>
          </p:cNvSpPr>
          <p:nvPr>
            <p:ph idx="1"/>
          </p:nvPr>
        </p:nvSpPr>
        <p:spPr/>
        <p:txBody>
          <a:bodyPr/>
          <a:lstStyle/>
          <a:p>
            <a:pPr eaLnBrk="1" hangingPunct="1">
              <a:lnSpc>
                <a:spcPct val="150000"/>
              </a:lnSpc>
            </a:pPr>
            <a:r>
              <a:rPr lang="en-IN"/>
              <a:t>Insert element at Rear</a:t>
            </a:r>
          </a:p>
          <a:p>
            <a:pPr eaLnBrk="1" hangingPunct="1">
              <a:lnSpc>
                <a:spcPct val="150000"/>
              </a:lnSpc>
            </a:pPr>
            <a:r>
              <a:rPr lang="en-IN"/>
              <a:t>Insert element at Front</a:t>
            </a:r>
          </a:p>
          <a:p>
            <a:pPr eaLnBrk="1" hangingPunct="1">
              <a:lnSpc>
                <a:spcPct val="150000"/>
              </a:lnSpc>
            </a:pPr>
            <a:r>
              <a:rPr lang="en-IN"/>
              <a:t>Delete element from Front</a:t>
            </a:r>
          </a:p>
          <a:p>
            <a:pPr eaLnBrk="1" hangingPunct="1">
              <a:lnSpc>
                <a:spcPct val="150000"/>
              </a:lnSpc>
            </a:pPr>
            <a:r>
              <a:rPr lang="en-IN"/>
              <a:t>Delete element from Rear</a:t>
            </a:r>
          </a:p>
        </p:txBody>
      </p:sp>
      <p:sp>
        <p:nvSpPr>
          <p:cNvPr id="4" name="Date Placeholder 3"/>
          <p:cNvSpPr>
            <a:spLocks noGrp="1"/>
          </p:cNvSpPr>
          <p:nvPr>
            <p:ph type="dt" sz="quarter" idx="10"/>
          </p:nvPr>
        </p:nvSpPr>
        <p:spPr/>
        <p:txBody>
          <a:bodyPr/>
          <a:lstStyle/>
          <a:p>
            <a:pPr>
              <a:defRPr/>
            </a:pPr>
            <a:fld id="{3C55DBBB-C286-4722-89C4-D30C7454461B}" type="datetime1">
              <a:rPr lang="en-US" smtClean="0"/>
              <a:pPr>
                <a:defRPr/>
              </a:pPr>
              <a:t>9/30/2024</a:t>
            </a:fld>
            <a:endParaRPr lang="en-IN"/>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CFADC0F-B065-420C-B07F-AFA7EC342925}" type="slidenum">
              <a:rPr lang="en-IN">
                <a:solidFill>
                  <a:srgbClr val="045C75"/>
                </a:solidFill>
                <a:latin typeface="Constantia" panose="02030602050306030303" pitchFamily="18" charset="0"/>
              </a:rPr>
              <a:pPr eaLnBrk="1" hangingPunct="1"/>
              <a:t>73</a:t>
            </a:fld>
            <a:endParaRPr lang="en-IN">
              <a:solidFill>
                <a:srgbClr val="045C75"/>
              </a:solidFill>
              <a:latin typeface="Constantia" panose="02030602050306030303" pitchFamily="18" charset="0"/>
            </a:endParaRPr>
          </a:p>
        </p:txBody>
      </p:sp>
      <p:sp>
        <p:nvSpPr>
          <p:cNvPr id="6" name="Footer Placeholder 5"/>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14159196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 calcmode="lin" valueType="num">
                                      <p:cBhvr additive="base">
                                        <p:cTn id="7" dur="500" fill="hold"/>
                                        <p:tgtEl>
                                          <p:spTgt spid="440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0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4035">
                                            <p:txEl>
                                              <p:pRg st="1" end="1"/>
                                            </p:txEl>
                                          </p:spTgt>
                                        </p:tgtEl>
                                        <p:attrNameLst>
                                          <p:attrName>style.visibility</p:attrName>
                                        </p:attrNameLst>
                                      </p:cBhvr>
                                      <p:to>
                                        <p:strVal val="visible"/>
                                      </p:to>
                                    </p:set>
                                    <p:anim calcmode="lin" valueType="num">
                                      <p:cBhvr additive="base">
                                        <p:cTn id="13" dur="500" fill="hold"/>
                                        <p:tgtEl>
                                          <p:spTgt spid="440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40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4035">
                                            <p:txEl>
                                              <p:pRg st="2" end="2"/>
                                            </p:txEl>
                                          </p:spTgt>
                                        </p:tgtEl>
                                        <p:attrNameLst>
                                          <p:attrName>style.visibility</p:attrName>
                                        </p:attrNameLst>
                                      </p:cBhvr>
                                      <p:to>
                                        <p:strVal val="visible"/>
                                      </p:to>
                                    </p:set>
                                    <p:anim calcmode="lin" valueType="num">
                                      <p:cBhvr additive="base">
                                        <p:cTn id="19" dur="500" fill="hold"/>
                                        <p:tgtEl>
                                          <p:spTgt spid="4403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40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4035">
                                            <p:txEl>
                                              <p:pRg st="3" end="3"/>
                                            </p:txEl>
                                          </p:spTgt>
                                        </p:tgtEl>
                                        <p:attrNameLst>
                                          <p:attrName>style.visibility</p:attrName>
                                        </p:attrNameLst>
                                      </p:cBhvr>
                                      <p:to>
                                        <p:strVal val="visible"/>
                                      </p:to>
                                    </p:set>
                                    <p:anim calcmode="lin" valueType="num">
                                      <p:cBhvr additive="base">
                                        <p:cTn id="25" dur="500" fill="hold"/>
                                        <p:tgtEl>
                                          <p:spTgt spid="4403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403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25" y="571501"/>
            <a:ext cx="8229600" cy="785813"/>
          </a:xfrm>
        </p:spPr>
        <p:txBody>
          <a:bodyPr>
            <a:normAutofit/>
          </a:bodyPr>
          <a:lstStyle/>
          <a:p>
            <a:pPr algn="ctr">
              <a:defRPr/>
            </a:pPr>
            <a:r>
              <a:rPr lang="en-US" b="1" dirty="0" err="1">
                <a:solidFill>
                  <a:schemeClr val="tx1"/>
                </a:solidFill>
                <a:latin typeface="Times New Roman" pitchFamily="18" charset="0"/>
                <a:cs typeface="Times New Roman" pitchFamily="18" charset="0"/>
              </a:rPr>
              <a:t>Insert_front</a:t>
            </a:r>
            <a:r>
              <a:rPr lang="en-US" dirty="0">
                <a:solidFill>
                  <a:schemeClr val="tx1"/>
                </a:solidFill>
              </a:rPr>
              <a:t> </a:t>
            </a:r>
          </a:p>
        </p:txBody>
      </p:sp>
      <p:sp>
        <p:nvSpPr>
          <p:cNvPr id="43011" name="Content Placeholder 2"/>
          <p:cNvSpPr>
            <a:spLocks noGrp="1"/>
          </p:cNvSpPr>
          <p:nvPr>
            <p:ph idx="1"/>
          </p:nvPr>
        </p:nvSpPr>
        <p:spPr>
          <a:xfrm>
            <a:off x="2238375" y="1571625"/>
            <a:ext cx="8001000" cy="4800600"/>
          </a:xfrm>
        </p:spPr>
        <p:txBody>
          <a:bodyPr/>
          <a:lstStyle/>
          <a:p>
            <a:pPr eaLnBrk="1" hangingPunct="1">
              <a:lnSpc>
                <a:spcPct val="150000"/>
              </a:lnSpc>
            </a:pPr>
            <a:r>
              <a:rPr lang="en-US" sz="2400">
                <a:latin typeface="Times New Roman" panose="02020603050405020304" pitchFamily="18" charset="0"/>
                <a:cs typeface="Times New Roman" panose="02020603050405020304" pitchFamily="18" charset="0"/>
              </a:rPr>
              <a:t>insert_front() is a operation used to push an element into the front of the </a:t>
            </a:r>
            <a:r>
              <a:rPr lang="en-US" sz="2400" i="1">
                <a:latin typeface="Times New Roman" panose="02020603050405020304" pitchFamily="18" charset="0"/>
                <a:cs typeface="Times New Roman" panose="02020603050405020304" pitchFamily="18" charset="0"/>
              </a:rPr>
              <a:t>Deque</a:t>
            </a:r>
            <a:r>
              <a:rPr lang="en-US" sz="2400">
                <a:latin typeface="Times New Roman" panose="02020603050405020304" pitchFamily="18" charset="0"/>
                <a:cs typeface="Times New Roman" panose="02020603050405020304" pitchFamily="18" charset="0"/>
              </a:rPr>
              <a:t>.</a:t>
            </a:r>
          </a:p>
        </p:txBody>
      </p:sp>
      <p:sp>
        <p:nvSpPr>
          <p:cNvPr id="4" name="Rectangle 3"/>
          <p:cNvSpPr/>
          <p:nvPr/>
        </p:nvSpPr>
        <p:spPr>
          <a:xfrm>
            <a:off x="4800600" y="2971800"/>
            <a:ext cx="3124200" cy="5334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US"/>
          </a:p>
        </p:txBody>
      </p:sp>
      <p:cxnSp>
        <p:nvCxnSpPr>
          <p:cNvPr id="5" name="Straight Connector 4"/>
          <p:cNvCxnSpPr/>
          <p:nvPr/>
        </p:nvCxnSpPr>
        <p:spPr>
          <a:xfrm rot="5400000">
            <a:off x="4992688" y="3238500"/>
            <a:ext cx="531812" cy="1588"/>
          </a:xfrm>
          <a:prstGeom prst="line">
            <a:avLst/>
          </a:prstGeom>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rot="5400000">
            <a:off x="5526088" y="3236913"/>
            <a:ext cx="531813" cy="1588"/>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rot="5400000">
            <a:off x="6059488" y="3236913"/>
            <a:ext cx="531813" cy="1588"/>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rot="5400000">
            <a:off x="6592888" y="3236913"/>
            <a:ext cx="531813" cy="1588"/>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rot="5400000">
            <a:off x="7126288" y="3236913"/>
            <a:ext cx="531813" cy="1588"/>
          </a:xfrm>
          <a:prstGeom prst="line">
            <a:avLst/>
          </a:prstGeom>
        </p:spPr>
        <p:style>
          <a:lnRef idx="1">
            <a:schemeClr val="dk1"/>
          </a:lnRef>
          <a:fillRef idx="0">
            <a:schemeClr val="dk1"/>
          </a:fillRef>
          <a:effectRef idx="0">
            <a:schemeClr val="dk1"/>
          </a:effectRef>
          <a:fontRef idx="minor">
            <a:schemeClr val="tx1"/>
          </a:fontRef>
        </p:style>
      </p:cxnSp>
      <p:sp>
        <p:nvSpPr>
          <p:cNvPr id="43018" name="TextBox 9"/>
          <p:cNvSpPr txBox="1">
            <a:spLocks noChangeArrowheads="1"/>
          </p:cNvSpPr>
          <p:nvPr/>
        </p:nvSpPr>
        <p:spPr bwMode="auto">
          <a:xfrm>
            <a:off x="3886200" y="4419600"/>
            <a:ext cx="1371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atin typeface="Constantia" panose="02030602050306030303" pitchFamily="18" charset="0"/>
              </a:rPr>
              <a:t>FRONT</a:t>
            </a:r>
          </a:p>
        </p:txBody>
      </p:sp>
      <p:sp>
        <p:nvSpPr>
          <p:cNvPr id="43019" name="TextBox 10"/>
          <p:cNvSpPr txBox="1">
            <a:spLocks noChangeArrowheads="1"/>
          </p:cNvSpPr>
          <p:nvPr/>
        </p:nvSpPr>
        <p:spPr bwMode="auto">
          <a:xfrm>
            <a:off x="6705600" y="4495800"/>
            <a:ext cx="1524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atin typeface="Constantia" panose="02030602050306030303" pitchFamily="18" charset="0"/>
              </a:rPr>
              <a:t>REAR</a:t>
            </a:r>
          </a:p>
        </p:txBody>
      </p:sp>
      <p:cxnSp>
        <p:nvCxnSpPr>
          <p:cNvPr id="12" name="Straight Arrow Connector 11"/>
          <p:cNvCxnSpPr>
            <a:stCxn id="43018" idx="0"/>
          </p:cNvCxnSpPr>
          <p:nvPr/>
        </p:nvCxnSpPr>
        <p:spPr>
          <a:xfrm rot="5400000" flipH="1" flipV="1">
            <a:off x="4343400" y="3810000"/>
            <a:ext cx="8382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5400000" flipH="1" flipV="1">
            <a:off x="7086600" y="3886200"/>
            <a:ext cx="8382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endCxn id="4" idx="1"/>
          </p:cNvCxnSpPr>
          <p:nvPr/>
        </p:nvCxnSpPr>
        <p:spPr>
          <a:xfrm flipV="1">
            <a:off x="4038600" y="3238500"/>
            <a:ext cx="762000" cy="38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3023" name="Rectangle 16"/>
          <p:cNvSpPr>
            <a:spLocks noChangeArrowheads="1"/>
          </p:cNvSpPr>
          <p:nvPr/>
        </p:nvSpPr>
        <p:spPr bwMode="auto">
          <a:xfrm>
            <a:off x="3048000" y="3124200"/>
            <a:ext cx="1143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atin typeface="Constantia" panose="02030602050306030303" pitchFamily="18" charset="0"/>
              </a:rPr>
              <a:t>insert</a:t>
            </a:r>
          </a:p>
        </p:txBody>
      </p:sp>
      <p:sp>
        <p:nvSpPr>
          <p:cNvPr id="43024" name="TextBox 49"/>
          <p:cNvSpPr txBox="1">
            <a:spLocks noChangeArrowheads="1"/>
          </p:cNvSpPr>
          <p:nvPr/>
        </p:nvSpPr>
        <p:spPr bwMode="auto">
          <a:xfrm>
            <a:off x="4800600" y="3048000"/>
            <a:ext cx="3124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atin typeface="Constantia" panose="02030602050306030303" pitchFamily="18" charset="0"/>
              </a:rPr>
              <a:t>1       2	   3      4	     5        7</a:t>
            </a:r>
          </a:p>
        </p:txBody>
      </p:sp>
      <p:sp>
        <p:nvSpPr>
          <p:cNvPr id="51" name="Rectangle 50"/>
          <p:cNvSpPr/>
          <p:nvPr/>
        </p:nvSpPr>
        <p:spPr>
          <a:xfrm>
            <a:off x="4648200" y="5638800"/>
            <a:ext cx="3505200" cy="5334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US"/>
          </a:p>
        </p:txBody>
      </p:sp>
      <p:cxnSp>
        <p:nvCxnSpPr>
          <p:cNvPr id="52" name="Straight Connector 51"/>
          <p:cNvCxnSpPr/>
          <p:nvPr/>
        </p:nvCxnSpPr>
        <p:spPr>
          <a:xfrm rot="5400000">
            <a:off x="4839494" y="5904706"/>
            <a:ext cx="533400" cy="1588"/>
          </a:xfrm>
          <a:prstGeom prst="line">
            <a:avLst/>
          </a:prstGeom>
        </p:spPr>
        <p:style>
          <a:lnRef idx="1">
            <a:schemeClr val="dk1"/>
          </a:lnRef>
          <a:fillRef idx="0">
            <a:schemeClr val="dk1"/>
          </a:fillRef>
          <a:effectRef idx="0">
            <a:schemeClr val="dk1"/>
          </a:effectRef>
          <a:fontRef idx="minor">
            <a:schemeClr val="tx1"/>
          </a:fontRef>
        </p:style>
      </p:cxnSp>
      <p:cxnSp>
        <p:nvCxnSpPr>
          <p:cNvPr id="53" name="Straight Connector 52"/>
          <p:cNvCxnSpPr/>
          <p:nvPr/>
        </p:nvCxnSpPr>
        <p:spPr>
          <a:xfrm rot="5400000">
            <a:off x="5372894" y="5904706"/>
            <a:ext cx="533400" cy="1588"/>
          </a:xfrm>
          <a:prstGeom prst="line">
            <a:avLst/>
          </a:prstGeom>
        </p:spPr>
        <p:style>
          <a:lnRef idx="1">
            <a:schemeClr val="dk1"/>
          </a:lnRef>
          <a:fillRef idx="0">
            <a:schemeClr val="dk1"/>
          </a:fillRef>
          <a:effectRef idx="0">
            <a:schemeClr val="dk1"/>
          </a:effectRef>
          <a:fontRef idx="minor">
            <a:schemeClr val="tx1"/>
          </a:fontRef>
        </p:style>
      </p:cxnSp>
      <p:cxnSp>
        <p:nvCxnSpPr>
          <p:cNvPr id="54" name="Straight Connector 53"/>
          <p:cNvCxnSpPr/>
          <p:nvPr/>
        </p:nvCxnSpPr>
        <p:spPr>
          <a:xfrm rot="5400000">
            <a:off x="5906294" y="5904706"/>
            <a:ext cx="533400" cy="1588"/>
          </a:xfrm>
          <a:prstGeom prst="line">
            <a:avLst/>
          </a:prstGeom>
        </p:spPr>
        <p:style>
          <a:lnRef idx="1">
            <a:schemeClr val="dk1"/>
          </a:lnRef>
          <a:fillRef idx="0">
            <a:schemeClr val="dk1"/>
          </a:fillRef>
          <a:effectRef idx="0">
            <a:schemeClr val="dk1"/>
          </a:effectRef>
          <a:fontRef idx="minor">
            <a:schemeClr val="tx1"/>
          </a:fontRef>
        </p:style>
      </p:cxnSp>
      <p:cxnSp>
        <p:nvCxnSpPr>
          <p:cNvPr id="55" name="Straight Connector 54"/>
          <p:cNvCxnSpPr/>
          <p:nvPr/>
        </p:nvCxnSpPr>
        <p:spPr>
          <a:xfrm rot="5400000">
            <a:off x="6363494" y="5904706"/>
            <a:ext cx="533400" cy="1588"/>
          </a:xfrm>
          <a:prstGeom prst="line">
            <a:avLst/>
          </a:prstGeom>
        </p:spPr>
        <p:style>
          <a:lnRef idx="1">
            <a:schemeClr val="dk1"/>
          </a:lnRef>
          <a:fillRef idx="0">
            <a:schemeClr val="dk1"/>
          </a:fillRef>
          <a:effectRef idx="0">
            <a:schemeClr val="dk1"/>
          </a:effectRef>
          <a:fontRef idx="minor">
            <a:schemeClr val="tx1"/>
          </a:fontRef>
        </p:style>
      </p:cxnSp>
      <p:cxnSp>
        <p:nvCxnSpPr>
          <p:cNvPr id="56" name="Straight Connector 55"/>
          <p:cNvCxnSpPr/>
          <p:nvPr/>
        </p:nvCxnSpPr>
        <p:spPr>
          <a:xfrm rot="5400000">
            <a:off x="6896894" y="5904706"/>
            <a:ext cx="533400" cy="1588"/>
          </a:xfrm>
          <a:prstGeom prst="line">
            <a:avLst/>
          </a:prstGeom>
        </p:spPr>
        <p:style>
          <a:lnRef idx="1">
            <a:schemeClr val="dk1"/>
          </a:lnRef>
          <a:fillRef idx="0">
            <a:schemeClr val="dk1"/>
          </a:fillRef>
          <a:effectRef idx="0">
            <a:schemeClr val="dk1"/>
          </a:effectRef>
          <a:fontRef idx="minor">
            <a:schemeClr val="tx1"/>
          </a:fontRef>
        </p:style>
      </p:cxnSp>
      <p:cxnSp>
        <p:nvCxnSpPr>
          <p:cNvPr id="87" name="Straight Connector 86"/>
          <p:cNvCxnSpPr/>
          <p:nvPr/>
        </p:nvCxnSpPr>
        <p:spPr>
          <a:xfrm rot="5400000">
            <a:off x="7430294" y="5904706"/>
            <a:ext cx="533400" cy="1588"/>
          </a:xfrm>
          <a:prstGeom prst="line">
            <a:avLst/>
          </a:prstGeom>
        </p:spPr>
        <p:style>
          <a:lnRef idx="1">
            <a:schemeClr val="dk1"/>
          </a:lnRef>
          <a:fillRef idx="0">
            <a:schemeClr val="dk1"/>
          </a:fillRef>
          <a:effectRef idx="0">
            <a:schemeClr val="dk1"/>
          </a:effectRef>
          <a:fontRef idx="minor">
            <a:schemeClr val="tx1"/>
          </a:fontRef>
        </p:style>
      </p:cxnSp>
      <p:cxnSp>
        <p:nvCxnSpPr>
          <p:cNvPr id="88" name="Straight Connector 87"/>
          <p:cNvCxnSpPr/>
          <p:nvPr/>
        </p:nvCxnSpPr>
        <p:spPr>
          <a:xfrm rot="5400000">
            <a:off x="7887494" y="5904706"/>
            <a:ext cx="533400" cy="1588"/>
          </a:xfrm>
          <a:prstGeom prst="line">
            <a:avLst/>
          </a:prstGeom>
        </p:spPr>
        <p:style>
          <a:lnRef idx="1">
            <a:schemeClr val="dk1"/>
          </a:lnRef>
          <a:fillRef idx="0">
            <a:schemeClr val="dk1"/>
          </a:fillRef>
          <a:effectRef idx="0">
            <a:schemeClr val="dk1"/>
          </a:effectRef>
          <a:fontRef idx="minor">
            <a:schemeClr val="tx1"/>
          </a:fontRef>
        </p:style>
      </p:cxnSp>
      <p:cxnSp>
        <p:nvCxnSpPr>
          <p:cNvPr id="89" name="Straight Arrow Connector 88"/>
          <p:cNvCxnSpPr/>
          <p:nvPr/>
        </p:nvCxnSpPr>
        <p:spPr>
          <a:xfrm rot="16200000" flipH="1">
            <a:off x="4229100" y="4991100"/>
            <a:ext cx="8382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1" name="Straight Arrow Connector 90"/>
          <p:cNvCxnSpPr/>
          <p:nvPr/>
        </p:nvCxnSpPr>
        <p:spPr>
          <a:xfrm>
            <a:off x="7248526" y="4797425"/>
            <a:ext cx="576263" cy="8461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3035" name="TextBox 94"/>
          <p:cNvSpPr txBox="1">
            <a:spLocks noChangeArrowheads="1"/>
          </p:cNvSpPr>
          <p:nvPr/>
        </p:nvSpPr>
        <p:spPr bwMode="auto">
          <a:xfrm>
            <a:off x="4648200" y="5715000"/>
            <a:ext cx="3505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atin typeface="Constantia" panose="02030602050306030303" pitchFamily="18" charset="0"/>
              </a:rPr>
              <a:t> 0          1       2     3       4      5      7      </a:t>
            </a:r>
          </a:p>
        </p:txBody>
      </p:sp>
      <p:sp>
        <p:nvSpPr>
          <p:cNvPr id="28" name="Date Placeholder 27"/>
          <p:cNvSpPr>
            <a:spLocks noGrp="1"/>
          </p:cNvSpPr>
          <p:nvPr>
            <p:ph type="dt" sz="quarter" idx="10"/>
          </p:nvPr>
        </p:nvSpPr>
        <p:spPr/>
        <p:txBody>
          <a:bodyPr/>
          <a:lstStyle/>
          <a:p>
            <a:pPr>
              <a:defRPr/>
            </a:pPr>
            <a:fld id="{61DCBE4A-6B1E-46FE-9D2D-6D6569134F88}" type="datetime1">
              <a:rPr lang="en-US" smtClean="0"/>
              <a:pPr>
                <a:defRPr/>
              </a:pPr>
              <a:t>9/30/2024</a:t>
            </a:fld>
            <a:endParaRPr lang="en-IN"/>
          </a:p>
        </p:txBody>
      </p:sp>
      <p:sp>
        <p:nvSpPr>
          <p:cNvPr id="29" name="Slide Number Placeholder 28"/>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6C92427-2E11-45E6-8B05-3F093B01E25C}" type="slidenum">
              <a:rPr lang="en-IN">
                <a:solidFill>
                  <a:srgbClr val="045C75"/>
                </a:solidFill>
                <a:latin typeface="Constantia" panose="02030602050306030303" pitchFamily="18" charset="0"/>
              </a:rPr>
              <a:pPr eaLnBrk="1" hangingPunct="1"/>
              <a:t>74</a:t>
            </a:fld>
            <a:endParaRPr lang="en-IN">
              <a:solidFill>
                <a:srgbClr val="045C75"/>
              </a:solidFill>
              <a:latin typeface="Constantia" panose="02030602050306030303" pitchFamily="18" charset="0"/>
            </a:endParaRPr>
          </a:p>
        </p:txBody>
      </p:sp>
      <p:sp>
        <p:nvSpPr>
          <p:cNvPr id="30" name="Footer Placeholder 29"/>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64608198"/>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pPr algn="ctr" eaLnBrk="1" hangingPunct="1"/>
            <a:r>
              <a:rPr lang="en-US" sz="3200" b="1">
                <a:solidFill>
                  <a:schemeClr val="tx1"/>
                </a:solidFill>
                <a:latin typeface="Times New Roman" panose="02020603050405020304" pitchFamily="18" charset="0"/>
                <a:cs typeface="Times New Roman" panose="02020603050405020304" pitchFamily="18" charset="0"/>
              </a:rPr>
              <a:t>Algorithm Insert_front</a:t>
            </a:r>
            <a:endParaRPr lang="en-IN" sz="3200">
              <a:solidFill>
                <a:schemeClr val="tx1"/>
              </a:solidFill>
            </a:endParaRPr>
          </a:p>
        </p:txBody>
      </p:sp>
      <p:sp>
        <p:nvSpPr>
          <p:cNvPr id="44035" name="Content Placeholder 2"/>
          <p:cNvSpPr>
            <a:spLocks noGrp="1"/>
          </p:cNvSpPr>
          <p:nvPr>
            <p:ph idx="1"/>
          </p:nvPr>
        </p:nvSpPr>
        <p:spPr/>
        <p:txBody>
          <a:bodyPr/>
          <a:lstStyle/>
          <a:p>
            <a:pPr eaLnBrk="1" hangingPunct="1">
              <a:buFont typeface="Wingdings 2" panose="05020102010507070707" pitchFamily="18" charset="2"/>
              <a:buNone/>
            </a:pPr>
            <a:r>
              <a:rPr lang="en-US" sz="2400">
                <a:latin typeface="Times New Roman" panose="02020603050405020304" pitchFamily="18" charset="0"/>
                <a:cs typeface="Times New Roman" panose="02020603050405020304" pitchFamily="18" charset="0"/>
              </a:rPr>
              <a:t>step1. Start</a:t>
            </a:r>
          </a:p>
          <a:p>
            <a:pPr eaLnBrk="1" hangingPunct="1">
              <a:buFont typeface="Wingdings 2" panose="05020102010507070707" pitchFamily="18" charset="2"/>
              <a:buNone/>
            </a:pPr>
            <a:r>
              <a:rPr lang="en-US" sz="2400">
                <a:latin typeface="Times New Roman" panose="02020603050405020304" pitchFamily="18" charset="0"/>
                <a:cs typeface="Times New Roman" panose="02020603050405020304" pitchFamily="18" charset="0"/>
              </a:rPr>
              <a:t>step2. Check the queue is full or not as if (r == max-1) &amp;&amp;(f==0)</a:t>
            </a:r>
          </a:p>
          <a:p>
            <a:pPr eaLnBrk="1" hangingPunct="1">
              <a:buFont typeface="Wingdings 2" panose="05020102010507070707" pitchFamily="18" charset="2"/>
              <a:buNone/>
            </a:pPr>
            <a:r>
              <a:rPr lang="en-US" sz="2400">
                <a:latin typeface="Times New Roman" panose="02020603050405020304" pitchFamily="18" charset="0"/>
                <a:cs typeface="Times New Roman" panose="02020603050405020304" pitchFamily="18" charset="0"/>
              </a:rPr>
              <a:t>step3. If false update the pointer f as f= f-1</a:t>
            </a:r>
          </a:p>
          <a:p>
            <a:pPr eaLnBrk="1" hangingPunct="1">
              <a:buFont typeface="Wingdings 2" panose="05020102010507070707" pitchFamily="18" charset="2"/>
              <a:buNone/>
            </a:pPr>
            <a:r>
              <a:rPr lang="en-US" sz="2400">
                <a:latin typeface="Times New Roman" panose="02020603050405020304" pitchFamily="18" charset="0"/>
                <a:cs typeface="Times New Roman" panose="02020603050405020304" pitchFamily="18" charset="0"/>
              </a:rPr>
              <a:t>step4. Insert the element at pointer f as Q[f] = element</a:t>
            </a:r>
          </a:p>
          <a:p>
            <a:pPr eaLnBrk="1" hangingPunct="1">
              <a:buFont typeface="Wingdings 2" panose="05020102010507070707" pitchFamily="18" charset="2"/>
              <a:buNone/>
            </a:pPr>
            <a:r>
              <a:rPr lang="en-US" sz="2400">
                <a:latin typeface="Times New Roman" panose="02020603050405020304" pitchFamily="18" charset="0"/>
                <a:cs typeface="Times New Roman" panose="02020603050405020304" pitchFamily="18" charset="0"/>
              </a:rPr>
              <a:t>step5. Stop</a:t>
            </a:r>
          </a:p>
          <a:p>
            <a:pPr eaLnBrk="1" hangingPunct="1">
              <a:buFont typeface="Wingdings 2" panose="05020102010507070707" pitchFamily="18" charset="2"/>
              <a:buNone/>
            </a:pPr>
            <a:endParaRPr lang="en-US" sz="2400">
              <a:latin typeface="Times New Roman" panose="02020603050405020304" pitchFamily="18" charset="0"/>
              <a:cs typeface="Times New Roman" panose="02020603050405020304" pitchFamily="18" charset="0"/>
            </a:endParaRPr>
          </a:p>
          <a:p>
            <a:pPr eaLnBrk="1" hangingPunct="1"/>
            <a:endParaRPr lang="en-IN" sz="24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quarter" idx="10"/>
          </p:nvPr>
        </p:nvSpPr>
        <p:spPr/>
        <p:txBody>
          <a:bodyPr/>
          <a:lstStyle/>
          <a:p>
            <a:pPr>
              <a:defRPr/>
            </a:pPr>
            <a:fld id="{079077BD-1167-49EA-9A5D-8753B4D865ED}" type="datetime1">
              <a:rPr lang="en-US" smtClean="0"/>
              <a:pPr>
                <a:defRPr/>
              </a:pPr>
              <a:t>9/30/2024</a:t>
            </a:fld>
            <a:endParaRPr lang="en-IN"/>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7B8F02-A9A7-4242-ADAF-AB1D7AF1FBFD}" type="slidenum">
              <a:rPr lang="en-IN">
                <a:solidFill>
                  <a:srgbClr val="045C75"/>
                </a:solidFill>
                <a:latin typeface="Constantia" panose="02030602050306030303" pitchFamily="18" charset="0"/>
              </a:rPr>
              <a:pPr eaLnBrk="1" hangingPunct="1"/>
              <a:t>75</a:t>
            </a:fld>
            <a:endParaRPr lang="en-IN">
              <a:solidFill>
                <a:srgbClr val="045C75"/>
              </a:solidFill>
              <a:latin typeface="Constantia" panose="02030602050306030303" pitchFamily="18" charset="0"/>
            </a:endParaRPr>
          </a:p>
        </p:txBody>
      </p:sp>
      <p:sp>
        <p:nvSpPr>
          <p:cNvPr id="6" name="Footer Placeholder 5"/>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99793188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1952625" y="500063"/>
            <a:ext cx="8229600" cy="785812"/>
          </a:xfrm>
        </p:spPr>
        <p:txBody>
          <a:bodyPr/>
          <a:lstStyle/>
          <a:p>
            <a:pPr algn="ctr" eaLnBrk="1" hangingPunct="1"/>
            <a:r>
              <a:rPr lang="en-US" sz="3200" b="1">
                <a:solidFill>
                  <a:schemeClr val="tx1"/>
                </a:solidFill>
                <a:latin typeface="Times New Roman" panose="02020603050405020304" pitchFamily="18" charset="0"/>
                <a:cs typeface="Times New Roman" panose="02020603050405020304" pitchFamily="18" charset="0"/>
              </a:rPr>
              <a:t>Insert_back</a:t>
            </a:r>
          </a:p>
        </p:txBody>
      </p:sp>
      <p:sp>
        <p:nvSpPr>
          <p:cNvPr id="45059" name="Content Placeholder 2"/>
          <p:cNvSpPr>
            <a:spLocks noGrp="1"/>
          </p:cNvSpPr>
          <p:nvPr>
            <p:ph idx="1"/>
          </p:nvPr>
        </p:nvSpPr>
        <p:spPr>
          <a:xfrm>
            <a:off x="2238376" y="1428750"/>
            <a:ext cx="7858125" cy="4800600"/>
          </a:xfrm>
        </p:spPr>
        <p:txBody>
          <a:bodyPr/>
          <a:lstStyle/>
          <a:p>
            <a:pPr eaLnBrk="1" hangingPunct="1">
              <a:lnSpc>
                <a:spcPct val="150000"/>
              </a:lnSpc>
            </a:pPr>
            <a:r>
              <a:rPr lang="en-US" sz="2400">
                <a:latin typeface="Times New Roman" panose="02020603050405020304" pitchFamily="18" charset="0"/>
                <a:cs typeface="Times New Roman" panose="02020603050405020304" pitchFamily="18" charset="0"/>
              </a:rPr>
              <a:t>insert_back() is a operation used to push an element at the back of a </a:t>
            </a:r>
            <a:r>
              <a:rPr lang="en-US" sz="2400" i="1">
                <a:latin typeface="Times New Roman" panose="02020603050405020304" pitchFamily="18" charset="0"/>
                <a:cs typeface="Times New Roman" panose="02020603050405020304" pitchFamily="18" charset="0"/>
              </a:rPr>
              <a:t>Deque</a:t>
            </a:r>
            <a:r>
              <a:rPr lang="en-US" sz="2400">
                <a:latin typeface="Times New Roman" panose="02020603050405020304" pitchFamily="18" charset="0"/>
                <a:cs typeface="Times New Roman" panose="02020603050405020304" pitchFamily="18" charset="0"/>
              </a:rPr>
              <a:t>.</a:t>
            </a:r>
          </a:p>
        </p:txBody>
      </p:sp>
      <p:sp>
        <p:nvSpPr>
          <p:cNvPr id="51" name="Rectangle 50"/>
          <p:cNvSpPr/>
          <p:nvPr/>
        </p:nvSpPr>
        <p:spPr>
          <a:xfrm>
            <a:off x="4800600" y="2971800"/>
            <a:ext cx="3124200" cy="5334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US"/>
          </a:p>
        </p:txBody>
      </p:sp>
      <p:cxnSp>
        <p:nvCxnSpPr>
          <p:cNvPr id="52" name="Straight Connector 51"/>
          <p:cNvCxnSpPr/>
          <p:nvPr/>
        </p:nvCxnSpPr>
        <p:spPr>
          <a:xfrm rot="5400000">
            <a:off x="4992688" y="3238500"/>
            <a:ext cx="531812" cy="1588"/>
          </a:xfrm>
          <a:prstGeom prst="line">
            <a:avLst/>
          </a:prstGeom>
        </p:spPr>
        <p:style>
          <a:lnRef idx="1">
            <a:schemeClr val="dk1"/>
          </a:lnRef>
          <a:fillRef idx="0">
            <a:schemeClr val="dk1"/>
          </a:fillRef>
          <a:effectRef idx="0">
            <a:schemeClr val="dk1"/>
          </a:effectRef>
          <a:fontRef idx="minor">
            <a:schemeClr val="tx1"/>
          </a:fontRef>
        </p:style>
      </p:cxnSp>
      <p:cxnSp>
        <p:nvCxnSpPr>
          <p:cNvPr id="53" name="Straight Connector 52"/>
          <p:cNvCxnSpPr/>
          <p:nvPr/>
        </p:nvCxnSpPr>
        <p:spPr>
          <a:xfrm rot="5400000">
            <a:off x="5526088" y="3236913"/>
            <a:ext cx="531813" cy="1588"/>
          </a:xfrm>
          <a:prstGeom prst="line">
            <a:avLst/>
          </a:prstGeom>
        </p:spPr>
        <p:style>
          <a:lnRef idx="1">
            <a:schemeClr val="dk1"/>
          </a:lnRef>
          <a:fillRef idx="0">
            <a:schemeClr val="dk1"/>
          </a:fillRef>
          <a:effectRef idx="0">
            <a:schemeClr val="dk1"/>
          </a:effectRef>
          <a:fontRef idx="minor">
            <a:schemeClr val="tx1"/>
          </a:fontRef>
        </p:style>
      </p:cxnSp>
      <p:cxnSp>
        <p:nvCxnSpPr>
          <p:cNvPr id="54" name="Straight Connector 53"/>
          <p:cNvCxnSpPr/>
          <p:nvPr/>
        </p:nvCxnSpPr>
        <p:spPr>
          <a:xfrm rot="5400000">
            <a:off x="6059488" y="3236913"/>
            <a:ext cx="531813" cy="1588"/>
          </a:xfrm>
          <a:prstGeom prst="line">
            <a:avLst/>
          </a:prstGeom>
        </p:spPr>
        <p:style>
          <a:lnRef idx="1">
            <a:schemeClr val="dk1"/>
          </a:lnRef>
          <a:fillRef idx="0">
            <a:schemeClr val="dk1"/>
          </a:fillRef>
          <a:effectRef idx="0">
            <a:schemeClr val="dk1"/>
          </a:effectRef>
          <a:fontRef idx="minor">
            <a:schemeClr val="tx1"/>
          </a:fontRef>
        </p:style>
      </p:cxnSp>
      <p:cxnSp>
        <p:nvCxnSpPr>
          <p:cNvPr id="55" name="Straight Connector 54"/>
          <p:cNvCxnSpPr/>
          <p:nvPr/>
        </p:nvCxnSpPr>
        <p:spPr>
          <a:xfrm rot="5400000">
            <a:off x="6592888" y="3236913"/>
            <a:ext cx="531813" cy="1588"/>
          </a:xfrm>
          <a:prstGeom prst="line">
            <a:avLst/>
          </a:prstGeom>
        </p:spPr>
        <p:style>
          <a:lnRef idx="1">
            <a:schemeClr val="dk1"/>
          </a:lnRef>
          <a:fillRef idx="0">
            <a:schemeClr val="dk1"/>
          </a:fillRef>
          <a:effectRef idx="0">
            <a:schemeClr val="dk1"/>
          </a:effectRef>
          <a:fontRef idx="minor">
            <a:schemeClr val="tx1"/>
          </a:fontRef>
        </p:style>
      </p:cxnSp>
      <p:cxnSp>
        <p:nvCxnSpPr>
          <p:cNvPr id="56" name="Straight Connector 55"/>
          <p:cNvCxnSpPr/>
          <p:nvPr/>
        </p:nvCxnSpPr>
        <p:spPr>
          <a:xfrm rot="5400000">
            <a:off x="7126288" y="3236913"/>
            <a:ext cx="531813" cy="1588"/>
          </a:xfrm>
          <a:prstGeom prst="line">
            <a:avLst/>
          </a:prstGeom>
        </p:spPr>
        <p:style>
          <a:lnRef idx="1">
            <a:schemeClr val="dk1"/>
          </a:lnRef>
          <a:fillRef idx="0">
            <a:schemeClr val="dk1"/>
          </a:fillRef>
          <a:effectRef idx="0">
            <a:schemeClr val="dk1"/>
          </a:effectRef>
          <a:fontRef idx="minor">
            <a:schemeClr val="tx1"/>
          </a:fontRef>
        </p:style>
      </p:cxnSp>
      <p:sp>
        <p:nvSpPr>
          <p:cNvPr id="45066" name="TextBox 56"/>
          <p:cNvSpPr txBox="1">
            <a:spLocks noChangeArrowheads="1"/>
          </p:cNvSpPr>
          <p:nvPr/>
        </p:nvSpPr>
        <p:spPr bwMode="auto">
          <a:xfrm>
            <a:off x="3886200" y="4419600"/>
            <a:ext cx="1371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atin typeface="Constantia" panose="02030602050306030303" pitchFamily="18" charset="0"/>
              </a:rPr>
              <a:t>FRONT</a:t>
            </a:r>
          </a:p>
        </p:txBody>
      </p:sp>
      <p:sp>
        <p:nvSpPr>
          <p:cNvPr id="45067" name="TextBox 57"/>
          <p:cNvSpPr txBox="1">
            <a:spLocks noChangeArrowheads="1"/>
          </p:cNvSpPr>
          <p:nvPr/>
        </p:nvSpPr>
        <p:spPr bwMode="auto">
          <a:xfrm>
            <a:off x="6705600" y="4495800"/>
            <a:ext cx="1524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atin typeface="Constantia" panose="02030602050306030303" pitchFamily="18" charset="0"/>
              </a:rPr>
              <a:t>REAR</a:t>
            </a:r>
          </a:p>
        </p:txBody>
      </p:sp>
      <p:cxnSp>
        <p:nvCxnSpPr>
          <p:cNvPr id="59" name="Straight Arrow Connector 58"/>
          <p:cNvCxnSpPr>
            <a:stCxn id="45066" idx="0"/>
          </p:cNvCxnSpPr>
          <p:nvPr/>
        </p:nvCxnSpPr>
        <p:spPr>
          <a:xfrm rot="5400000" flipH="1" flipV="1">
            <a:off x="4343400" y="3810000"/>
            <a:ext cx="8382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flipH="1" flipV="1">
            <a:off x="7248526" y="3573464"/>
            <a:ext cx="66675" cy="9223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rot="10800000" flipV="1">
            <a:off x="8001000" y="3162300"/>
            <a:ext cx="990600" cy="38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5071" name="Rectangle 61"/>
          <p:cNvSpPr>
            <a:spLocks noChangeArrowheads="1"/>
          </p:cNvSpPr>
          <p:nvPr/>
        </p:nvSpPr>
        <p:spPr bwMode="auto">
          <a:xfrm>
            <a:off x="8975725" y="2914650"/>
            <a:ext cx="1143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atin typeface="Constantia" panose="02030602050306030303" pitchFamily="18" charset="0"/>
              </a:rPr>
              <a:t> insert 9  </a:t>
            </a:r>
          </a:p>
        </p:txBody>
      </p:sp>
      <p:sp>
        <p:nvSpPr>
          <p:cNvPr id="45072" name="TextBox 62"/>
          <p:cNvSpPr txBox="1">
            <a:spLocks noChangeArrowheads="1"/>
          </p:cNvSpPr>
          <p:nvPr/>
        </p:nvSpPr>
        <p:spPr bwMode="auto">
          <a:xfrm>
            <a:off x="4800600" y="3048000"/>
            <a:ext cx="3124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atin typeface="Constantia" panose="02030602050306030303" pitchFamily="18" charset="0"/>
              </a:rPr>
              <a:t>1       2	   3      4	     5        </a:t>
            </a:r>
          </a:p>
        </p:txBody>
      </p:sp>
      <p:sp>
        <p:nvSpPr>
          <p:cNvPr id="64" name="Rectangle 63"/>
          <p:cNvSpPr/>
          <p:nvPr/>
        </p:nvSpPr>
        <p:spPr>
          <a:xfrm>
            <a:off x="4648200" y="5638800"/>
            <a:ext cx="3200400" cy="5334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US"/>
          </a:p>
        </p:txBody>
      </p:sp>
      <p:cxnSp>
        <p:nvCxnSpPr>
          <p:cNvPr id="65" name="Straight Connector 64"/>
          <p:cNvCxnSpPr/>
          <p:nvPr/>
        </p:nvCxnSpPr>
        <p:spPr>
          <a:xfrm rot="5400000">
            <a:off x="4839494" y="5904706"/>
            <a:ext cx="533400" cy="1588"/>
          </a:xfrm>
          <a:prstGeom prst="line">
            <a:avLst/>
          </a:prstGeom>
        </p:spPr>
        <p:style>
          <a:lnRef idx="1">
            <a:schemeClr val="dk1"/>
          </a:lnRef>
          <a:fillRef idx="0">
            <a:schemeClr val="dk1"/>
          </a:fillRef>
          <a:effectRef idx="0">
            <a:schemeClr val="dk1"/>
          </a:effectRef>
          <a:fontRef idx="minor">
            <a:schemeClr val="tx1"/>
          </a:fontRef>
        </p:style>
      </p:cxnSp>
      <p:cxnSp>
        <p:nvCxnSpPr>
          <p:cNvPr id="66" name="Straight Connector 65"/>
          <p:cNvCxnSpPr/>
          <p:nvPr/>
        </p:nvCxnSpPr>
        <p:spPr>
          <a:xfrm rot="5400000">
            <a:off x="5372894" y="5904706"/>
            <a:ext cx="533400" cy="1588"/>
          </a:xfrm>
          <a:prstGeom prst="line">
            <a:avLst/>
          </a:prstGeom>
        </p:spPr>
        <p:style>
          <a:lnRef idx="1">
            <a:schemeClr val="dk1"/>
          </a:lnRef>
          <a:fillRef idx="0">
            <a:schemeClr val="dk1"/>
          </a:fillRef>
          <a:effectRef idx="0">
            <a:schemeClr val="dk1"/>
          </a:effectRef>
          <a:fontRef idx="minor">
            <a:schemeClr val="tx1"/>
          </a:fontRef>
        </p:style>
      </p:cxnSp>
      <p:cxnSp>
        <p:nvCxnSpPr>
          <p:cNvPr id="67" name="Straight Connector 66"/>
          <p:cNvCxnSpPr/>
          <p:nvPr/>
        </p:nvCxnSpPr>
        <p:spPr>
          <a:xfrm rot="5400000">
            <a:off x="5906294" y="5904706"/>
            <a:ext cx="533400" cy="1588"/>
          </a:xfrm>
          <a:prstGeom prst="line">
            <a:avLst/>
          </a:prstGeom>
        </p:spPr>
        <p:style>
          <a:lnRef idx="1">
            <a:schemeClr val="dk1"/>
          </a:lnRef>
          <a:fillRef idx="0">
            <a:schemeClr val="dk1"/>
          </a:fillRef>
          <a:effectRef idx="0">
            <a:schemeClr val="dk1"/>
          </a:effectRef>
          <a:fontRef idx="minor">
            <a:schemeClr val="tx1"/>
          </a:fontRef>
        </p:style>
      </p:cxnSp>
      <p:cxnSp>
        <p:nvCxnSpPr>
          <p:cNvPr id="68" name="Straight Connector 67"/>
          <p:cNvCxnSpPr/>
          <p:nvPr/>
        </p:nvCxnSpPr>
        <p:spPr>
          <a:xfrm rot="5400000">
            <a:off x="6363494" y="5904706"/>
            <a:ext cx="533400" cy="1588"/>
          </a:xfrm>
          <a:prstGeom prst="line">
            <a:avLst/>
          </a:prstGeom>
        </p:spPr>
        <p:style>
          <a:lnRef idx="1">
            <a:schemeClr val="dk1"/>
          </a:lnRef>
          <a:fillRef idx="0">
            <a:schemeClr val="dk1"/>
          </a:fillRef>
          <a:effectRef idx="0">
            <a:schemeClr val="dk1"/>
          </a:effectRef>
          <a:fontRef idx="minor">
            <a:schemeClr val="tx1"/>
          </a:fontRef>
        </p:style>
      </p:cxnSp>
      <p:cxnSp>
        <p:nvCxnSpPr>
          <p:cNvPr id="69" name="Straight Connector 68"/>
          <p:cNvCxnSpPr/>
          <p:nvPr/>
        </p:nvCxnSpPr>
        <p:spPr>
          <a:xfrm rot="5400000">
            <a:off x="6896894" y="5904706"/>
            <a:ext cx="533400" cy="1588"/>
          </a:xfrm>
          <a:prstGeom prst="line">
            <a:avLst/>
          </a:prstGeom>
        </p:spPr>
        <p:style>
          <a:lnRef idx="1">
            <a:schemeClr val="dk1"/>
          </a:lnRef>
          <a:fillRef idx="0">
            <a:schemeClr val="dk1"/>
          </a:fillRef>
          <a:effectRef idx="0">
            <a:schemeClr val="dk1"/>
          </a:effectRef>
          <a:fontRef idx="minor">
            <a:schemeClr val="tx1"/>
          </a:fontRef>
        </p:style>
      </p:cxnSp>
      <p:cxnSp>
        <p:nvCxnSpPr>
          <p:cNvPr id="72" name="Straight Arrow Connector 71"/>
          <p:cNvCxnSpPr/>
          <p:nvPr/>
        </p:nvCxnSpPr>
        <p:spPr>
          <a:xfrm rot="16200000" flipH="1">
            <a:off x="4229100" y="4991100"/>
            <a:ext cx="8382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rot="16200000" flipH="1">
            <a:off x="6934200" y="4953000"/>
            <a:ext cx="7620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5081" name="TextBox 73"/>
          <p:cNvSpPr txBox="1">
            <a:spLocks noChangeArrowheads="1"/>
          </p:cNvSpPr>
          <p:nvPr/>
        </p:nvSpPr>
        <p:spPr bwMode="auto">
          <a:xfrm>
            <a:off x="4648200" y="5715000"/>
            <a:ext cx="3048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atin typeface="Constantia" panose="02030602050306030303" pitchFamily="18" charset="0"/>
              </a:rPr>
              <a:t>  1       2     3       4      5          9      </a:t>
            </a:r>
          </a:p>
        </p:txBody>
      </p:sp>
      <p:sp>
        <p:nvSpPr>
          <p:cNvPr id="26" name="Date Placeholder 25"/>
          <p:cNvSpPr>
            <a:spLocks noGrp="1"/>
          </p:cNvSpPr>
          <p:nvPr>
            <p:ph type="dt" sz="quarter" idx="10"/>
          </p:nvPr>
        </p:nvSpPr>
        <p:spPr/>
        <p:txBody>
          <a:bodyPr/>
          <a:lstStyle/>
          <a:p>
            <a:pPr>
              <a:defRPr/>
            </a:pPr>
            <a:fld id="{EF72B478-45FB-4746-96D4-5AE18E2A0557}" type="datetime1">
              <a:rPr lang="en-US" smtClean="0"/>
              <a:pPr>
                <a:defRPr/>
              </a:pPr>
              <a:t>9/30/2024</a:t>
            </a:fld>
            <a:endParaRPr lang="en-IN"/>
          </a:p>
        </p:txBody>
      </p:sp>
      <p:sp>
        <p:nvSpPr>
          <p:cNvPr id="27" name="Slide Number Placeholder 26"/>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4D5F556-9C0F-47AC-A5D6-C6C239D4EA13}" type="slidenum">
              <a:rPr lang="en-IN">
                <a:solidFill>
                  <a:srgbClr val="045C75"/>
                </a:solidFill>
                <a:latin typeface="Constantia" panose="02030602050306030303" pitchFamily="18" charset="0"/>
              </a:rPr>
              <a:pPr eaLnBrk="1" hangingPunct="1"/>
              <a:t>76</a:t>
            </a:fld>
            <a:endParaRPr lang="en-IN">
              <a:solidFill>
                <a:srgbClr val="045C75"/>
              </a:solidFill>
              <a:latin typeface="Constantia" panose="02030602050306030303" pitchFamily="18" charset="0"/>
            </a:endParaRPr>
          </a:p>
        </p:txBody>
      </p:sp>
      <p:sp>
        <p:nvSpPr>
          <p:cNvPr id="28" name="Footer Placeholder 27"/>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52253942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ntent Placeholder 2"/>
          <p:cNvSpPr>
            <a:spLocks noGrp="1"/>
          </p:cNvSpPr>
          <p:nvPr>
            <p:ph idx="1"/>
          </p:nvPr>
        </p:nvSpPr>
        <p:spPr>
          <a:xfrm>
            <a:off x="2024064" y="785814"/>
            <a:ext cx="8143875" cy="5786437"/>
          </a:xfrm>
        </p:spPr>
        <p:txBody>
          <a:bodyPr/>
          <a:lstStyle/>
          <a:p>
            <a:pPr algn="ctr" eaLnBrk="1" hangingPunct="1">
              <a:lnSpc>
                <a:spcPct val="150000"/>
              </a:lnSpc>
              <a:buFont typeface="Wingdings 2" panose="05020102010507070707" pitchFamily="18" charset="2"/>
              <a:buNone/>
            </a:pPr>
            <a:r>
              <a:rPr lang="en-US" sz="2400" b="1">
                <a:latin typeface="Times New Roman" panose="02020603050405020304" pitchFamily="18" charset="0"/>
                <a:cs typeface="Times New Roman" panose="02020603050405020304" pitchFamily="18" charset="0"/>
              </a:rPr>
              <a:t>Alogrithm insert_back</a:t>
            </a:r>
            <a:endParaRPr lang="en-US" sz="2400">
              <a:latin typeface="Times New Roman" panose="02020603050405020304" pitchFamily="18" charset="0"/>
              <a:cs typeface="Times New Roman" panose="02020603050405020304" pitchFamily="18" charset="0"/>
            </a:endParaRPr>
          </a:p>
          <a:p>
            <a:pPr eaLnBrk="1" hangingPunct="1">
              <a:lnSpc>
                <a:spcPct val="150000"/>
              </a:lnSpc>
              <a:buFont typeface="Wingdings 2" panose="05020102010507070707" pitchFamily="18" charset="2"/>
              <a:buNone/>
            </a:pPr>
            <a:r>
              <a:rPr lang="en-US" sz="2400">
                <a:latin typeface="Times New Roman" panose="02020603050405020304" pitchFamily="18" charset="0"/>
                <a:cs typeface="Times New Roman" panose="02020603050405020304" pitchFamily="18" charset="0"/>
              </a:rPr>
              <a:t>Step1:	 Start</a:t>
            </a:r>
          </a:p>
          <a:p>
            <a:pPr eaLnBrk="1" hangingPunct="1">
              <a:lnSpc>
                <a:spcPct val="150000"/>
              </a:lnSpc>
              <a:buFont typeface="Wingdings 2" panose="05020102010507070707" pitchFamily="18" charset="2"/>
              <a:buNone/>
            </a:pPr>
            <a:r>
              <a:rPr lang="en-US" sz="2400">
                <a:latin typeface="Times New Roman" panose="02020603050405020304" pitchFamily="18" charset="0"/>
                <a:cs typeface="Times New Roman" panose="02020603050405020304" pitchFamily="18" charset="0"/>
              </a:rPr>
              <a:t>Step2:	 Check the queue is full or not as if (r == max-1)         	&amp;&amp;(f==0) if yes queue is full</a:t>
            </a:r>
          </a:p>
          <a:p>
            <a:pPr eaLnBrk="1" hangingPunct="1">
              <a:lnSpc>
                <a:spcPct val="150000"/>
              </a:lnSpc>
              <a:buFont typeface="Wingdings 2" panose="05020102010507070707" pitchFamily="18" charset="2"/>
              <a:buNone/>
            </a:pPr>
            <a:r>
              <a:rPr lang="en-US" sz="2400">
                <a:latin typeface="Times New Roman" panose="02020603050405020304" pitchFamily="18" charset="0"/>
                <a:cs typeface="Times New Roman" panose="02020603050405020304" pitchFamily="18" charset="0"/>
              </a:rPr>
              <a:t>Step3: 	If false update the pointer r as r= r+1</a:t>
            </a:r>
          </a:p>
          <a:p>
            <a:pPr eaLnBrk="1" hangingPunct="1">
              <a:lnSpc>
                <a:spcPct val="150000"/>
              </a:lnSpc>
              <a:buFont typeface="Wingdings 2" panose="05020102010507070707" pitchFamily="18" charset="2"/>
              <a:buNone/>
            </a:pPr>
            <a:r>
              <a:rPr lang="en-US" sz="2400">
                <a:latin typeface="Times New Roman" panose="02020603050405020304" pitchFamily="18" charset="0"/>
                <a:cs typeface="Times New Roman" panose="02020603050405020304" pitchFamily="18" charset="0"/>
              </a:rPr>
              <a:t>Step4: 	Insert the element at pointer r as Q[r] = element</a:t>
            </a:r>
          </a:p>
          <a:p>
            <a:pPr eaLnBrk="1" hangingPunct="1">
              <a:lnSpc>
                <a:spcPct val="150000"/>
              </a:lnSpc>
              <a:buFont typeface="Wingdings 2" panose="05020102010507070707" pitchFamily="18" charset="2"/>
              <a:buNone/>
            </a:pPr>
            <a:r>
              <a:rPr lang="en-US" sz="2400">
                <a:latin typeface="Times New Roman" panose="02020603050405020304" pitchFamily="18" charset="0"/>
                <a:cs typeface="Times New Roman" panose="02020603050405020304" pitchFamily="18" charset="0"/>
              </a:rPr>
              <a:t>Step5: 	Stop</a:t>
            </a:r>
          </a:p>
          <a:p>
            <a:pPr eaLnBrk="1" hangingPunct="1">
              <a:lnSpc>
                <a:spcPct val="150000"/>
              </a:lnSpc>
              <a:buFont typeface="Wingdings 2" panose="05020102010507070707" pitchFamily="18" charset="2"/>
              <a:buNone/>
            </a:pPr>
            <a:endParaRPr lang="en-US" sz="240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quarter" idx="10"/>
          </p:nvPr>
        </p:nvSpPr>
        <p:spPr/>
        <p:txBody>
          <a:bodyPr/>
          <a:lstStyle/>
          <a:p>
            <a:pPr>
              <a:defRPr/>
            </a:pPr>
            <a:fld id="{64469E5A-CF1C-4EA9-9397-458DB750D6EB}" type="datetime1">
              <a:rPr lang="en-US" smtClean="0"/>
              <a:pPr>
                <a:defRPr/>
              </a:pPr>
              <a:t>9/30/2024</a:t>
            </a:fld>
            <a:endParaRPr lang="en-IN"/>
          </a:p>
        </p:txBody>
      </p:sp>
      <p:sp>
        <p:nvSpPr>
          <p:cNvPr id="4" name="Slide Number Placeholder 3"/>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BCC70FF-D42E-48EB-A880-F8AA70859D68}" type="slidenum">
              <a:rPr lang="en-IN">
                <a:solidFill>
                  <a:srgbClr val="045C75"/>
                </a:solidFill>
                <a:latin typeface="Constantia" panose="02030602050306030303" pitchFamily="18" charset="0"/>
              </a:rPr>
              <a:pPr eaLnBrk="1" hangingPunct="1"/>
              <a:t>77</a:t>
            </a:fld>
            <a:endParaRPr lang="en-IN">
              <a:solidFill>
                <a:srgbClr val="045C75"/>
              </a:solidFill>
              <a:latin typeface="Constantia" panose="02030602050306030303" pitchFamily="18" charset="0"/>
            </a:endParaRPr>
          </a:p>
        </p:txBody>
      </p:sp>
      <p:sp>
        <p:nvSpPr>
          <p:cNvPr id="5" name="Footer Placeholder 4"/>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1390947865"/>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1809750" y="571501"/>
            <a:ext cx="8229600" cy="714375"/>
          </a:xfrm>
        </p:spPr>
        <p:txBody>
          <a:bodyPr/>
          <a:lstStyle/>
          <a:p>
            <a:pPr algn="ctr" eaLnBrk="1" hangingPunct="1"/>
            <a:r>
              <a:rPr lang="en-US" sz="3200" b="1">
                <a:solidFill>
                  <a:schemeClr val="tx1"/>
                </a:solidFill>
                <a:latin typeface="Times New Roman" panose="02020603050405020304" pitchFamily="18" charset="0"/>
                <a:cs typeface="Times New Roman" panose="02020603050405020304" pitchFamily="18" charset="0"/>
              </a:rPr>
              <a:t>Delete_front</a:t>
            </a:r>
          </a:p>
        </p:txBody>
      </p:sp>
      <p:sp>
        <p:nvSpPr>
          <p:cNvPr id="47107" name="Content Placeholder 2"/>
          <p:cNvSpPr>
            <a:spLocks noGrp="1"/>
          </p:cNvSpPr>
          <p:nvPr>
            <p:ph idx="1"/>
          </p:nvPr>
        </p:nvSpPr>
        <p:spPr>
          <a:xfrm>
            <a:off x="1981200" y="1643064"/>
            <a:ext cx="8229600" cy="4681537"/>
          </a:xfrm>
        </p:spPr>
        <p:txBody>
          <a:bodyPr/>
          <a:lstStyle/>
          <a:p>
            <a:pPr eaLnBrk="1" hangingPunct="1">
              <a:lnSpc>
                <a:spcPct val="150000"/>
              </a:lnSpc>
            </a:pPr>
            <a:r>
              <a:rPr lang="en-US" sz="2400">
                <a:latin typeface="Times New Roman" panose="02020603050405020304" pitchFamily="18" charset="0"/>
                <a:cs typeface="Times New Roman" panose="02020603050405020304" pitchFamily="18" charset="0"/>
              </a:rPr>
              <a:t>remove_front() is a operation used to pop an element on front of the </a:t>
            </a:r>
            <a:r>
              <a:rPr lang="en-US" sz="2400" i="1">
                <a:latin typeface="Times New Roman" panose="02020603050405020304" pitchFamily="18" charset="0"/>
                <a:cs typeface="Times New Roman" panose="02020603050405020304" pitchFamily="18" charset="0"/>
              </a:rPr>
              <a:t>Deque</a:t>
            </a:r>
            <a:r>
              <a:rPr lang="en-US" sz="2400">
                <a:latin typeface="Times New Roman" panose="02020603050405020304" pitchFamily="18" charset="0"/>
                <a:cs typeface="Times New Roman" panose="02020603050405020304" pitchFamily="18" charset="0"/>
              </a:rPr>
              <a:t>.</a:t>
            </a:r>
          </a:p>
        </p:txBody>
      </p:sp>
      <p:sp>
        <p:nvSpPr>
          <p:cNvPr id="4" name="Rectangle 3"/>
          <p:cNvSpPr/>
          <p:nvPr/>
        </p:nvSpPr>
        <p:spPr>
          <a:xfrm>
            <a:off x="4800600" y="2971800"/>
            <a:ext cx="3124200" cy="5334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US"/>
          </a:p>
        </p:txBody>
      </p:sp>
      <p:cxnSp>
        <p:nvCxnSpPr>
          <p:cNvPr id="5" name="Straight Connector 4"/>
          <p:cNvCxnSpPr/>
          <p:nvPr/>
        </p:nvCxnSpPr>
        <p:spPr>
          <a:xfrm rot="5400000">
            <a:off x="4992688" y="3238500"/>
            <a:ext cx="531812" cy="1588"/>
          </a:xfrm>
          <a:prstGeom prst="line">
            <a:avLst/>
          </a:prstGeom>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rot="5400000">
            <a:off x="5526088" y="3236913"/>
            <a:ext cx="531813" cy="1588"/>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rot="5400000">
            <a:off x="6059488" y="3236913"/>
            <a:ext cx="531813" cy="1588"/>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rot="5400000">
            <a:off x="6592888" y="3236913"/>
            <a:ext cx="531813" cy="1588"/>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rot="5400000">
            <a:off x="7126288" y="3236913"/>
            <a:ext cx="531813" cy="1588"/>
          </a:xfrm>
          <a:prstGeom prst="line">
            <a:avLst/>
          </a:prstGeom>
        </p:spPr>
        <p:style>
          <a:lnRef idx="1">
            <a:schemeClr val="dk1"/>
          </a:lnRef>
          <a:fillRef idx="0">
            <a:schemeClr val="dk1"/>
          </a:fillRef>
          <a:effectRef idx="0">
            <a:schemeClr val="dk1"/>
          </a:effectRef>
          <a:fontRef idx="minor">
            <a:schemeClr val="tx1"/>
          </a:fontRef>
        </p:style>
      </p:cxnSp>
      <p:sp>
        <p:nvSpPr>
          <p:cNvPr id="47114" name="TextBox 9"/>
          <p:cNvSpPr txBox="1">
            <a:spLocks noChangeArrowheads="1"/>
          </p:cNvSpPr>
          <p:nvPr/>
        </p:nvSpPr>
        <p:spPr bwMode="auto">
          <a:xfrm>
            <a:off x="4648200" y="4419600"/>
            <a:ext cx="99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atin typeface="Constantia" panose="02030602050306030303" pitchFamily="18" charset="0"/>
              </a:rPr>
              <a:t>FRONT</a:t>
            </a:r>
          </a:p>
        </p:txBody>
      </p:sp>
      <p:sp>
        <p:nvSpPr>
          <p:cNvPr id="47115" name="TextBox 10"/>
          <p:cNvSpPr txBox="1">
            <a:spLocks noChangeArrowheads="1"/>
          </p:cNvSpPr>
          <p:nvPr/>
        </p:nvSpPr>
        <p:spPr bwMode="auto">
          <a:xfrm>
            <a:off x="7162800" y="4343400"/>
            <a:ext cx="838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atin typeface="Constantia" panose="02030602050306030303" pitchFamily="18" charset="0"/>
              </a:rPr>
              <a:t>REAR</a:t>
            </a:r>
          </a:p>
        </p:txBody>
      </p:sp>
      <p:cxnSp>
        <p:nvCxnSpPr>
          <p:cNvPr id="12" name="Straight Arrow Connector 11"/>
          <p:cNvCxnSpPr>
            <a:stCxn id="47114" idx="0"/>
          </p:cNvCxnSpPr>
          <p:nvPr/>
        </p:nvCxnSpPr>
        <p:spPr>
          <a:xfrm rot="16200000" flipV="1">
            <a:off x="4667250" y="3943350"/>
            <a:ext cx="838200" cy="1143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47115" idx="0"/>
          </p:cNvCxnSpPr>
          <p:nvPr/>
        </p:nvCxnSpPr>
        <p:spPr>
          <a:xfrm rot="5400000" flipH="1" flipV="1">
            <a:off x="7258050" y="3905250"/>
            <a:ext cx="762000" cy="1143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47120" idx="1"/>
          </p:cNvCxnSpPr>
          <p:nvPr/>
        </p:nvCxnSpPr>
        <p:spPr>
          <a:xfrm rot="10800000">
            <a:off x="4038600" y="3200400"/>
            <a:ext cx="762000" cy="317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7119" name="Rectangle 15"/>
          <p:cNvSpPr>
            <a:spLocks noChangeArrowheads="1"/>
          </p:cNvSpPr>
          <p:nvPr/>
        </p:nvSpPr>
        <p:spPr bwMode="auto">
          <a:xfrm>
            <a:off x="3071814" y="2971800"/>
            <a:ext cx="11191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atin typeface="Constantia" panose="02030602050306030303" pitchFamily="18" charset="0"/>
              </a:rPr>
              <a:t>Delete</a:t>
            </a:r>
          </a:p>
        </p:txBody>
      </p:sp>
      <p:sp>
        <p:nvSpPr>
          <p:cNvPr id="47120" name="TextBox 17"/>
          <p:cNvSpPr txBox="1">
            <a:spLocks noChangeArrowheads="1"/>
          </p:cNvSpPr>
          <p:nvPr/>
        </p:nvSpPr>
        <p:spPr bwMode="auto">
          <a:xfrm>
            <a:off x="4800600" y="3048000"/>
            <a:ext cx="3124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atin typeface="Constantia" panose="02030602050306030303" pitchFamily="18" charset="0"/>
              </a:rPr>
              <a:t>1       2	   3      4	     5        7</a:t>
            </a:r>
          </a:p>
        </p:txBody>
      </p:sp>
      <p:sp>
        <p:nvSpPr>
          <p:cNvPr id="19" name="Rectangle 18"/>
          <p:cNvSpPr/>
          <p:nvPr/>
        </p:nvSpPr>
        <p:spPr>
          <a:xfrm>
            <a:off x="5410200" y="5562600"/>
            <a:ext cx="2438400" cy="5334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US"/>
          </a:p>
        </p:txBody>
      </p:sp>
      <p:cxnSp>
        <p:nvCxnSpPr>
          <p:cNvPr id="20" name="Straight Connector 19"/>
          <p:cNvCxnSpPr/>
          <p:nvPr/>
        </p:nvCxnSpPr>
        <p:spPr>
          <a:xfrm rot="5400000">
            <a:off x="5601494" y="5828506"/>
            <a:ext cx="533400" cy="1588"/>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p:cNvCxnSpPr/>
          <p:nvPr/>
        </p:nvCxnSpPr>
        <p:spPr>
          <a:xfrm rot="5400000">
            <a:off x="6134894" y="5828506"/>
            <a:ext cx="533400" cy="1588"/>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p:cNvCxnSpPr/>
          <p:nvPr/>
        </p:nvCxnSpPr>
        <p:spPr>
          <a:xfrm rot="5400000">
            <a:off x="6668294" y="5828506"/>
            <a:ext cx="533400" cy="1588"/>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p:cNvCxnSpPr/>
          <p:nvPr/>
        </p:nvCxnSpPr>
        <p:spPr>
          <a:xfrm rot="5400000">
            <a:off x="7125494" y="5828506"/>
            <a:ext cx="533400" cy="1588"/>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Arrow Connector 26"/>
          <p:cNvCxnSpPr/>
          <p:nvPr/>
        </p:nvCxnSpPr>
        <p:spPr>
          <a:xfrm rot="16200000" flipH="1">
            <a:off x="5029200" y="5029200"/>
            <a:ext cx="7620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rot="16200000" flipH="1">
            <a:off x="7234238" y="5067301"/>
            <a:ext cx="857250" cy="95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7128" name="TextBox 28"/>
          <p:cNvSpPr txBox="1">
            <a:spLocks noChangeArrowheads="1"/>
          </p:cNvSpPr>
          <p:nvPr/>
        </p:nvSpPr>
        <p:spPr bwMode="auto">
          <a:xfrm>
            <a:off x="5410200" y="5638800"/>
            <a:ext cx="2438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atin typeface="Constantia" panose="02030602050306030303" pitchFamily="18" charset="0"/>
              </a:rPr>
              <a:t>  2     3       4      5      7</a:t>
            </a:r>
          </a:p>
        </p:txBody>
      </p:sp>
      <p:sp>
        <p:nvSpPr>
          <p:cNvPr id="25" name="Date Placeholder 24"/>
          <p:cNvSpPr>
            <a:spLocks noGrp="1"/>
          </p:cNvSpPr>
          <p:nvPr>
            <p:ph type="dt" sz="quarter" idx="10"/>
          </p:nvPr>
        </p:nvSpPr>
        <p:spPr/>
        <p:txBody>
          <a:bodyPr/>
          <a:lstStyle/>
          <a:p>
            <a:pPr>
              <a:defRPr/>
            </a:pPr>
            <a:fld id="{8D259CC9-7E44-4C96-BDC5-FD627BCF3F56}" type="datetime1">
              <a:rPr lang="en-US" smtClean="0"/>
              <a:pPr>
                <a:defRPr/>
              </a:pPr>
              <a:t>9/30/2024</a:t>
            </a:fld>
            <a:endParaRPr lang="en-IN"/>
          </a:p>
        </p:txBody>
      </p:sp>
      <p:sp>
        <p:nvSpPr>
          <p:cNvPr id="26" name="Slide Number Placeholder 2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E88B2B9-C07F-4C42-9652-0E96910DEC1A}" type="slidenum">
              <a:rPr lang="en-IN">
                <a:solidFill>
                  <a:srgbClr val="045C75"/>
                </a:solidFill>
                <a:latin typeface="Constantia" panose="02030602050306030303" pitchFamily="18" charset="0"/>
              </a:rPr>
              <a:pPr eaLnBrk="1" hangingPunct="1"/>
              <a:t>78</a:t>
            </a:fld>
            <a:endParaRPr lang="en-IN">
              <a:solidFill>
                <a:srgbClr val="045C75"/>
              </a:solidFill>
              <a:latin typeface="Constantia" panose="02030602050306030303" pitchFamily="18" charset="0"/>
            </a:endParaRPr>
          </a:p>
        </p:txBody>
      </p:sp>
      <p:sp>
        <p:nvSpPr>
          <p:cNvPr id="29" name="Footer Placeholder 28"/>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4256438134"/>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Content Placeholder 2"/>
          <p:cNvSpPr>
            <a:spLocks noGrp="1"/>
          </p:cNvSpPr>
          <p:nvPr>
            <p:ph idx="1"/>
          </p:nvPr>
        </p:nvSpPr>
        <p:spPr>
          <a:xfrm>
            <a:off x="1881188" y="928688"/>
            <a:ext cx="8577262" cy="5319712"/>
          </a:xfrm>
        </p:spPr>
        <p:txBody>
          <a:bodyPr/>
          <a:lstStyle/>
          <a:p>
            <a:pPr algn="ctr" eaLnBrk="1" hangingPunct="1">
              <a:lnSpc>
                <a:spcPct val="150000"/>
              </a:lnSpc>
              <a:buFont typeface="Wingdings 2" panose="05020102010507070707" pitchFamily="18" charset="2"/>
              <a:buNone/>
            </a:pPr>
            <a:r>
              <a:rPr lang="en-US" sz="2400" b="1">
                <a:latin typeface="Times New Roman" panose="02020603050405020304" pitchFamily="18" charset="0"/>
                <a:cs typeface="Times New Roman" panose="02020603050405020304" pitchFamily="18" charset="0"/>
              </a:rPr>
              <a:t>Alogrithm Delete_front</a:t>
            </a:r>
            <a:endParaRPr lang="en-US" sz="2400">
              <a:latin typeface="Times New Roman" panose="02020603050405020304" pitchFamily="18" charset="0"/>
              <a:cs typeface="Times New Roman" panose="02020603050405020304" pitchFamily="18" charset="0"/>
            </a:endParaRPr>
          </a:p>
          <a:p>
            <a:pPr eaLnBrk="1" hangingPunct="1">
              <a:lnSpc>
                <a:spcPct val="150000"/>
              </a:lnSpc>
              <a:buFont typeface="Wingdings 2" panose="05020102010507070707" pitchFamily="18" charset="2"/>
              <a:buNone/>
            </a:pPr>
            <a:r>
              <a:rPr lang="en-US" sz="2400">
                <a:latin typeface="Times New Roman" panose="02020603050405020304" pitchFamily="18" charset="0"/>
                <a:cs typeface="Times New Roman" panose="02020603050405020304" pitchFamily="18" charset="0"/>
              </a:rPr>
              <a:t>Step1: 	Start</a:t>
            </a:r>
          </a:p>
          <a:p>
            <a:pPr eaLnBrk="1" hangingPunct="1">
              <a:buFont typeface="Wingdings 2" panose="05020102010507070707" pitchFamily="18" charset="2"/>
              <a:buNone/>
            </a:pPr>
            <a:r>
              <a:rPr lang="en-US" sz="2400">
                <a:latin typeface="Times New Roman" panose="02020603050405020304" pitchFamily="18" charset="0"/>
                <a:cs typeface="Times New Roman" panose="02020603050405020304" pitchFamily="18" charset="0"/>
              </a:rPr>
              <a:t>Step2: 	Check the queue is empty or not as if (f == r and f== - 1) </a:t>
            </a:r>
          </a:p>
          <a:p>
            <a:pPr eaLnBrk="1" hangingPunct="1">
              <a:buFont typeface="Wingdings 2" panose="05020102010507070707" pitchFamily="18" charset="2"/>
              <a:buNone/>
            </a:pPr>
            <a:r>
              <a:rPr lang="en-US" sz="2400">
                <a:latin typeface="Times New Roman" panose="02020603050405020304" pitchFamily="18" charset="0"/>
                <a:cs typeface="Times New Roman" panose="02020603050405020304" pitchFamily="18" charset="0"/>
              </a:rPr>
              <a:t>                                 if True  queue is empty.</a:t>
            </a:r>
          </a:p>
          <a:p>
            <a:pPr eaLnBrk="1" hangingPunct="1">
              <a:buFont typeface="Wingdings 2" panose="05020102010507070707" pitchFamily="18" charset="2"/>
              <a:buNone/>
            </a:pPr>
            <a:r>
              <a:rPr lang="en-US" sz="2400">
                <a:latin typeface="Times New Roman" panose="02020603050405020304" pitchFamily="18" charset="0"/>
                <a:cs typeface="Times New Roman" panose="02020603050405020304" pitchFamily="18" charset="0"/>
              </a:rPr>
              <a:t>Step3: 	If false</a:t>
            </a:r>
          </a:p>
          <a:p>
            <a:pPr eaLnBrk="1" hangingPunct="1">
              <a:buFont typeface="Wingdings 2" panose="05020102010507070707" pitchFamily="18" charset="2"/>
              <a:buNone/>
            </a:pPr>
            <a:r>
              <a:rPr lang="en-US" sz="2400">
                <a:latin typeface="Times New Roman" panose="02020603050405020304" pitchFamily="18" charset="0"/>
                <a:cs typeface="Times New Roman" panose="02020603050405020304" pitchFamily="18" charset="0"/>
              </a:rPr>
              <a:t> 		element = Q[f] </a:t>
            </a:r>
          </a:p>
          <a:p>
            <a:pPr eaLnBrk="1" hangingPunct="1">
              <a:buFont typeface="Wingdings 2" panose="05020102010507070707" pitchFamily="18" charset="2"/>
              <a:buNone/>
            </a:pPr>
            <a:r>
              <a:rPr lang="en-US" sz="2400">
                <a:latin typeface="Times New Roman" panose="02020603050405020304" pitchFamily="18" charset="0"/>
                <a:cs typeface="Times New Roman" panose="02020603050405020304" pitchFamily="18" charset="0"/>
              </a:rPr>
              <a:t>Step4: 	If ( f== r) reset pointer f and r as f = r = -1</a:t>
            </a:r>
          </a:p>
          <a:p>
            <a:pPr eaLnBrk="1" hangingPunct="1">
              <a:buFont typeface="Wingdings 2" panose="05020102010507070707" pitchFamily="18" charset="2"/>
              <a:buNone/>
            </a:pPr>
            <a:r>
              <a:rPr lang="en-US" sz="2400">
                <a:latin typeface="Times New Roman" panose="02020603050405020304" pitchFamily="18" charset="0"/>
                <a:cs typeface="Times New Roman" panose="02020603050405020304" pitchFamily="18" charset="0"/>
              </a:rPr>
              <a:t>             Else update pointer f as f = f+1</a:t>
            </a:r>
          </a:p>
          <a:p>
            <a:pPr eaLnBrk="1" hangingPunct="1">
              <a:lnSpc>
                <a:spcPct val="150000"/>
              </a:lnSpc>
              <a:buFont typeface="Wingdings 2" panose="05020102010507070707" pitchFamily="18" charset="2"/>
              <a:buNone/>
            </a:pPr>
            <a:r>
              <a:rPr lang="en-US" sz="2400">
                <a:latin typeface="Times New Roman" panose="02020603050405020304" pitchFamily="18" charset="0"/>
                <a:cs typeface="Times New Roman" panose="02020603050405020304" pitchFamily="18" charset="0"/>
              </a:rPr>
              <a:t>Step5:	Stop</a:t>
            </a:r>
          </a:p>
          <a:p>
            <a:pPr eaLnBrk="1" hangingPunct="1">
              <a:lnSpc>
                <a:spcPct val="150000"/>
              </a:lnSpc>
              <a:buFont typeface="Wingdings 2" panose="05020102010507070707" pitchFamily="18" charset="2"/>
              <a:buNone/>
            </a:pPr>
            <a:endParaRPr lang="en-US" sz="240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quarter" idx="10"/>
          </p:nvPr>
        </p:nvSpPr>
        <p:spPr/>
        <p:txBody>
          <a:bodyPr/>
          <a:lstStyle/>
          <a:p>
            <a:pPr>
              <a:defRPr/>
            </a:pPr>
            <a:fld id="{C9E676D5-5042-4CE5-A61F-7916A9EA7BEB}" type="datetime1">
              <a:rPr lang="en-US" smtClean="0"/>
              <a:pPr>
                <a:defRPr/>
              </a:pPr>
              <a:t>9/30/2024</a:t>
            </a:fld>
            <a:endParaRPr lang="en-IN"/>
          </a:p>
        </p:txBody>
      </p:sp>
      <p:sp>
        <p:nvSpPr>
          <p:cNvPr id="4" name="Slide Number Placeholder 3"/>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4FAB85F-F9EF-4DA6-8761-8915DFDC795D}" type="slidenum">
              <a:rPr lang="en-IN">
                <a:solidFill>
                  <a:srgbClr val="045C75"/>
                </a:solidFill>
                <a:latin typeface="Constantia" panose="02030602050306030303" pitchFamily="18" charset="0"/>
              </a:rPr>
              <a:pPr eaLnBrk="1" hangingPunct="1"/>
              <a:t>79</a:t>
            </a:fld>
            <a:endParaRPr lang="en-IN">
              <a:solidFill>
                <a:srgbClr val="045C75"/>
              </a:solidFill>
              <a:latin typeface="Constantia" panose="02030602050306030303" pitchFamily="18" charset="0"/>
            </a:endParaRPr>
          </a:p>
        </p:txBody>
      </p:sp>
      <p:sp>
        <p:nvSpPr>
          <p:cNvPr id="5" name="Footer Placeholder 4"/>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523670878"/>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1809750" y="714375"/>
            <a:ext cx="8229600" cy="642938"/>
          </a:xfrm>
        </p:spPr>
        <p:txBody>
          <a:bodyPr/>
          <a:lstStyle/>
          <a:p>
            <a:pPr algn="ctr" eaLnBrk="1" hangingPunct="1"/>
            <a:r>
              <a:rPr lang="en-US" sz="3200" b="1">
                <a:solidFill>
                  <a:schemeClr val="tx1"/>
                </a:solidFill>
                <a:latin typeface="Times New Roman" panose="02020603050405020304" pitchFamily="18" charset="0"/>
                <a:cs typeface="Times New Roman" panose="02020603050405020304" pitchFamily="18" charset="0"/>
              </a:rPr>
              <a:t>Remove_back</a:t>
            </a:r>
          </a:p>
        </p:txBody>
      </p:sp>
      <p:sp>
        <p:nvSpPr>
          <p:cNvPr id="4" name="Rectangle 3"/>
          <p:cNvSpPr/>
          <p:nvPr/>
        </p:nvSpPr>
        <p:spPr>
          <a:xfrm>
            <a:off x="4800600" y="2971800"/>
            <a:ext cx="3124200" cy="5334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US"/>
          </a:p>
        </p:txBody>
      </p:sp>
      <p:cxnSp>
        <p:nvCxnSpPr>
          <p:cNvPr id="5" name="Straight Connector 4"/>
          <p:cNvCxnSpPr/>
          <p:nvPr/>
        </p:nvCxnSpPr>
        <p:spPr>
          <a:xfrm rot="5400000">
            <a:off x="4992688" y="3238500"/>
            <a:ext cx="531812" cy="1588"/>
          </a:xfrm>
          <a:prstGeom prst="line">
            <a:avLst/>
          </a:prstGeom>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rot="5400000">
            <a:off x="5526088" y="3236913"/>
            <a:ext cx="531813" cy="1588"/>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rot="5400000">
            <a:off x="6059488" y="3236913"/>
            <a:ext cx="531813" cy="1588"/>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rot="5400000">
            <a:off x="6592888" y="3236913"/>
            <a:ext cx="531813" cy="1588"/>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rot="5400000">
            <a:off x="7126288" y="3236913"/>
            <a:ext cx="531813" cy="1588"/>
          </a:xfrm>
          <a:prstGeom prst="line">
            <a:avLst/>
          </a:prstGeom>
        </p:spPr>
        <p:style>
          <a:lnRef idx="1">
            <a:schemeClr val="dk1"/>
          </a:lnRef>
          <a:fillRef idx="0">
            <a:schemeClr val="dk1"/>
          </a:fillRef>
          <a:effectRef idx="0">
            <a:schemeClr val="dk1"/>
          </a:effectRef>
          <a:fontRef idx="minor">
            <a:schemeClr val="tx1"/>
          </a:fontRef>
        </p:style>
      </p:cxnSp>
      <p:sp>
        <p:nvSpPr>
          <p:cNvPr id="49161" name="TextBox 9"/>
          <p:cNvSpPr txBox="1">
            <a:spLocks noChangeArrowheads="1"/>
          </p:cNvSpPr>
          <p:nvPr/>
        </p:nvSpPr>
        <p:spPr bwMode="auto">
          <a:xfrm>
            <a:off x="4648200" y="4419600"/>
            <a:ext cx="99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atin typeface="Constantia" panose="02030602050306030303" pitchFamily="18" charset="0"/>
              </a:rPr>
              <a:t>FRONT</a:t>
            </a:r>
          </a:p>
        </p:txBody>
      </p:sp>
      <p:sp>
        <p:nvSpPr>
          <p:cNvPr id="49162" name="TextBox 10"/>
          <p:cNvSpPr txBox="1">
            <a:spLocks noChangeArrowheads="1"/>
          </p:cNvSpPr>
          <p:nvPr/>
        </p:nvSpPr>
        <p:spPr bwMode="auto">
          <a:xfrm>
            <a:off x="7162800" y="4343400"/>
            <a:ext cx="838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atin typeface="Constantia" panose="02030602050306030303" pitchFamily="18" charset="0"/>
              </a:rPr>
              <a:t>REAR</a:t>
            </a:r>
          </a:p>
        </p:txBody>
      </p:sp>
      <p:cxnSp>
        <p:nvCxnSpPr>
          <p:cNvPr id="12" name="Straight Arrow Connector 11"/>
          <p:cNvCxnSpPr>
            <a:stCxn id="49161" idx="0"/>
          </p:cNvCxnSpPr>
          <p:nvPr/>
        </p:nvCxnSpPr>
        <p:spPr>
          <a:xfrm rot="16200000" flipV="1">
            <a:off x="4667250" y="3943350"/>
            <a:ext cx="838200" cy="1143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49162" idx="0"/>
          </p:cNvCxnSpPr>
          <p:nvPr/>
        </p:nvCxnSpPr>
        <p:spPr>
          <a:xfrm rot="5400000" flipH="1" flipV="1">
            <a:off x="7258050" y="3905250"/>
            <a:ext cx="762000" cy="1143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49166" idx="1"/>
          </p:cNvCxnSpPr>
          <p:nvPr/>
        </p:nvCxnSpPr>
        <p:spPr>
          <a:xfrm flipV="1">
            <a:off x="8001000" y="3156466"/>
            <a:ext cx="685800" cy="439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9166" name="Rectangle 16"/>
          <p:cNvSpPr>
            <a:spLocks noChangeArrowheads="1"/>
          </p:cNvSpPr>
          <p:nvPr/>
        </p:nvSpPr>
        <p:spPr bwMode="auto">
          <a:xfrm>
            <a:off x="8686801" y="2971800"/>
            <a:ext cx="63991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atin typeface="Constantia" panose="02030602050306030303" pitchFamily="18" charset="0"/>
              </a:rPr>
              <a:t>POP</a:t>
            </a:r>
          </a:p>
        </p:txBody>
      </p:sp>
      <p:sp>
        <p:nvSpPr>
          <p:cNvPr id="49167" name="TextBox 17"/>
          <p:cNvSpPr txBox="1">
            <a:spLocks noChangeArrowheads="1"/>
          </p:cNvSpPr>
          <p:nvPr/>
        </p:nvSpPr>
        <p:spPr bwMode="auto">
          <a:xfrm>
            <a:off x="4800600" y="3048000"/>
            <a:ext cx="3124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atin typeface="Constantia" panose="02030602050306030303" pitchFamily="18" charset="0"/>
              </a:rPr>
              <a:t>1       2	   3      4	     5        7</a:t>
            </a:r>
          </a:p>
        </p:txBody>
      </p:sp>
      <p:sp>
        <p:nvSpPr>
          <p:cNvPr id="19" name="Rectangle 18"/>
          <p:cNvSpPr/>
          <p:nvPr/>
        </p:nvSpPr>
        <p:spPr>
          <a:xfrm>
            <a:off x="4800600" y="5562600"/>
            <a:ext cx="2590800" cy="5334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US"/>
          </a:p>
        </p:txBody>
      </p:sp>
      <p:cxnSp>
        <p:nvCxnSpPr>
          <p:cNvPr id="20" name="Straight Connector 19"/>
          <p:cNvCxnSpPr/>
          <p:nvPr/>
        </p:nvCxnSpPr>
        <p:spPr>
          <a:xfrm rot="5400000">
            <a:off x="5601494" y="5828506"/>
            <a:ext cx="533400" cy="1588"/>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p:cNvCxnSpPr/>
          <p:nvPr/>
        </p:nvCxnSpPr>
        <p:spPr>
          <a:xfrm rot="5400000">
            <a:off x="6134894" y="5828506"/>
            <a:ext cx="533400" cy="1588"/>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p:cNvCxnSpPr/>
          <p:nvPr/>
        </p:nvCxnSpPr>
        <p:spPr>
          <a:xfrm rot="5400000">
            <a:off x="6668294" y="5828506"/>
            <a:ext cx="533400" cy="1588"/>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Arrow Connector 23"/>
          <p:cNvCxnSpPr>
            <a:stCxn id="49161" idx="2"/>
          </p:cNvCxnSpPr>
          <p:nvPr/>
        </p:nvCxnSpPr>
        <p:spPr>
          <a:xfrm rot="5400000">
            <a:off x="4775994" y="5118894"/>
            <a:ext cx="696912" cy="38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49162" idx="2"/>
          </p:cNvCxnSpPr>
          <p:nvPr/>
        </p:nvCxnSpPr>
        <p:spPr>
          <a:xfrm rot="5400000">
            <a:off x="7061994" y="4966494"/>
            <a:ext cx="773112" cy="266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9174" name="TextBox 25"/>
          <p:cNvSpPr txBox="1">
            <a:spLocks noChangeArrowheads="1"/>
          </p:cNvSpPr>
          <p:nvPr/>
        </p:nvSpPr>
        <p:spPr bwMode="auto">
          <a:xfrm>
            <a:off x="4800600" y="5638800"/>
            <a:ext cx="2590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atin typeface="Constantia" panose="02030602050306030303" pitchFamily="18" charset="0"/>
              </a:rPr>
              <a:t> 1         2      3       4         5</a:t>
            </a:r>
          </a:p>
        </p:txBody>
      </p:sp>
      <p:sp>
        <p:nvSpPr>
          <p:cNvPr id="49175" name="TextBox 26"/>
          <p:cNvSpPr txBox="1">
            <a:spLocks noChangeArrowheads="1"/>
          </p:cNvSpPr>
          <p:nvPr/>
        </p:nvSpPr>
        <p:spPr bwMode="auto">
          <a:xfrm>
            <a:off x="1738314" y="1524000"/>
            <a:ext cx="86248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eaLnBrk="1" hangingPunct="1">
              <a:lnSpc>
                <a:spcPct val="150000"/>
              </a:lnSpc>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 remove_front() is a operation used to pop an element on front of the </a:t>
            </a:r>
            <a:r>
              <a:rPr lang="en-US" sz="2400" i="1">
                <a:latin typeface="Times New Roman" panose="02020603050405020304" pitchFamily="18" charset="0"/>
                <a:cs typeface="Times New Roman" panose="02020603050405020304" pitchFamily="18" charset="0"/>
              </a:rPr>
              <a:t>Deque</a:t>
            </a:r>
            <a:r>
              <a:rPr lang="en-US" sz="2400">
                <a:latin typeface="Times New Roman" panose="02020603050405020304" pitchFamily="18" charset="0"/>
                <a:cs typeface="Times New Roman" panose="02020603050405020304" pitchFamily="18" charset="0"/>
              </a:rPr>
              <a:t>.</a:t>
            </a:r>
          </a:p>
        </p:txBody>
      </p:sp>
      <p:cxnSp>
        <p:nvCxnSpPr>
          <p:cNvPr id="28" name="Straight Connector 27"/>
          <p:cNvCxnSpPr/>
          <p:nvPr/>
        </p:nvCxnSpPr>
        <p:spPr>
          <a:xfrm rot="5400000">
            <a:off x="5068094" y="5828506"/>
            <a:ext cx="533400" cy="1588"/>
          </a:xfrm>
          <a:prstGeom prst="line">
            <a:avLst/>
          </a:prstGeom>
        </p:spPr>
        <p:style>
          <a:lnRef idx="1">
            <a:schemeClr val="dk1"/>
          </a:lnRef>
          <a:fillRef idx="0">
            <a:schemeClr val="dk1"/>
          </a:fillRef>
          <a:effectRef idx="0">
            <a:schemeClr val="dk1"/>
          </a:effectRef>
          <a:fontRef idx="minor">
            <a:schemeClr val="tx1"/>
          </a:fontRef>
        </p:style>
      </p:cxnSp>
      <p:sp>
        <p:nvSpPr>
          <p:cNvPr id="26" name="Date Placeholder 25"/>
          <p:cNvSpPr>
            <a:spLocks noGrp="1"/>
          </p:cNvSpPr>
          <p:nvPr>
            <p:ph type="dt" sz="quarter" idx="10"/>
          </p:nvPr>
        </p:nvSpPr>
        <p:spPr/>
        <p:txBody>
          <a:bodyPr/>
          <a:lstStyle/>
          <a:p>
            <a:pPr>
              <a:defRPr/>
            </a:pPr>
            <a:fld id="{4FE16F82-A63A-47F7-9EBB-3CF24B6E58C4}" type="datetime1">
              <a:rPr lang="en-US" smtClean="0"/>
              <a:pPr>
                <a:defRPr/>
              </a:pPr>
              <a:t>9/30/2024</a:t>
            </a:fld>
            <a:endParaRPr lang="en-IN"/>
          </a:p>
        </p:txBody>
      </p:sp>
      <p:sp>
        <p:nvSpPr>
          <p:cNvPr id="27" name="Slide Number Placeholder 26"/>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4913445-6C64-4E84-AF66-9C2C40741202}" type="slidenum">
              <a:rPr lang="en-IN">
                <a:solidFill>
                  <a:srgbClr val="045C75"/>
                </a:solidFill>
                <a:latin typeface="Constantia" panose="02030602050306030303" pitchFamily="18" charset="0"/>
              </a:rPr>
              <a:pPr eaLnBrk="1" hangingPunct="1"/>
              <a:t>80</a:t>
            </a:fld>
            <a:endParaRPr lang="en-IN">
              <a:solidFill>
                <a:srgbClr val="045C75"/>
              </a:solidFill>
              <a:latin typeface="Constantia" panose="02030602050306030303" pitchFamily="18" charset="0"/>
            </a:endParaRPr>
          </a:p>
        </p:txBody>
      </p:sp>
      <p:sp>
        <p:nvSpPr>
          <p:cNvPr id="29" name="Footer Placeholder 28"/>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69087459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pPr algn="ctr" eaLnBrk="1" hangingPunct="1"/>
            <a:r>
              <a:rPr lang="en-US" sz="3200" b="1">
                <a:solidFill>
                  <a:schemeClr val="tx1"/>
                </a:solidFill>
                <a:latin typeface="Times New Roman" panose="02020603050405020304" pitchFamily="18" charset="0"/>
                <a:cs typeface="Times New Roman" panose="02020603050405020304" pitchFamily="18" charset="0"/>
              </a:rPr>
              <a:t>Alogrithm Remove_back</a:t>
            </a:r>
            <a:br>
              <a:rPr lang="en-US" sz="3200">
                <a:solidFill>
                  <a:schemeClr val="tx1"/>
                </a:solidFill>
                <a:latin typeface="Times New Roman" panose="02020603050405020304" pitchFamily="18" charset="0"/>
                <a:cs typeface="Times New Roman" panose="02020603050405020304" pitchFamily="18" charset="0"/>
              </a:rPr>
            </a:br>
            <a:endParaRPr lang="en-IN" sz="3200">
              <a:solidFill>
                <a:schemeClr val="tx1"/>
              </a:solidFill>
            </a:endParaRPr>
          </a:p>
        </p:txBody>
      </p:sp>
      <p:sp>
        <p:nvSpPr>
          <p:cNvPr id="50179" name="Content Placeholder 2"/>
          <p:cNvSpPr>
            <a:spLocks noGrp="1"/>
          </p:cNvSpPr>
          <p:nvPr>
            <p:ph idx="1"/>
          </p:nvPr>
        </p:nvSpPr>
        <p:spPr>
          <a:xfrm>
            <a:off x="1866900" y="1968500"/>
            <a:ext cx="8229600" cy="4389438"/>
          </a:xfrm>
        </p:spPr>
        <p:txBody>
          <a:bodyPr/>
          <a:lstStyle/>
          <a:p>
            <a:pPr eaLnBrk="1" hangingPunct="1">
              <a:buFont typeface="Wingdings 2" panose="05020102010507070707" pitchFamily="18" charset="2"/>
              <a:buNone/>
            </a:pPr>
            <a:r>
              <a:rPr lang="en-US" sz="2400">
                <a:latin typeface="Times New Roman" panose="02020603050405020304" pitchFamily="18" charset="0"/>
                <a:cs typeface="Times New Roman" panose="02020603050405020304" pitchFamily="18" charset="0"/>
              </a:rPr>
              <a:t>step1. Start</a:t>
            </a:r>
          </a:p>
          <a:p>
            <a:pPr eaLnBrk="1" hangingPunct="1">
              <a:buFont typeface="Wingdings 2" panose="05020102010507070707" pitchFamily="18" charset="2"/>
              <a:buNone/>
            </a:pPr>
            <a:r>
              <a:rPr lang="en-US" sz="2400">
                <a:latin typeface="Times New Roman" panose="02020603050405020304" pitchFamily="18" charset="0"/>
                <a:cs typeface="Times New Roman" panose="02020603050405020304" pitchFamily="18" charset="0"/>
              </a:rPr>
              <a:t>step2. Check the queue is empty or not as if (f == r) if yes queue 							is empty</a:t>
            </a:r>
          </a:p>
          <a:p>
            <a:pPr eaLnBrk="1" hangingPunct="1">
              <a:buFont typeface="Wingdings 2" panose="05020102010507070707" pitchFamily="18" charset="2"/>
              <a:buNone/>
            </a:pPr>
            <a:r>
              <a:rPr lang="en-US" sz="2400">
                <a:latin typeface="Times New Roman" panose="02020603050405020304" pitchFamily="18" charset="0"/>
                <a:cs typeface="Times New Roman" panose="02020603050405020304" pitchFamily="18" charset="0"/>
              </a:rPr>
              <a:t>step3. If false delete element at position r as element = Q[r]</a:t>
            </a:r>
          </a:p>
          <a:p>
            <a:pPr eaLnBrk="1" hangingPunct="1">
              <a:buFont typeface="Wingdings 2" panose="05020102010507070707" pitchFamily="18" charset="2"/>
              <a:buNone/>
            </a:pPr>
            <a:r>
              <a:rPr lang="en-US" sz="2400">
                <a:latin typeface="Times New Roman" panose="02020603050405020304" pitchFamily="18" charset="0"/>
                <a:cs typeface="Times New Roman" panose="02020603050405020304" pitchFamily="18" charset="0"/>
              </a:rPr>
              <a:t>step4. Update pointer r as r = r-1</a:t>
            </a:r>
          </a:p>
          <a:p>
            <a:pPr eaLnBrk="1" hangingPunct="1">
              <a:buFont typeface="Wingdings 2" panose="05020102010507070707" pitchFamily="18" charset="2"/>
              <a:buNone/>
            </a:pPr>
            <a:r>
              <a:rPr lang="en-US" sz="2400">
                <a:latin typeface="Times New Roman" panose="02020603050405020304" pitchFamily="18" charset="0"/>
                <a:cs typeface="Times New Roman" panose="02020603050405020304" pitchFamily="18" charset="0"/>
              </a:rPr>
              <a:t>step5. If (f == r ) reset pointer f and r as f = r= -1</a:t>
            </a:r>
          </a:p>
          <a:p>
            <a:pPr eaLnBrk="1" hangingPunct="1">
              <a:buFont typeface="Wingdings 2" panose="05020102010507070707" pitchFamily="18" charset="2"/>
              <a:buNone/>
            </a:pPr>
            <a:r>
              <a:rPr lang="en-US" sz="2400">
                <a:latin typeface="Times New Roman" panose="02020603050405020304" pitchFamily="18" charset="0"/>
                <a:cs typeface="Times New Roman" panose="02020603050405020304" pitchFamily="18" charset="0"/>
              </a:rPr>
              <a:t>step6. Stop</a:t>
            </a:r>
          </a:p>
          <a:p>
            <a:pPr eaLnBrk="1" hangingPunct="1">
              <a:buFont typeface="Wingdings 2" panose="05020102010507070707" pitchFamily="18" charset="2"/>
              <a:buNone/>
            </a:pPr>
            <a:endParaRPr lang="en-US" sz="2400">
              <a:latin typeface="Times New Roman" panose="02020603050405020304" pitchFamily="18" charset="0"/>
              <a:cs typeface="Times New Roman" panose="02020603050405020304" pitchFamily="18" charset="0"/>
            </a:endParaRPr>
          </a:p>
          <a:p>
            <a:pPr eaLnBrk="1" hangingPunct="1"/>
            <a:endParaRPr lang="en-IN" sz="24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quarter" idx="10"/>
          </p:nvPr>
        </p:nvSpPr>
        <p:spPr/>
        <p:txBody>
          <a:bodyPr/>
          <a:lstStyle/>
          <a:p>
            <a:pPr>
              <a:defRPr/>
            </a:pPr>
            <a:fld id="{5CC34F73-622C-490A-9913-DF7A80416EC5}" type="datetime1">
              <a:rPr lang="en-US" smtClean="0"/>
              <a:pPr>
                <a:defRPr/>
              </a:pPr>
              <a:t>9/30/2024</a:t>
            </a:fld>
            <a:endParaRPr lang="en-IN"/>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AA89A94-C851-463F-8192-8CDDE752F91D}" type="slidenum">
              <a:rPr lang="en-IN">
                <a:solidFill>
                  <a:srgbClr val="045C75"/>
                </a:solidFill>
                <a:latin typeface="Constantia" panose="02030602050306030303" pitchFamily="18" charset="0"/>
              </a:rPr>
              <a:pPr eaLnBrk="1" hangingPunct="1"/>
              <a:t>81</a:t>
            </a:fld>
            <a:endParaRPr lang="en-IN">
              <a:solidFill>
                <a:srgbClr val="045C75"/>
              </a:solidFill>
              <a:latin typeface="Constantia" panose="02030602050306030303" pitchFamily="18" charset="0"/>
            </a:endParaRPr>
          </a:p>
        </p:txBody>
      </p:sp>
      <p:sp>
        <p:nvSpPr>
          <p:cNvPr id="6" name="Footer Placeholder 5"/>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210058806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a:xfrm>
            <a:off x="1952625" y="642939"/>
            <a:ext cx="8229600" cy="642937"/>
          </a:xfrm>
        </p:spPr>
        <p:txBody>
          <a:bodyPr/>
          <a:lstStyle/>
          <a:p>
            <a:pPr algn="ctr" eaLnBrk="1" hangingPunct="1"/>
            <a:r>
              <a:rPr lang="en-US" sz="3200" b="1">
                <a:solidFill>
                  <a:schemeClr val="tx1"/>
                </a:solidFill>
                <a:latin typeface="Times New Roman" panose="02020603050405020304" pitchFamily="18" charset="0"/>
                <a:cs typeface="Times New Roman" panose="02020603050405020304" pitchFamily="18" charset="0"/>
              </a:rPr>
              <a:t>Empty</a:t>
            </a:r>
          </a:p>
        </p:txBody>
      </p:sp>
      <p:sp>
        <p:nvSpPr>
          <p:cNvPr id="51203" name="Content Placeholder 2"/>
          <p:cNvSpPr>
            <a:spLocks noGrp="1"/>
          </p:cNvSpPr>
          <p:nvPr>
            <p:ph idx="1"/>
          </p:nvPr>
        </p:nvSpPr>
        <p:spPr/>
        <p:txBody>
          <a:bodyPr/>
          <a:lstStyle/>
          <a:p>
            <a:pPr eaLnBrk="1" hangingPunct="1"/>
            <a:r>
              <a:rPr lang="en-US" sz="2400">
                <a:latin typeface="Times New Roman" panose="02020603050405020304" pitchFamily="18" charset="0"/>
                <a:cs typeface="Times New Roman" panose="02020603050405020304" pitchFamily="18" charset="0"/>
              </a:rPr>
              <a:t>It is used to test weather the Deque is empty or not.</a:t>
            </a:r>
          </a:p>
        </p:txBody>
      </p:sp>
      <p:sp>
        <p:nvSpPr>
          <p:cNvPr id="4" name="Date Placeholder 3"/>
          <p:cNvSpPr>
            <a:spLocks noGrp="1"/>
          </p:cNvSpPr>
          <p:nvPr>
            <p:ph type="dt" sz="quarter" idx="10"/>
          </p:nvPr>
        </p:nvSpPr>
        <p:spPr/>
        <p:txBody>
          <a:bodyPr/>
          <a:lstStyle/>
          <a:p>
            <a:pPr>
              <a:defRPr/>
            </a:pPr>
            <a:fld id="{48734F73-5AC7-453E-B9BB-9CF20B8A1833}" type="datetime1">
              <a:rPr lang="en-US" smtClean="0"/>
              <a:pPr>
                <a:defRPr/>
              </a:pPr>
              <a:t>9/30/2024</a:t>
            </a:fld>
            <a:endParaRPr lang="en-IN"/>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89BB54C-0010-4792-B9B7-8FBFF826EDFC}" type="slidenum">
              <a:rPr lang="en-IN">
                <a:solidFill>
                  <a:srgbClr val="045C75"/>
                </a:solidFill>
                <a:latin typeface="Constantia" panose="02030602050306030303" pitchFamily="18" charset="0"/>
              </a:rPr>
              <a:pPr eaLnBrk="1" hangingPunct="1"/>
              <a:t>82</a:t>
            </a:fld>
            <a:endParaRPr lang="en-IN">
              <a:solidFill>
                <a:srgbClr val="045C75"/>
              </a:solidFill>
              <a:latin typeface="Constantia" panose="02030602050306030303" pitchFamily="18" charset="0"/>
            </a:endParaRPr>
          </a:p>
        </p:txBody>
      </p:sp>
      <p:sp>
        <p:nvSpPr>
          <p:cNvPr id="6" name="Footer Placeholder 5"/>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4169529248"/>
      </p:ext>
    </p:extLst>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a:xfrm>
            <a:off x="1952625" y="500064"/>
            <a:ext cx="8301038" cy="847725"/>
          </a:xfrm>
        </p:spPr>
        <p:txBody>
          <a:bodyPr/>
          <a:lstStyle/>
          <a:p>
            <a:pPr algn="ctr" eaLnBrk="1" hangingPunct="1"/>
            <a:r>
              <a:rPr lang="en-US" sz="3200" b="1">
                <a:solidFill>
                  <a:schemeClr val="tx1"/>
                </a:solidFill>
                <a:latin typeface="Times New Roman" panose="02020603050405020304" pitchFamily="18" charset="0"/>
                <a:cs typeface="Times New Roman" panose="02020603050405020304" pitchFamily="18" charset="0"/>
              </a:rPr>
              <a:t>APPLICATIONS OF DEQUE</a:t>
            </a:r>
            <a:endParaRPr lang="en-IN" sz="3200" b="1">
              <a:solidFill>
                <a:schemeClr val="tx1"/>
              </a:solidFill>
              <a:latin typeface="Times New Roman" panose="02020603050405020304" pitchFamily="18" charset="0"/>
              <a:cs typeface="Times New Roman" panose="02020603050405020304" pitchFamily="18" charset="0"/>
            </a:endParaRPr>
          </a:p>
        </p:txBody>
      </p:sp>
      <p:sp>
        <p:nvSpPr>
          <p:cNvPr id="52227" name="Content Placeholder 2"/>
          <p:cNvSpPr>
            <a:spLocks noGrp="1"/>
          </p:cNvSpPr>
          <p:nvPr>
            <p:ph idx="1"/>
          </p:nvPr>
        </p:nvSpPr>
        <p:spPr>
          <a:xfrm>
            <a:off x="1881188" y="1571626"/>
            <a:ext cx="8329612" cy="4752975"/>
          </a:xfrm>
        </p:spPr>
        <p:txBody>
          <a:bodyPr/>
          <a:lstStyle/>
          <a:p>
            <a:pPr eaLnBrk="1" hangingPunct="1">
              <a:buFont typeface="Wingdings 2" panose="05020102010507070707" pitchFamily="18" charset="2"/>
              <a:buNone/>
            </a:pPr>
            <a:r>
              <a:rPr lang="en-US" sz="2400" b="1">
                <a:latin typeface="Times New Roman" panose="02020603050405020304" pitchFamily="18" charset="0"/>
                <a:cs typeface="Times New Roman" panose="02020603050405020304" pitchFamily="18" charset="0"/>
              </a:rPr>
              <a:t>Palindrome-checker</a:t>
            </a:r>
          </a:p>
          <a:p>
            <a:pPr eaLnBrk="1" hangingPunct="1"/>
            <a:endParaRPr lang="en-US"/>
          </a:p>
          <a:p>
            <a:pPr eaLnBrk="1" hangingPunct="1">
              <a:buFont typeface="Wingdings 2" panose="05020102010507070707" pitchFamily="18" charset="2"/>
              <a:buNone/>
            </a:pPr>
            <a:r>
              <a:rPr lang="en-US"/>
              <a:t>      </a:t>
            </a:r>
          </a:p>
          <a:p>
            <a:pPr eaLnBrk="1" hangingPunct="1">
              <a:buFont typeface="Wingdings 2" panose="05020102010507070707" pitchFamily="18" charset="2"/>
              <a:buNone/>
            </a:pPr>
            <a:endParaRPr lang="en-US"/>
          </a:p>
          <a:p>
            <a:pPr eaLnBrk="1" hangingPunct="1">
              <a:buFont typeface="Wingdings 2" panose="05020102010507070707" pitchFamily="18" charset="2"/>
              <a:buNone/>
            </a:pPr>
            <a:endParaRPr lang="en-IN"/>
          </a:p>
        </p:txBody>
      </p:sp>
      <p:pic>
        <p:nvPicPr>
          <p:cNvPr id="5222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5501" y="2214563"/>
            <a:ext cx="7858125" cy="389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4"/>
          <p:cNvSpPr>
            <a:spLocks noGrp="1"/>
          </p:cNvSpPr>
          <p:nvPr>
            <p:ph type="dt" sz="quarter" idx="10"/>
          </p:nvPr>
        </p:nvSpPr>
        <p:spPr/>
        <p:txBody>
          <a:bodyPr/>
          <a:lstStyle/>
          <a:p>
            <a:pPr>
              <a:defRPr/>
            </a:pPr>
            <a:fld id="{EE409D9A-80BC-4E4A-B858-164D38F8D8B5}" type="datetime1">
              <a:rPr lang="en-US" smtClean="0"/>
              <a:pPr>
                <a:defRPr/>
              </a:pPr>
              <a:t>9/30/2024</a:t>
            </a:fld>
            <a:endParaRPr lang="en-IN"/>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8E18419-6D4E-418B-B5FB-A5EDB06C22DA}" type="slidenum">
              <a:rPr lang="en-IN">
                <a:solidFill>
                  <a:srgbClr val="045C75"/>
                </a:solidFill>
                <a:latin typeface="Constantia" panose="02030602050306030303" pitchFamily="18" charset="0"/>
              </a:rPr>
              <a:pPr eaLnBrk="1" hangingPunct="1"/>
              <a:t>83</a:t>
            </a:fld>
            <a:endParaRPr lang="en-IN">
              <a:solidFill>
                <a:srgbClr val="045C75"/>
              </a:solidFill>
              <a:latin typeface="Constantia" panose="02030602050306030303" pitchFamily="18" charset="0"/>
            </a:endParaRPr>
          </a:p>
        </p:txBody>
      </p:sp>
      <p:sp>
        <p:nvSpPr>
          <p:cNvPr id="7" name="Footer Placeholder 6"/>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133820710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a:xfrm>
            <a:off x="1981200" y="274638"/>
            <a:ext cx="8229600" cy="939800"/>
          </a:xfrm>
        </p:spPr>
        <p:txBody>
          <a:bodyPr/>
          <a:lstStyle/>
          <a:p>
            <a:pPr algn="ctr" eaLnBrk="1" hangingPunct="1"/>
            <a:r>
              <a:rPr lang="en-US" sz="3200" b="1">
                <a:solidFill>
                  <a:schemeClr val="tx1"/>
                </a:solidFill>
                <a:latin typeface="Times New Roman" panose="02020603050405020304" pitchFamily="18" charset="0"/>
                <a:cs typeface="Times New Roman" panose="02020603050405020304" pitchFamily="18" charset="0"/>
              </a:rPr>
              <a:t>APPLICATIONS OF DEQUE</a:t>
            </a:r>
            <a:endParaRPr lang="en-IN" sz="3200" b="1">
              <a:solidFill>
                <a:schemeClr val="tx1"/>
              </a:solidFill>
              <a:latin typeface="Times New Roman" panose="02020603050405020304" pitchFamily="18" charset="0"/>
              <a:cs typeface="Times New Roman" panose="02020603050405020304" pitchFamily="18" charset="0"/>
            </a:endParaRPr>
          </a:p>
        </p:txBody>
      </p:sp>
      <p:sp>
        <p:nvSpPr>
          <p:cNvPr id="55299" name="Content Placeholder 2"/>
          <p:cNvSpPr>
            <a:spLocks noGrp="1"/>
          </p:cNvSpPr>
          <p:nvPr>
            <p:ph idx="1"/>
          </p:nvPr>
        </p:nvSpPr>
        <p:spPr>
          <a:xfrm>
            <a:off x="1952625" y="1285876"/>
            <a:ext cx="8072438" cy="5357813"/>
          </a:xfrm>
        </p:spPr>
        <p:txBody>
          <a:bodyPr/>
          <a:lstStyle/>
          <a:p>
            <a:pPr eaLnBrk="1" hangingPunct="1">
              <a:lnSpc>
                <a:spcPct val="150000"/>
              </a:lnSpc>
              <a:buFont typeface="Wingdings 2" panose="05020102010507070707" pitchFamily="18" charset="2"/>
              <a:buNone/>
            </a:pPr>
            <a:r>
              <a:rPr lang="en-IN" sz="2400" b="1">
                <a:latin typeface="Times New Roman" panose="02020603050405020304" pitchFamily="18" charset="0"/>
                <a:cs typeface="Times New Roman" panose="02020603050405020304" pitchFamily="18" charset="0"/>
              </a:rPr>
              <a:t>A-Steal job scheduling algorithm</a:t>
            </a:r>
          </a:p>
          <a:p>
            <a:pPr eaLnBrk="1" hangingPunct="1">
              <a:lnSpc>
                <a:spcPct val="150000"/>
              </a:lnSpc>
            </a:pPr>
            <a:r>
              <a:rPr lang="en-IN" sz="2400">
                <a:latin typeface="Times New Roman" panose="02020603050405020304" pitchFamily="18" charset="0"/>
                <a:cs typeface="Times New Roman" panose="02020603050405020304" pitchFamily="18" charset="0"/>
              </a:rPr>
              <a:t>The A-Steal algorithm implements task scheduling for several processors(multiprocessor scheduling).</a:t>
            </a:r>
          </a:p>
          <a:p>
            <a:pPr eaLnBrk="1" hangingPunct="1">
              <a:lnSpc>
                <a:spcPct val="150000"/>
              </a:lnSpc>
            </a:pPr>
            <a:r>
              <a:rPr lang="en-IN" sz="2400">
                <a:latin typeface="Times New Roman" panose="02020603050405020304" pitchFamily="18" charset="0"/>
                <a:cs typeface="Times New Roman" panose="02020603050405020304" pitchFamily="18" charset="0"/>
              </a:rPr>
              <a:t>The processor gets the ﬁrst element from the deque.</a:t>
            </a:r>
          </a:p>
          <a:p>
            <a:pPr eaLnBrk="1" hangingPunct="1">
              <a:lnSpc>
                <a:spcPct val="150000"/>
              </a:lnSpc>
            </a:pPr>
            <a:r>
              <a:rPr lang="en-IN" sz="2400">
                <a:latin typeface="Times New Roman" panose="02020603050405020304" pitchFamily="18" charset="0"/>
                <a:cs typeface="Times New Roman" panose="02020603050405020304" pitchFamily="18" charset="0"/>
              </a:rPr>
              <a:t>When one of the processor completes execution of its own threads it can steal a thread from another processor.</a:t>
            </a:r>
          </a:p>
          <a:p>
            <a:pPr eaLnBrk="1" hangingPunct="1">
              <a:lnSpc>
                <a:spcPct val="150000"/>
              </a:lnSpc>
            </a:pPr>
            <a:r>
              <a:rPr lang="en-IN" sz="2400">
                <a:latin typeface="Times New Roman" panose="02020603050405020304" pitchFamily="18" charset="0"/>
                <a:cs typeface="Times New Roman" panose="02020603050405020304" pitchFamily="18" charset="0"/>
              </a:rPr>
              <a:t> It gets the last element from the deque of another processor and executes it.</a:t>
            </a:r>
          </a:p>
          <a:p>
            <a:pPr eaLnBrk="1" hangingPunct="1">
              <a:lnSpc>
                <a:spcPct val="150000"/>
              </a:lnSpc>
              <a:buFont typeface="Wingdings 2" panose="05020102010507070707" pitchFamily="18" charset="2"/>
              <a:buNone/>
            </a:pPr>
            <a:endParaRPr lang="en-IN" sz="24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quarter" idx="10"/>
          </p:nvPr>
        </p:nvSpPr>
        <p:spPr/>
        <p:txBody>
          <a:bodyPr/>
          <a:lstStyle/>
          <a:p>
            <a:pPr>
              <a:defRPr/>
            </a:pPr>
            <a:fld id="{1ADB832E-BC1A-4EF4-B00D-4E631292DB20}" type="datetime1">
              <a:rPr lang="en-US" smtClean="0"/>
              <a:pPr>
                <a:defRPr/>
              </a:pPr>
              <a:t>9/30/2024</a:t>
            </a:fld>
            <a:endParaRPr lang="en-IN"/>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ED10E5D-E0CD-4A73-A1FA-A0B1DC12EE76}" type="slidenum">
              <a:rPr lang="en-IN">
                <a:solidFill>
                  <a:srgbClr val="045C75"/>
                </a:solidFill>
                <a:latin typeface="Constantia" panose="02030602050306030303" pitchFamily="18" charset="0"/>
              </a:rPr>
              <a:pPr eaLnBrk="1" hangingPunct="1"/>
              <a:t>84</a:t>
            </a:fld>
            <a:endParaRPr lang="en-IN">
              <a:solidFill>
                <a:srgbClr val="045C75"/>
              </a:solidFill>
              <a:latin typeface="Constantia" panose="02030602050306030303" pitchFamily="18" charset="0"/>
            </a:endParaRPr>
          </a:p>
        </p:txBody>
      </p:sp>
      <p:sp>
        <p:nvSpPr>
          <p:cNvPr id="6" name="Footer Placeholder 5"/>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3283601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anim calcmode="lin" valueType="num">
                                      <p:cBhvr additive="base">
                                        <p:cTn id="7" dur="500" fill="hold"/>
                                        <p:tgtEl>
                                          <p:spTgt spid="552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52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5299">
                                            <p:txEl>
                                              <p:pRg st="1" end="1"/>
                                            </p:txEl>
                                          </p:spTgt>
                                        </p:tgtEl>
                                        <p:attrNameLst>
                                          <p:attrName>style.visibility</p:attrName>
                                        </p:attrNameLst>
                                      </p:cBhvr>
                                      <p:to>
                                        <p:strVal val="visible"/>
                                      </p:to>
                                    </p:set>
                                    <p:anim calcmode="lin" valueType="num">
                                      <p:cBhvr additive="base">
                                        <p:cTn id="13" dur="500" fill="hold"/>
                                        <p:tgtEl>
                                          <p:spTgt spid="552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52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5299">
                                            <p:txEl>
                                              <p:pRg st="2" end="2"/>
                                            </p:txEl>
                                          </p:spTgt>
                                        </p:tgtEl>
                                        <p:attrNameLst>
                                          <p:attrName>style.visibility</p:attrName>
                                        </p:attrNameLst>
                                      </p:cBhvr>
                                      <p:to>
                                        <p:strVal val="visible"/>
                                      </p:to>
                                    </p:set>
                                    <p:anim calcmode="lin" valueType="num">
                                      <p:cBhvr additive="base">
                                        <p:cTn id="19" dur="500" fill="hold"/>
                                        <p:tgtEl>
                                          <p:spTgt spid="5529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52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5299">
                                            <p:txEl>
                                              <p:pRg st="3" end="3"/>
                                            </p:txEl>
                                          </p:spTgt>
                                        </p:tgtEl>
                                        <p:attrNameLst>
                                          <p:attrName>style.visibility</p:attrName>
                                        </p:attrNameLst>
                                      </p:cBhvr>
                                      <p:to>
                                        <p:strVal val="visible"/>
                                      </p:to>
                                    </p:set>
                                    <p:anim calcmode="lin" valueType="num">
                                      <p:cBhvr additive="base">
                                        <p:cTn id="25" dur="500" fill="hold"/>
                                        <p:tgtEl>
                                          <p:spTgt spid="5529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52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5299">
                                            <p:txEl>
                                              <p:pRg st="4" end="4"/>
                                            </p:txEl>
                                          </p:spTgt>
                                        </p:tgtEl>
                                        <p:attrNameLst>
                                          <p:attrName>style.visibility</p:attrName>
                                        </p:attrNameLst>
                                      </p:cBhvr>
                                      <p:to>
                                        <p:strVal val="visible"/>
                                      </p:to>
                                    </p:set>
                                    <p:anim calcmode="lin" valueType="num">
                                      <p:cBhvr additive="base">
                                        <p:cTn id="31" dur="500" fill="hold"/>
                                        <p:tgtEl>
                                          <p:spTgt spid="5529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529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pPr algn="ctr" eaLnBrk="1" hangingPunct="1"/>
            <a:r>
              <a:rPr lang="en-US"/>
              <a:t> </a:t>
            </a:r>
            <a:r>
              <a:rPr lang="en-US" sz="2200" b="1">
                <a:solidFill>
                  <a:schemeClr val="tx1"/>
                </a:solidFill>
                <a:latin typeface="Times New Roman" panose="02020603050405020304" pitchFamily="18" charset="0"/>
                <a:cs typeface="Times New Roman" panose="02020603050405020304" pitchFamily="18" charset="0"/>
              </a:rPr>
              <a:t>OTHER APPLICATIONS OF DEQUE</a:t>
            </a:r>
            <a:endParaRPr lang="en-IN" sz="2200" b="1">
              <a:solidFill>
                <a:schemeClr val="tx1"/>
              </a:solidFill>
              <a:latin typeface="Times New Roman" panose="02020603050405020304" pitchFamily="18" charset="0"/>
              <a:cs typeface="Times New Roman" panose="02020603050405020304" pitchFamily="18" charset="0"/>
            </a:endParaRPr>
          </a:p>
        </p:txBody>
      </p:sp>
      <p:sp>
        <p:nvSpPr>
          <p:cNvPr id="54275" name="Content Placeholder 2"/>
          <p:cNvSpPr>
            <a:spLocks noGrp="1"/>
          </p:cNvSpPr>
          <p:nvPr>
            <p:ph idx="1"/>
          </p:nvPr>
        </p:nvSpPr>
        <p:spPr/>
        <p:txBody>
          <a:bodyPr/>
          <a:lstStyle/>
          <a:p>
            <a:pPr eaLnBrk="1" hangingPunct="1"/>
            <a:r>
              <a:rPr lang="en-US" sz="2000" b="1">
                <a:latin typeface="Times New Roman" panose="02020603050405020304" pitchFamily="18" charset="0"/>
                <a:cs typeface="Times New Roman" panose="02020603050405020304" pitchFamily="18" charset="0"/>
              </a:rPr>
              <a:t>Undo-Redo</a:t>
            </a:r>
            <a:r>
              <a:rPr lang="en-US" sz="2000">
                <a:latin typeface="Times New Roman" panose="02020603050405020304" pitchFamily="18" charset="0"/>
                <a:cs typeface="Times New Roman" panose="02020603050405020304" pitchFamily="18" charset="0"/>
              </a:rPr>
              <a:t> operations in Software applications.</a:t>
            </a:r>
          </a:p>
          <a:p>
            <a:pPr eaLnBrk="1" hangingPunct="1"/>
            <a:endParaRPr lang="en-US"/>
          </a:p>
          <a:p>
            <a:pPr eaLnBrk="1" hangingPunct="1">
              <a:buFont typeface="Wingdings 2" panose="05020102010507070707" pitchFamily="18" charset="2"/>
              <a:buNone/>
            </a:pPr>
            <a:endParaRPr lang="en-IN"/>
          </a:p>
        </p:txBody>
      </p:sp>
      <p:sp>
        <p:nvSpPr>
          <p:cNvPr id="4" name="Date Placeholder 3"/>
          <p:cNvSpPr>
            <a:spLocks noGrp="1"/>
          </p:cNvSpPr>
          <p:nvPr>
            <p:ph type="dt" sz="quarter" idx="10"/>
          </p:nvPr>
        </p:nvSpPr>
        <p:spPr/>
        <p:txBody>
          <a:bodyPr/>
          <a:lstStyle/>
          <a:p>
            <a:pPr>
              <a:defRPr/>
            </a:pPr>
            <a:fld id="{06DF7840-2297-4BDA-B43F-95C0A953EF6B}" type="datetime1">
              <a:rPr lang="en-US" smtClean="0"/>
              <a:pPr>
                <a:defRPr/>
              </a:pPr>
              <a:t>9/30/2024</a:t>
            </a:fld>
            <a:endParaRPr lang="en-IN"/>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E6C1BF-7971-411E-BB55-5B5ABA56AA4F}" type="slidenum">
              <a:rPr lang="en-IN">
                <a:solidFill>
                  <a:srgbClr val="045C75"/>
                </a:solidFill>
                <a:latin typeface="Constantia" panose="02030602050306030303" pitchFamily="18" charset="0"/>
              </a:rPr>
              <a:pPr eaLnBrk="1" hangingPunct="1"/>
              <a:t>85</a:t>
            </a:fld>
            <a:endParaRPr lang="en-IN">
              <a:solidFill>
                <a:srgbClr val="045C75"/>
              </a:solidFill>
              <a:latin typeface="Constantia" panose="02030602050306030303" pitchFamily="18" charset="0"/>
            </a:endParaRPr>
          </a:p>
        </p:txBody>
      </p:sp>
      <p:sp>
        <p:nvSpPr>
          <p:cNvPr id="6" name="Footer Placeholder 5"/>
          <p:cNvSpPr>
            <a:spLocks noGrp="1"/>
          </p:cNvSpPr>
          <p:nvPr>
            <p:ph type="ftr" sz="quarter" idx="11"/>
          </p:nvPr>
        </p:nvSpPr>
        <p:spPr/>
        <p:txBody>
          <a:bodyPr/>
          <a:lstStyle/>
          <a:p>
            <a:pPr>
              <a:defRPr/>
            </a:pPr>
            <a:r>
              <a:rPr lang="en-IN"/>
              <a:t>Queue Data Structure          By: Mukesh Sakle</a:t>
            </a:r>
            <a:endParaRPr lang="en-IN" dirty="0"/>
          </a:p>
        </p:txBody>
      </p:sp>
    </p:spTree>
    <p:extLst>
      <p:ext uri="{BB962C8B-B14F-4D97-AF65-F5344CB8AC3E}">
        <p14:creationId xmlns:p14="http://schemas.microsoft.com/office/powerpoint/2010/main" val="413252861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endParaRPr lang="en-US" sz="7200" dirty="0"/>
          </a:p>
          <a:p>
            <a:pPr algn="ctr">
              <a:buNone/>
            </a:pPr>
            <a:r>
              <a:rPr lang="en-US" sz="6000" dirty="0">
                <a:solidFill>
                  <a:schemeClr val="accent6"/>
                </a:solidFill>
              </a:rPr>
              <a:t>Thank You</a:t>
            </a:r>
          </a:p>
        </p:txBody>
      </p:sp>
      <p:sp>
        <p:nvSpPr>
          <p:cNvPr id="4" name="Date Placeholder 3"/>
          <p:cNvSpPr>
            <a:spLocks noGrp="1"/>
          </p:cNvSpPr>
          <p:nvPr>
            <p:ph type="dt" sz="half" idx="10"/>
          </p:nvPr>
        </p:nvSpPr>
        <p:spPr/>
        <p:txBody>
          <a:bodyPr/>
          <a:lstStyle/>
          <a:p>
            <a:fld id="{4574F26D-DE3D-4C50-BF99-06F68A96AA4A}" type="datetime1">
              <a:rPr lang="en-US" smtClean="0"/>
              <a:pPr/>
              <a:t>9/30/2024</a:t>
            </a:fld>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86</a:t>
            </a:fld>
            <a:endParaRPr lang="en-US" dirty="0"/>
          </a:p>
        </p:txBody>
      </p:sp>
      <p:sp>
        <p:nvSpPr>
          <p:cNvPr id="6" name="Footer Placeholder 5"/>
          <p:cNvSpPr>
            <a:spLocks noGrp="1"/>
          </p:cNvSpPr>
          <p:nvPr>
            <p:ph type="ftr" sz="quarter" idx="11"/>
          </p:nvPr>
        </p:nvSpPr>
        <p:spPr/>
        <p:txBody>
          <a:bodyPr/>
          <a:lstStyle/>
          <a:p>
            <a:r>
              <a:rPr lang="en-IN"/>
              <a:t>Queue Data Structure          By: Mukesh Sakle</a:t>
            </a:r>
            <a:endParaRPr lang="en-US" dirty="0"/>
          </a:p>
        </p:txBody>
      </p:sp>
    </p:spTree>
    <p:extLst>
      <p:ext uri="{BB962C8B-B14F-4D97-AF65-F5344CB8AC3E}">
        <p14:creationId xmlns:p14="http://schemas.microsoft.com/office/powerpoint/2010/main" val="42533196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594</TotalTime>
  <Words>5918</Words>
  <Application>Microsoft Office PowerPoint</Application>
  <PresentationFormat>Widescreen</PresentationFormat>
  <Paragraphs>1201</Paragraphs>
  <Slides>86</Slides>
  <Notes>12</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86</vt:i4>
      </vt:variant>
    </vt:vector>
  </HeadingPairs>
  <TitlesOfParts>
    <vt:vector size="102" baseType="lpstr">
      <vt:lpstr>Arial</vt:lpstr>
      <vt:lpstr>Arial Narrow</vt:lpstr>
      <vt:lpstr>Arial Rounded MT Bold</vt:lpstr>
      <vt:lpstr>Book Antiqua</vt:lpstr>
      <vt:lpstr>Calibri</vt:lpstr>
      <vt:lpstr>Century Gothic</vt:lpstr>
      <vt:lpstr>Charlesworth</vt:lpstr>
      <vt:lpstr>Comic Sans MS</vt:lpstr>
      <vt:lpstr>Constantia</vt:lpstr>
      <vt:lpstr>Courier New</vt:lpstr>
      <vt:lpstr>Times New Roman</vt:lpstr>
      <vt:lpstr>Wingdings</vt:lpstr>
      <vt:lpstr>Wingdings 2</vt:lpstr>
      <vt:lpstr>Wingdings 3</vt:lpstr>
      <vt:lpstr>Wisp</vt:lpstr>
      <vt:lpstr>Flash Movie</vt:lpstr>
      <vt:lpstr>Data Structures(IT28008)</vt:lpstr>
      <vt:lpstr>Introduction</vt:lpstr>
      <vt:lpstr>PowerPoint Presentation</vt:lpstr>
      <vt:lpstr>Stack</vt:lpstr>
      <vt:lpstr>Examples of stack</vt:lpstr>
      <vt:lpstr>Operations on stack</vt:lpstr>
      <vt:lpstr> A LIFO Stack </vt:lpstr>
      <vt:lpstr>Push Operation</vt:lpstr>
      <vt:lpstr>Algorithms of Push operation on stack</vt:lpstr>
      <vt:lpstr> Push Operations</vt:lpstr>
      <vt:lpstr>Overflow in stack</vt:lpstr>
      <vt:lpstr>POP () </vt:lpstr>
      <vt:lpstr>Algorithms of Pop operation on stack</vt:lpstr>
      <vt:lpstr> POP OPERATIONS</vt:lpstr>
      <vt:lpstr>Underflow in stack</vt:lpstr>
      <vt:lpstr>Applications of stack</vt:lpstr>
      <vt:lpstr>Recursion</vt:lpstr>
      <vt:lpstr>Stack frame: factorial function</vt:lpstr>
      <vt:lpstr>Handling the order of function calls</vt:lpstr>
      <vt:lpstr>Stack frame for maintaining the order of function call</vt:lpstr>
      <vt:lpstr>Evaluation of postfix expression</vt:lpstr>
      <vt:lpstr>PowerPoint Presentation</vt:lpstr>
      <vt:lpstr>Reverse the string</vt:lpstr>
      <vt:lpstr>Reverse string- name=ANGEL</vt:lpstr>
      <vt:lpstr>PowerPoint Presentation</vt:lpstr>
      <vt:lpstr>Checking for balanced braces</vt:lpstr>
      <vt:lpstr>Tower of Hanoi (based on recursion)</vt:lpstr>
      <vt:lpstr>Tower of Hanoi (FOR  N=3  DISKS)</vt:lpstr>
      <vt:lpstr>SOLUTION TO THE PROBLEM OF TOWER OF HANOI</vt:lpstr>
      <vt:lpstr>SOLUTION TO THE PROBLEM OF TOWER OF HANOI</vt:lpstr>
      <vt:lpstr>Recursive Algorithm for tower of Hanoi</vt:lpstr>
      <vt:lpstr>Tower of Hanoi</vt:lpstr>
      <vt:lpstr>Tower of Hanoi</vt:lpstr>
      <vt:lpstr>Movements for N=3 disks in Tower of Hanoi</vt:lpstr>
      <vt:lpstr>Expressions</vt:lpstr>
      <vt:lpstr>Expressions</vt:lpstr>
      <vt:lpstr>Evaluation of postfix expression</vt:lpstr>
      <vt:lpstr>Transforming Infix expressions into postfix expressions</vt:lpstr>
      <vt:lpstr>PowerPoint Presentation</vt:lpstr>
      <vt:lpstr>QUEUE</vt:lpstr>
      <vt:lpstr>QUEUE</vt:lpstr>
      <vt:lpstr>Representation of Queue</vt:lpstr>
      <vt:lpstr>Representation of Queue</vt:lpstr>
      <vt:lpstr>Representation of Queue</vt:lpstr>
      <vt:lpstr>Representation of Queue</vt:lpstr>
      <vt:lpstr>ADT of Queue</vt:lpstr>
      <vt:lpstr>Linear Queue</vt:lpstr>
      <vt:lpstr>Status of Linear Queue after some operations (Example)</vt:lpstr>
      <vt:lpstr>Operations in Linear Queue</vt:lpstr>
      <vt:lpstr>Operations in Linear Queue</vt:lpstr>
      <vt:lpstr>Operations in Linear Queue</vt:lpstr>
      <vt:lpstr>Operations in Linear Queue</vt:lpstr>
      <vt:lpstr>Possible Values for Front  F and Rear R in Linear Queue</vt:lpstr>
      <vt:lpstr>Drawback of Linear Queue</vt:lpstr>
      <vt:lpstr>PowerPoint Presentation</vt:lpstr>
      <vt:lpstr>Circular Queue</vt:lpstr>
      <vt:lpstr>PowerPoint Presentation</vt:lpstr>
      <vt:lpstr>PowerPoint Presentation</vt:lpstr>
      <vt:lpstr>PowerPoint Presentation</vt:lpstr>
      <vt:lpstr>Operations in Circular Queue</vt:lpstr>
      <vt:lpstr>Operations in Circular Queue</vt:lpstr>
      <vt:lpstr>Operations in Circular Queue</vt:lpstr>
      <vt:lpstr>Operations in Circular Queue</vt:lpstr>
      <vt:lpstr>Queue Applications</vt:lpstr>
      <vt:lpstr>Priority Queue</vt:lpstr>
      <vt:lpstr>Priority Queue</vt:lpstr>
      <vt:lpstr>Applications of Priority Queues</vt:lpstr>
      <vt:lpstr>Priority Queues</vt:lpstr>
      <vt:lpstr>Double-Ended Queue</vt:lpstr>
      <vt:lpstr>Double-Ended Queue (Deque)</vt:lpstr>
      <vt:lpstr>PowerPoint Presentation</vt:lpstr>
      <vt:lpstr>PowerPoint Presentation</vt:lpstr>
      <vt:lpstr>OPERATIONS IN DEQUE</vt:lpstr>
      <vt:lpstr>Insert_front </vt:lpstr>
      <vt:lpstr>Algorithm Insert_front</vt:lpstr>
      <vt:lpstr>Insert_back</vt:lpstr>
      <vt:lpstr>PowerPoint Presentation</vt:lpstr>
      <vt:lpstr>Delete_front</vt:lpstr>
      <vt:lpstr>PowerPoint Presentation</vt:lpstr>
      <vt:lpstr>Remove_back</vt:lpstr>
      <vt:lpstr>Alogrithm Remove_back </vt:lpstr>
      <vt:lpstr>Empty</vt:lpstr>
      <vt:lpstr>APPLICATIONS OF DEQUE</vt:lpstr>
      <vt:lpstr>APPLICATIONS OF DEQUE</vt:lpstr>
      <vt:lpstr> OTHER APPLICATIONS OF DEQUE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Structures(03105203)</dc:title>
  <dc:creator>vikas jha</dc:creator>
  <cp:lastModifiedBy>Ms</cp:lastModifiedBy>
  <cp:revision>59</cp:revision>
  <dcterms:created xsi:type="dcterms:W3CDTF">2016-07-04T16:10:27Z</dcterms:created>
  <dcterms:modified xsi:type="dcterms:W3CDTF">2024-09-30T08:27:46Z</dcterms:modified>
</cp:coreProperties>
</file>